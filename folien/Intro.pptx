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8"/>
  </p:normalViewPr>
  <p:slideViewPr>
    <p:cSldViewPr snapToGrid="0">
      <p:cViewPr>
        <p:scale>
          <a:sx n="100" d="100"/>
          <a:sy n="100" d="100"/>
        </p:scale>
        <p:origin x="1240"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Tutorialtermine und Räume: Screenshot 2026-10-19 at 13.11.33.png, bereitgestellt vom Nutzer. Der Screenshot zeigt Startzeiten, keine verbindlichen Endzeiten. Repository: https://github.com/IlyaKats2005/GDB_2026-2027_Tutorium. Diese Titelfolie für jede Woche verwenden: Intro durch Woche 1, Woche 2 usw. ersetzen. Name, Termine, Semester und QR-Code beibehalten.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vom Nutzer bereitgestellter Screenshot 2026-10-19 at 12.37.30.png, Das Bonussystem und Punktevergabe in der Übung. Die Definition aktiver Teilnahme liegt im Ermessen des Tutors. Punkte für Vorrechnen können nach Ermessen auch für Teilaufgaben vergeben werden. Keine Aussage zur Gültigkeit in einer Wiederholungsklausur, da dies im Material nicht geregelt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für Buchtitel und Autoren: vom Nutzer bereitgestellter Screenshot 2026-10-19 at 12.37.56.png. Kauf oder Ausleihe ist eine Empfehlung des Tutors. Keine Aussage zur aktuellen Verfügbarkeit oder zu einer verpflichtenden Anschaffung.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F239E88-8259-4795-BCA7-2B98CF22657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AA95FF4-EA81-4986-8C97-9B4281BD263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01BBF64-6556-4EA3-984B-46718E768B1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E4F7466-1883-410A-B291-8257A35809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C9C24C2-2654-4D3C-B0CB-A503BBFBB17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0DE0972-94B6-430E-8256-A9D05ABC430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F7E1F04-DCD2-4D50-92BA-50E88A66F9C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EE8C9C0-2C1A-4559-8B30-7CBAA2D371E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4202758-A8DF-4B2A-BC3E-57ACA8F0905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DF74385-2A27-46CD-9FB4-907B55B8055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AE14BCB-2CD9-4DEB-AC0D-CA9DAA7C4EBF}"/>
              </a:ext>
            </a:extLst>
          </p:cNvPr>
          <p:cNvSpPr>
            <a:spLocks noGrp="1"/>
          </p:cNvSpPr>
          <p:nvPr/>
        </p:nvSpPr>
        <p:spPr>
          <a:xfrm>
            <a:off x="609600" y="590550"/>
            <a:ext cx="10953750" cy="666750"/>
          </a:xfrm>
          <a:prstGeom prst="rect">
            <a:avLst/>
          </a:prstGeom>
          <a:noFill/>
          <a:ln w="0">
            <a:noFill/>
          </a:ln>
        </p:spPr>
        <p:txBody>
          <a:bodyPr/>
          <a:lstStyle>
            <a:defPPr>
              <a:defRPr sz="3600" b="1">
                <a:solidFill>
                  <a:srgbClr val="005293"/>
                </a:solidFill>
                <a:latin typeface="Arial"/>
                <a:ea typeface="Arial"/>
                <a:cs typeface="Arial"/>
              </a:defRPr>
            </a:defPPr>
            <a:lvl1pPr>
              <a:defRPr sz="3600" b="1">
                <a:solidFill>
                  <a:srgbClr val="005293"/>
                </a:solidFill>
                <a:latin typeface="Arial"/>
                <a:ea typeface="Arial"/>
                <a:cs typeface="Arial"/>
              </a:defRPr>
            </a:lvl1pPr>
            <a:lvl2pPr>
              <a:defRPr sz="3600" b="1">
                <a:solidFill>
                  <a:srgbClr val="005293"/>
                </a:solidFill>
                <a:latin typeface="Arial"/>
                <a:ea typeface="Arial"/>
                <a:cs typeface="Arial"/>
              </a:defRPr>
            </a:lvl2pPr>
            <a:lvl3pPr>
              <a:defRPr sz="3600" b="1">
                <a:solidFill>
                  <a:srgbClr val="005293"/>
                </a:solidFill>
                <a:latin typeface="Arial"/>
                <a:ea typeface="Arial"/>
                <a:cs typeface="Arial"/>
              </a:defRPr>
            </a:lvl3pPr>
            <a:lvl4pPr>
              <a:defRPr sz="3600" b="1">
                <a:solidFill>
                  <a:srgbClr val="005293"/>
                </a:solidFill>
                <a:latin typeface="Arial"/>
                <a:ea typeface="Arial"/>
                <a:cs typeface="Arial"/>
              </a:defRPr>
            </a:lvl4pPr>
            <a:lvl5pPr>
              <a:defRPr sz="3600" b="1">
                <a:solidFill>
                  <a:srgbClr val="005293"/>
                </a:solidFill>
                <a:latin typeface="Arial"/>
                <a:ea typeface="Arial"/>
                <a:cs typeface="Arial"/>
              </a:defRPr>
            </a:lvl5pPr>
            <a:lvl6pPr>
              <a:defRPr sz="3600" b="1">
                <a:solidFill>
                  <a:srgbClr val="005293"/>
                </a:solidFill>
                <a:latin typeface="Arial"/>
                <a:ea typeface="Arial"/>
                <a:cs typeface="Arial"/>
              </a:defRPr>
            </a:lvl6pPr>
            <a:lvl7pPr>
              <a:defRPr sz="3600" b="1">
                <a:solidFill>
                  <a:srgbClr val="005293"/>
                </a:solidFill>
                <a:latin typeface="Arial"/>
                <a:ea typeface="Arial"/>
                <a:cs typeface="Arial"/>
              </a:defRPr>
            </a:lvl7pPr>
            <a:lvl8pPr>
              <a:defRPr sz="3600" b="1">
                <a:solidFill>
                  <a:srgbClr val="005293"/>
                </a:solidFill>
                <a:latin typeface="Arial"/>
                <a:ea typeface="Arial"/>
                <a:cs typeface="Arial"/>
              </a:defRPr>
            </a:lvl8pPr>
            <a:lvl9pPr>
              <a:defRPr sz="3600" b="1">
                <a:solidFill>
                  <a:srgbClr val="005293"/>
                </a:solidFill>
                <a:latin typeface="Arial"/>
                <a:ea typeface="Arial"/>
                <a:cs typeface="Arial"/>
              </a:defRPr>
            </a:lvl9pPr>
          </a:lstStyle>
          <a:p>
            <a:pPr>
              <a:defRPr sz="3600" b="1">
                <a:solidFill>
                  <a:srgbClr val="005293"/>
                </a:solidFill>
                <a:latin typeface="Arial"/>
                <a:ea typeface="Arial"/>
                <a:cs typeface="Arial"/>
              </a:defRPr>
            </a:pPr>
            <a:r>
              <a:rPr sz="3600" b="1">
                <a:solidFill>
                  <a:srgbClr val="005293"/>
                </a:solidFill>
                <a:latin typeface="Arial"/>
                <a:ea typeface="Arial"/>
                <a:cs typeface="Arial"/>
              </a:rPr>
              <a:t>Grundlagen: Datenbanken</a:t>
            </a:r>
          </a:p>
        </p:txBody>
      </p:sp>
      <p:sp>
        <p:nvSpPr>
          <p:cNvPr id="2" name="Rectangle 1">
            <a:extLst>
              <a:ext uri="{FF2B5EF4-FFF2-40B4-BE49-F238E27FC236}">
                <a16:creationId xmlns:a16="http://schemas.microsoft.com/office/drawing/2014/main" id="{D15FA200-0564-4E50-877D-6C7CEE48B251}"/>
              </a:ext>
            </a:extLst>
          </p:cNvPr>
          <p:cNvSpPr>
            <a:spLocks noGrp="1"/>
          </p:cNvSpPr>
          <p:nvPr/>
        </p:nvSpPr>
        <p:spPr>
          <a:xfrm>
            <a:off x="609600" y="1390650"/>
            <a:ext cx="10477500" cy="428625"/>
          </a:xfrm>
          <a:prstGeom prst="rect">
            <a:avLst/>
          </a:prstGeom>
          <a:noFill/>
          <a:ln w="0">
            <a:noFill/>
          </a:ln>
        </p:spPr>
        <p:txBody>
          <a:bodyPr/>
          <a:lstStyle>
            <a:defPPr>
              <a:defRPr sz="2250" b="0">
                <a:solidFill>
                  <a:srgbClr val="596773"/>
                </a:solidFill>
                <a:latin typeface="Arial"/>
                <a:ea typeface="Arial"/>
                <a:cs typeface="Arial"/>
              </a:defRPr>
            </a:defPPr>
            <a:lvl1pPr>
              <a:defRPr sz="2250" b="0">
                <a:solidFill>
                  <a:srgbClr val="596773"/>
                </a:solidFill>
                <a:latin typeface="Arial"/>
                <a:ea typeface="Arial"/>
                <a:cs typeface="Arial"/>
              </a:defRPr>
            </a:lvl1pPr>
            <a:lvl2pPr>
              <a:defRPr sz="2250" b="0">
                <a:solidFill>
                  <a:srgbClr val="596773"/>
                </a:solidFill>
                <a:latin typeface="Arial"/>
                <a:ea typeface="Arial"/>
                <a:cs typeface="Arial"/>
              </a:defRPr>
            </a:lvl2pPr>
            <a:lvl3pPr>
              <a:defRPr sz="2250" b="0">
                <a:solidFill>
                  <a:srgbClr val="596773"/>
                </a:solidFill>
                <a:latin typeface="Arial"/>
                <a:ea typeface="Arial"/>
                <a:cs typeface="Arial"/>
              </a:defRPr>
            </a:lvl3pPr>
            <a:lvl4pPr>
              <a:defRPr sz="2250" b="0">
                <a:solidFill>
                  <a:srgbClr val="596773"/>
                </a:solidFill>
                <a:latin typeface="Arial"/>
                <a:ea typeface="Arial"/>
                <a:cs typeface="Arial"/>
              </a:defRPr>
            </a:lvl4pPr>
            <a:lvl5pPr>
              <a:defRPr sz="2250" b="0">
                <a:solidFill>
                  <a:srgbClr val="596773"/>
                </a:solidFill>
                <a:latin typeface="Arial"/>
                <a:ea typeface="Arial"/>
                <a:cs typeface="Arial"/>
              </a:defRPr>
            </a:lvl5pPr>
            <a:lvl6pPr>
              <a:defRPr sz="2250" b="0">
                <a:solidFill>
                  <a:srgbClr val="596773"/>
                </a:solidFill>
                <a:latin typeface="Arial"/>
                <a:ea typeface="Arial"/>
                <a:cs typeface="Arial"/>
              </a:defRPr>
            </a:lvl6pPr>
            <a:lvl7pPr>
              <a:defRPr sz="2250" b="0">
                <a:solidFill>
                  <a:srgbClr val="596773"/>
                </a:solidFill>
                <a:latin typeface="Arial"/>
                <a:ea typeface="Arial"/>
                <a:cs typeface="Arial"/>
              </a:defRPr>
            </a:lvl7pPr>
            <a:lvl8pPr>
              <a:defRPr sz="2250" b="0">
                <a:solidFill>
                  <a:srgbClr val="596773"/>
                </a:solidFill>
                <a:latin typeface="Arial"/>
                <a:ea typeface="Arial"/>
                <a:cs typeface="Arial"/>
              </a:defRPr>
            </a:lvl8pPr>
            <a:lvl9pPr>
              <a:defRPr sz="2250" b="0">
                <a:solidFill>
                  <a:srgbClr val="596773"/>
                </a:solidFill>
                <a:latin typeface="Arial"/>
                <a:ea typeface="Arial"/>
                <a:cs typeface="Arial"/>
              </a:defRPr>
            </a:lvl9pPr>
          </a:lstStyle>
          <a:p>
            <a:pPr>
              <a:defRPr sz="2250" b="0">
                <a:solidFill>
                  <a:srgbClr val="596773"/>
                </a:solidFill>
                <a:latin typeface="Arial"/>
                <a:ea typeface="Arial"/>
                <a:cs typeface="Arial"/>
              </a:defRPr>
            </a:pPr>
            <a:r>
              <a:rPr sz="2250" b="0">
                <a:solidFill>
                  <a:srgbClr val="596773"/>
                </a:solidFill>
                <a:latin typeface="Arial"/>
                <a:ea typeface="Arial"/>
                <a:cs typeface="Arial"/>
              </a:rPr>
              <a:t>Tutorium · Wintersemester 2026/27</a:t>
            </a:r>
          </a:p>
        </p:txBody>
      </p:sp>
      <p:sp>
        <p:nvSpPr>
          <p:cNvPr id="3" name="Rectangle 2">
            <a:extLst>
              <a:ext uri="{FF2B5EF4-FFF2-40B4-BE49-F238E27FC236}">
                <a16:creationId xmlns:a16="http://schemas.microsoft.com/office/drawing/2014/main" id="{DF0D9955-3504-4825-ADC0-0E1F156AF575}"/>
              </a:ext>
            </a:extLst>
          </p:cNvPr>
          <p:cNvSpPr>
            <a:spLocks noGrp="1"/>
          </p:cNvSpPr>
          <p:nvPr/>
        </p:nvSpPr>
        <p:spPr>
          <a:xfrm>
            <a:off x="609600" y="2171700"/>
            <a:ext cx="7239000" cy="952500"/>
          </a:xfrm>
          <a:prstGeom prst="rect">
            <a:avLst/>
          </a:prstGeom>
          <a:noFill/>
          <a:ln w="0">
            <a:noFill/>
          </a:ln>
        </p:spPr>
        <p:txBody>
          <a:bodyPr/>
          <a:lstStyle>
            <a:defPPr>
              <a:defRPr sz="5400" b="1">
                <a:solidFill>
                  <a:srgbClr val="005293"/>
                </a:solidFill>
                <a:latin typeface="Arial"/>
                <a:ea typeface="Arial"/>
                <a:cs typeface="Arial"/>
              </a:defRPr>
            </a:defPPr>
            <a:lvl1pPr>
              <a:defRPr sz="5400" b="1">
                <a:solidFill>
                  <a:srgbClr val="005293"/>
                </a:solidFill>
                <a:latin typeface="Arial"/>
                <a:ea typeface="Arial"/>
                <a:cs typeface="Arial"/>
              </a:defRPr>
            </a:lvl1pPr>
            <a:lvl2pPr>
              <a:defRPr sz="5400" b="1">
                <a:solidFill>
                  <a:srgbClr val="005293"/>
                </a:solidFill>
                <a:latin typeface="Arial"/>
                <a:ea typeface="Arial"/>
                <a:cs typeface="Arial"/>
              </a:defRPr>
            </a:lvl2pPr>
            <a:lvl3pPr>
              <a:defRPr sz="5400" b="1">
                <a:solidFill>
                  <a:srgbClr val="005293"/>
                </a:solidFill>
                <a:latin typeface="Arial"/>
                <a:ea typeface="Arial"/>
                <a:cs typeface="Arial"/>
              </a:defRPr>
            </a:lvl3pPr>
            <a:lvl4pPr>
              <a:defRPr sz="5400" b="1">
                <a:solidFill>
                  <a:srgbClr val="005293"/>
                </a:solidFill>
                <a:latin typeface="Arial"/>
                <a:ea typeface="Arial"/>
                <a:cs typeface="Arial"/>
              </a:defRPr>
            </a:lvl4pPr>
            <a:lvl5pPr>
              <a:defRPr sz="5400" b="1">
                <a:solidFill>
                  <a:srgbClr val="005293"/>
                </a:solidFill>
                <a:latin typeface="Arial"/>
                <a:ea typeface="Arial"/>
                <a:cs typeface="Arial"/>
              </a:defRPr>
            </a:lvl5pPr>
            <a:lvl6pPr>
              <a:defRPr sz="5400" b="1">
                <a:solidFill>
                  <a:srgbClr val="005293"/>
                </a:solidFill>
                <a:latin typeface="Arial"/>
                <a:ea typeface="Arial"/>
                <a:cs typeface="Arial"/>
              </a:defRPr>
            </a:lvl6pPr>
            <a:lvl7pPr>
              <a:defRPr sz="5400" b="1">
                <a:solidFill>
                  <a:srgbClr val="005293"/>
                </a:solidFill>
                <a:latin typeface="Arial"/>
                <a:ea typeface="Arial"/>
                <a:cs typeface="Arial"/>
              </a:defRPr>
            </a:lvl7pPr>
            <a:lvl8pPr>
              <a:defRPr sz="5400" b="1">
                <a:solidFill>
                  <a:srgbClr val="005293"/>
                </a:solidFill>
                <a:latin typeface="Arial"/>
                <a:ea typeface="Arial"/>
                <a:cs typeface="Arial"/>
              </a:defRPr>
            </a:lvl8pPr>
            <a:lvl9pPr>
              <a:defRPr sz="5400" b="1">
                <a:solidFill>
                  <a:srgbClr val="005293"/>
                </a:solidFill>
                <a:latin typeface="Arial"/>
                <a:ea typeface="Arial"/>
                <a:cs typeface="Arial"/>
              </a:defRPr>
            </a:lvl9pPr>
          </a:lstStyle>
          <a:p>
            <a:pPr>
              <a:defRPr sz="5400" b="1">
                <a:solidFill>
                  <a:srgbClr val="005293"/>
                </a:solidFill>
                <a:latin typeface="Arial"/>
                <a:ea typeface="Arial"/>
                <a:cs typeface="Arial"/>
              </a:defRPr>
            </a:pPr>
            <a:r>
              <a:rPr sz="5400" b="1">
                <a:solidFill>
                  <a:srgbClr val="005293"/>
                </a:solidFill>
                <a:latin typeface="Arial"/>
                <a:ea typeface="Arial"/>
                <a:cs typeface="Arial"/>
              </a:rPr>
              <a:t>Intro</a:t>
            </a:r>
          </a:p>
        </p:txBody>
      </p:sp>
      <p:sp>
        <p:nvSpPr>
          <p:cNvPr id="4" name="Rectangle 3">
            <a:extLst>
              <a:ext uri="{FF2B5EF4-FFF2-40B4-BE49-F238E27FC236}">
                <a16:creationId xmlns:a16="http://schemas.microsoft.com/office/drawing/2014/main" id="{99B6AB06-3F2E-49FE-BA89-FDE199DBAEF1}"/>
              </a:ext>
            </a:extLst>
          </p:cNvPr>
          <p:cNvSpPr>
            <a:spLocks noGrp="1"/>
          </p:cNvSpPr>
          <p:nvPr/>
        </p:nvSpPr>
        <p:spPr>
          <a:xfrm>
            <a:off x="609600" y="3305175"/>
            <a:ext cx="7048500" cy="495300"/>
          </a:xfrm>
          <a:prstGeom prst="rect">
            <a:avLst/>
          </a:prstGeom>
          <a:noFill/>
          <a:ln w="0">
            <a:noFill/>
          </a:ln>
        </p:spPr>
        <p:txBody>
          <a:bodyPr/>
          <a:lstStyle>
            <a:defPPr>
              <a:defRPr sz="2850" b="1">
                <a:solidFill>
                  <a:srgbClr val="202B33"/>
                </a:solidFill>
                <a:latin typeface="Arial"/>
                <a:ea typeface="Arial"/>
                <a:cs typeface="Arial"/>
              </a:defRPr>
            </a:defPPr>
            <a:lvl1pPr>
              <a:defRPr sz="2850" b="1">
                <a:solidFill>
                  <a:srgbClr val="202B33"/>
                </a:solidFill>
                <a:latin typeface="Arial"/>
                <a:ea typeface="Arial"/>
                <a:cs typeface="Arial"/>
              </a:defRPr>
            </a:lvl1pPr>
            <a:lvl2pPr>
              <a:defRPr sz="2850" b="1">
                <a:solidFill>
                  <a:srgbClr val="202B33"/>
                </a:solidFill>
                <a:latin typeface="Arial"/>
                <a:ea typeface="Arial"/>
                <a:cs typeface="Arial"/>
              </a:defRPr>
            </a:lvl2pPr>
            <a:lvl3pPr>
              <a:defRPr sz="2850" b="1">
                <a:solidFill>
                  <a:srgbClr val="202B33"/>
                </a:solidFill>
                <a:latin typeface="Arial"/>
                <a:ea typeface="Arial"/>
                <a:cs typeface="Arial"/>
              </a:defRPr>
            </a:lvl3pPr>
            <a:lvl4pPr>
              <a:defRPr sz="2850" b="1">
                <a:solidFill>
                  <a:srgbClr val="202B33"/>
                </a:solidFill>
                <a:latin typeface="Arial"/>
                <a:ea typeface="Arial"/>
                <a:cs typeface="Arial"/>
              </a:defRPr>
            </a:lvl4pPr>
            <a:lvl5pPr>
              <a:defRPr sz="2850" b="1">
                <a:solidFill>
                  <a:srgbClr val="202B33"/>
                </a:solidFill>
                <a:latin typeface="Arial"/>
                <a:ea typeface="Arial"/>
                <a:cs typeface="Arial"/>
              </a:defRPr>
            </a:lvl5pPr>
            <a:lvl6pPr>
              <a:defRPr sz="2850" b="1">
                <a:solidFill>
                  <a:srgbClr val="202B33"/>
                </a:solidFill>
                <a:latin typeface="Arial"/>
                <a:ea typeface="Arial"/>
                <a:cs typeface="Arial"/>
              </a:defRPr>
            </a:lvl6pPr>
            <a:lvl7pPr>
              <a:defRPr sz="2850" b="1">
                <a:solidFill>
                  <a:srgbClr val="202B33"/>
                </a:solidFill>
                <a:latin typeface="Arial"/>
                <a:ea typeface="Arial"/>
                <a:cs typeface="Arial"/>
              </a:defRPr>
            </a:lvl7pPr>
            <a:lvl8pPr>
              <a:defRPr sz="2850" b="1">
                <a:solidFill>
                  <a:srgbClr val="202B33"/>
                </a:solidFill>
                <a:latin typeface="Arial"/>
                <a:ea typeface="Arial"/>
                <a:cs typeface="Arial"/>
              </a:defRPr>
            </a:lvl8pPr>
            <a:lvl9pPr>
              <a:defRPr sz="2850" b="1">
                <a:solidFill>
                  <a:srgbClr val="202B33"/>
                </a:solidFill>
                <a:latin typeface="Arial"/>
                <a:ea typeface="Arial"/>
                <a:cs typeface="Arial"/>
              </a:defRPr>
            </a:lvl9pPr>
          </a:lstStyle>
          <a:p>
            <a:pPr>
              <a:defRPr sz="2850" b="1">
                <a:solidFill>
                  <a:srgbClr val="202B33"/>
                </a:solidFill>
                <a:latin typeface="Arial"/>
                <a:ea typeface="Arial"/>
                <a:cs typeface="Arial"/>
              </a:defRPr>
            </a:pPr>
            <a:r>
              <a:rPr sz="2850" b="1">
                <a:solidFill>
                  <a:srgbClr val="202B33"/>
                </a:solidFill>
                <a:latin typeface="Arial"/>
                <a:ea typeface="Arial"/>
                <a:cs typeface="Arial"/>
              </a:rPr>
              <a:t>Ilya Kats</a:t>
            </a:r>
          </a:p>
        </p:txBody>
      </p:sp>
      <p:sp>
        <p:nvSpPr>
          <p:cNvPr id="5" name="Rectangle 4">
            <a:extLst>
              <a:ext uri="{FF2B5EF4-FFF2-40B4-BE49-F238E27FC236}">
                <a16:creationId xmlns:a16="http://schemas.microsoft.com/office/drawing/2014/main" id="{82A36B1A-CD04-4CB7-966E-8D77A4F564BC}"/>
              </a:ext>
            </a:extLst>
          </p:cNvPr>
          <p:cNvSpPr>
            <a:spLocks noGrp="1"/>
          </p:cNvSpPr>
          <p:nvPr/>
        </p:nvSpPr>
        <p:spPr>
          <a:xfrm>
            <a:off x="609600" y="4162425"/>
            <a:ext cx="6667500" cy="381000"/>
          </a:xfrm>
          <a:prstGeom prst="rect">
            <a:avLst/>
          </a:prstGeom>
          <a:noFill/>
          <a:ln w="0">
            <a:noFill/>
          </a:ln>
        </p:spPr>
        <p:txBody>
          <a:bodyPr/>
          <a:lstStyle>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a:pPr>
              <a:defRPr sz="2175" b="0">
                <a:solidFill>
                  <a:srgbClr val="202B33"/>
                </a:solidFill>
                <a:latin typeface="Arial"/>
                <a:ea typeface="Arial"/>
                <a:cs typeface="Arial"/>
              </a:defRPr>
            </a:pPr>
            <a:r>
              <a:rPr sz="2175" b="0">
                <a:solidFill>
                  <a:srgbClr val="202B33"/>
                </a:solidFill>
                <a:latin typeface="Arial"/>
                <a:ea typeface="Arial"/>
                <a:cs typeface="Arial"/>
              </a:rPr>
              <a:t>Montag, 16:00 Uhr</a:t>
            </a:r>
          </a:p>
        </p:txBody>
      </p:sp>
      <p:sp>
        <p:nvSpPr>
          <p:cNvPr id="6" name="Rectangle 5">
            <a:extLst>
              <a:ext uri="{FF2B5EF4-FFF2-40B4-BE49-F238E27FC236}">
                <a16:creationId xmlns:a16="http://schemas.microsoft.com/office/drawing/2014/main" id="{7806064A-0B7D-40A2-8D4C-990E1CDCDD76}"/>
              </a:ext>
            </a:extLst>
          </p:cNvPr>
          <p:cNvSpPr>
            <a:spLocks noGrp="1"/>
          </p:cNvSpPr>
          <p:nvPr/>
        </p:nvSpPr>
        <p:spPr>
          <a:xfrm>
            <a:off x="609600" y="4562475"/>
            <a:ext cx="6667500" cy="314325"/>
          </a:xfrm>
          <a:prstGeom prst="rect">
            <a:avLst/>
          </a:prstGeom>
          <a:noFill/>
          <a:ln w="0">
            <a:noFill/>
          </a:ln>
        </p:spPr>
        <p:txBody>
          <a:bodyPr/>
          <a:lstStyle>
            <a:defPPr>
              <a:defRPr sz="1875" b="0">
                <a:solidFill>
                  <a:srgbClr val="596773"/>
                </a:solidFill>
                <a:latin typeface="Arial"/>
                <a:ea typeface="Arial"/>
                <a:cs typeface="Arial"/>
              </a:defRPr>
            </a:defPPr>
            <a:lvl1pPr>
              <a:defRPr sz="1875" b="0">
                <a:solidFill>
                  <a:srgbClr val="596773"/>
                </a:solidFill>
                <a:latin typeface="Arial"/>
                <a:ea typeface="Arial"/>
                <a:cs typeface="Arial"/>
              </a:defRPr>
            </a:lvl1pPr>
            <a:lvl2pPr>
              <a:defRPr sz="1875" b="0">
                <a:solidFill>
                  <a:srgbClr val="596773"/>
                </a:solidFill>
                <a:latin typeface="Arial"/>
                <a:ea typeface="Arial"/>
                <a:cs typeface="Arial"/>
              </a:defRPr>
            </a:lvl2pPr>
            <a:lvl3pPr>
              <a:defRPr sz="1875" b="0">
                <a:solidFill>
                  <a:srgbClr val="596773"/>
                </a:solidFill>
                <a:latin typeface="Arial"/>
                <a:ea typeface="Arial"/>
                <a:cs typeface="Arial"/>
              </a:defRPr>
            </a:lvl3pPr>
            <a:lvl4pPr>
              <a:defRPr sz="1875" b="0">
                <a:solidFill>
                  <a:srgbClr val="596773"/>
                </a:solidFill>
                <a:latin typeface="Arial"/>
                <a:ea typeface="Arial"/>
                <a:cs typeface="Arial"/>
              </a:defRPr>
            </a:lvl4pPr>
            <a:lvl5pPr>
              <a:defRPr sz="1875" b="0">
                <a:solidFill>
                  <a:srgbClr val="596773"/>
                </a:solidFill>
                <a:latin typeface="Arial"/>
                <a:ea typeface="Arial"/>
                <a:cs typeface="Arial"/>
              </a:defRPr>
            </a:lvl5pPr>
            <a:lvl6pPr>
              <a:defRPr sz="1875" b="0">
                <a:solidFill>
                  <a:srgbClr val="596773"/>
                </a:solidFill>
                <a:latin typeface="Arial"/>
                <a:ea typeface="Arial"/>
                <a:cs typeface="Arial"/>
              </a:defRPr>
            </a:lvl6pPr>
            <a:lvl7pPr>
              <a:defRPr sz="1875" b="0">
                <a:solidFill>
                  <a:srgbClr val="596773"/>
                </a:solidFill>
                <a:latin typeface="Arial"/>
                <a:ea typeface="Arial"/>
                <a:cs typeface="Arial"/>
              </a:defRPr>
            </a:lvl7pPr>
            <a:lvl8pPr>
              <a:defRPr sz="1875" b="0">
                <a:solidFill>
                  <a:srgbClr val="596773"/>
                </a:solidFill>
                <a:latin typeface="Arial"/>
                <a:ea typeface="Arial"/>
                <a:cs typeface="Arial"/>
              </a:defRPr>
            </a:lvl8pPr>
            <a:lvl9pPr>
              <a:defRPr sz="1875" b="0">
                <a:solidFill>
                  <a:srgbClr val="596773"/>
                </a:solidFill>
                <a:latin typeface="Arial"/>
                <a:ea typeface="Arial"/>
                <a:cs typeface="Arial"/>
              </a:defRPr>
            </a:lvl9pPr>
          </a:lstStyle>
          <a:p>
            <a:pPr>
              <a:defRPr sz="1875" b="0">
                <a:solidFill>
                  <a:srgbClr val="596773"/>
                </a:solidFill>
                <a:latin typeface="Arial"/>
                <a:ea typeface="Arial"/>
                <a:cs typeface="Arial"/>
              </a:defRPr>
            </a:pPr>
            <a:r>
              <a:rPr sz="1875" b="0">
                <a:solidFill>
                  <a:srgbClr val="596773"/>
                </a:solidFill>
                <a:latin typeface="Arial"/>
                <a:ea typeface="Arial"/>
                <a:cs typeface="Arial"/>
              </a:rPr>
              <a:t>Raum 02.11.018</a:t>
            </a:r>
          </a:p>
        </p:txBody>
      </p:sp>
      <p:sp>
        <p:nvSpPr>
          <p:cNvPr id="7" name="Rectangle 6">
            <a:extLst>
              <a:ext uri="{FF2B5EF4-FFF2-40B4-BE49-F238E27FC236}">
                <a16:creationId xmlns:a16="http://schemas.microsoft.com/office/drawing/2014/main" id="{B2BC7248-F94B-4A11-979D-1EBD22964FC9}"/>
              </a:ext>
            </a:extLst>
          </p:cNvPr>
          <p:cNvSpPr>
            <a:spLocks noGrp="1"/>
          </p:cNvSpPr>
          <p:nvPr/>
        </p:nvSpPr>
        <p:spPr>
          <a:xfrm>
            <a:off x="609600" y="5133975"/>
            <a:ext cx="6667500" cy="381000"/>
          </a:xfrm>
          <a:prstGeom prst="rect">
            <a:avLst/>
          </a:prstGeom>
          <a:noFill/>
          <a:ln w="0">
            <a:noFill/>
          </a:ln>
        </p:spPr>
        <p:txBody>
          <a:bodyPr/>
          <a:lstStyle>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a:pPr>
              <a:defRPr sz="2175" b="0">
                <a:solidFill>
                  <a:srgbClr val="202B33"/>
                </a:solidFill>
                <a:latin typeface="Arial"/>
                <a:ea typeface="Arial"/>
                <a:cs typeface="Arial"/>
              </a:defRPr>
            </a:pPr>
            <a:r>
              <a:rPr sz="2175" b="0">
                <a:solidFill>
                  <a:srgbClr val="202B33"/>
                </a:solidFill>
                <a:latin typeface="Arial"/>
                <a:ea typeface="Arial"/>
                <a:cs typeface="Arial"/>
              </a:rPr>
              <a:t>Mittwoch, 08:00 Uhr</a:t>
            </a:r>
          </a:p>
        </p:txBody>
      </p:sp>
      <p:sp>
        <p:nvSpPr>
          <p:cNvPr id="8" name="Rectangle 7">
            <a:extLst>
              <a:ext uri="{FF2B5EF4-FFF2-40B4-BE49-F238E27FC236}">
                <a16:creationId xmlns:a16="http://schemas.microsoft.com/office/drawing/2014/main" id="{01F33899-9642-436D-8602-DEC8A20BBC9C}"/>
              </a:ext>
            </a:extLst>
          </p:cNvPr>
          <p:cNvSpPr>
            <a:spLocks noGrp="1"/>
          </p:cNvSpPr>
          <p:nvPr/>
        </p:nvSpPr>
        <p:spPr>
          <a:xfrm>
            <a:off x="609600" y="5534025"/>
            <a:ext cx="6667500" cy="314325"/>
          </a:xfrm>
          <a:prstGeom prst="rect">
            <a:avLst/>
          </a:prstGeom>
          <a:noFill/>
          <a:ln w="0">
            <a:noFill/>
          </a:ln>
        </p:spPr>
        <p:txBody>
          <a:bodyPr/>
          <a:lstStyle>
            <a:defPPr>
              <a:defRPr sz="1875" b="0">
                <a:solidFill>
                  <a:srgbClr val="596773"/>
                </a:solidFill>
                <a:latin typeface="Arial"/>
                <a:ea typeface="Arial"/>
                <a:cs typeface="Arial"/>
              </a:defRPr>
            </a:defPPr>
            <a:lvl1pPr>
              <a:defRPr sz="1875" b="0">
                <a:solidFill>
                  <a:srgbClr val="596773"/>
                </a:solidFill>
                <a:latin typeface="Arial"/>
                <a:ea typeface="Arial"/>
                <a:cs typeface="Arial"/>
              </a:defRPr>
            </a:lvl1pPr>
            <a:lvl2pPr>
              <a:defRPr sz="1875" b="0">
                <a:solidFill>
                  <a:srgbClr val="596773"/>
                </a:solidFill>
                <a:latin typeface="Arial"/>
                <a:ea typeface="Arial"/>
                <a:cs typeface="Arial"/>
              </a:defRPr>
            </a:lvl2pPr>
            <a:lvl3pPr>
              <a:defRPr sz="1875" b="0">
                <a:solidFill>
                  <a:srgbClr val="596773"/>
                </a:solidFill>
                <a:latin typeface="Arial"/>
                <a:ea typeface="Arial"/>
                <a:cs typeface="Arial"/>
              </a:defRPr>
            </a:lvl3pPr>
            <a:lvl4pPr>
              <a:defRPr sz="1875" b="0">
                <a:solidFill>
                  <a:srgbClr val="596773"/>
                </a:solidFill>
                <a:latin typeface="Arial"/>
                <a:ea typeface="Arial"/>
                <a:cs typeface="Arial"/>
              </a:defRPr>
            </a:lvl4pPr>
            <a:lvl5pPr>
              <a:defRPr sz="1875" b="0">
                <a:solidFill>
                  <a:srgbClr val="596773"/>
                </a:solidFill>
                <a:latin typeface="Arial"/>
                <a:ea typeface="Arial"/>
                <a:cs typeface="Arial"/>
              </a:defRPr>
            </a:lvl5pPr>
            <a:lvl6pPr>
              <a:defRPr sz="1875" b="0">
                <a:solidFill>
                  <a:srgbClr val="596773"/>
                </a:solidFill>
                <a:latin typeface="Arial"/>
                <a:ea typeface="Arial"/>
                <a:cs typeface="Arial"/>
              </a:defRPr>
            </a:lvl6pPr>
            <a:lvl7pPr>
              <a:defRPr sz="1875" b="0">
                <a:solidFill>
                  <a:srgbClr val="596773"/>
                </a:solidFill>
                <a:latin typeface="Arial"/>
                <a:ea typeface="Arial"/>
                <a:cs typeface="Arial"/>
              </a:defRPr>
            </a:lvl7pPr>
            <a:lvl8pPr>
              <a:defRPr sz="1875" b="0">
                <a:solidFill>
                  <a:srgbClr val="596773"/>
                </a:solidFill>
                <a:latin typeface="Arial"/>
                <a:ea typeface="Arial"/>
                <a:cs typeface="Arial"/>
              </a:defRPr>
            </a:lvl8pPr>
            <a:lvl9pPr>
              <a:defRPr sz="1875" b="0">
                <a:solidFill>
                  <a:srgbClr val="596773"/>
                </a:solidFill>
                <a:latin typeface="Arial"/>
                <a:ea typeface="Arial"/>
                <a:cs typeface="Arial"/>
              </a:defRPr>
            </a:lvl9pPr>
          </a:lstStyle>
          <a:p>
            <a:pPr>
              <a:defRPr sz="1875" b="0">
                <a:solidFill>
                  <a:srgbClr val="596773"/>
                </a:solidFill>
                <a:latin typeface="Arial"/>
                <a:ea typeface="Arial"/>
                <a:cs typeface="Arial"/>
              </a:defRPr>
            </a:pPr>
            <a:r>
              <a:rPr sz="1875" b="0">
                <a:solidFill>
                  <a:srgbClr val="596773"/>
                </a:solidFill>
                <a:latin typeface="Arial"/>
                <a:ea typeface="Arial"/>
                <a:cs typeface="Arial"/>
              </a:rPr>
              <a:t>Raum 02.09.014</a:t>
            </a:r>
          </a:p>
        </p:txBody>
      </p:sp>
      <p:pic>
        <p:nvPicPr>
          <p:cNvPr id="9" name="Picture 8">
            <a:extLst>
              <a:ext uri="{FF2B5EF4-FFF2-40B4-BE49-F238E27FC236}">
                <a16:creationId xmlns:a16="http://schemas.microsoft.com/office/drawing/2014/main" id="{B57C27E6-BD8D-4C33-83A1-AB1AEA901F55}"/>
              </a:ext>
            </a:extLst>
          </p:cNvPr>
          <p:cNvPicPr>
            <a:picLocks noChangeAspect="1"/>
          </p:cNvPicPr>
          <p:nvPr/>
        </p:nvPicPr>
        <p:blipFill>
          <a:blip r:embed="rId3"/>
          <a:stretch/>
        </p:blipFill>
        <p:spPr>
          <a:xfrm>
            <a:off x="8524875" y="2943225"/>
            <a:ext cx="2381250" cy="2381250"/>
          </a:xfrm>
          <a:prstGeom prst="rect">
            <a:avLst/>
          </a:prstGeom>
        </p:spPr>
      </p:pic>
      <p:sp>
        <p:nvSpPr>
          <p:cNvPr id="10" name="Rectangle 9">
            <a:extLst>
              <a:ext uri="{FF2B5EF4-FFF2-40B4-BE49-F238E27FC236}">
                <a16:creationId xmlns:a16="http://schemas.microsoft.com/office/drawing/2014/main" id="{3511DB42-AF8B-4847-84A5-4A312F1668BD}"/>
              </a:ext>
            </a:extLst>
          </p:cNvPr>
          <p:cNvSpPr>
            <a:spLocks noGrp="1"/>
          </p:cNvSpPr>
          <p:nvPr/>
        </p:nvSpPr>
        <p:spPr>
          <a:xfrm>
            <a:off x="8010525" y="5476875"/>
            <a:ext cx="3619500" cy="400050"/>
          </a:xfrm>
          <a:prstGeom prst="rect">
            <a:avLst/>
          </a:prstGeom>
          <a:noFill/>
          <a:ln w="0">
            <a:noFill/>
          </a:ln>
        </p:spPr>
        <p:txBody>
          <a:bodyPr/>
          <a:lstStyle>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a:pPr>
              <a:defRPr sz="1950" b="1">
                <a:solidFill>
                  <a:srgbClr val="005293"/>
                </a:solidFill>
                <a:latin typeface="Arial"/>
                <a:ea typeface="Arial"/>
                <a:cs typeface="Arial"/>
              </a:defRPr>
            </a:pPr>
            <a:r>
              <a:rPr sz="1950" b="1">
                <a:solidFill>
                  <a:srgbClr val="005293"/>
                </a:solidFill>
                <a:latin typeface="Arial"/>
                <a:ea typeface="Arial"/>
                <a:cs typeface="Arial"/>
              </a:rPr>
              <a:t>Folien und Materialien</a:t>
            </a:r>
          </a:p>
        </p:txBody>
      </p:sp>
      <p:sp>
        <p:nvSpPr>
          <p:cNvPr id="11" name="Rectangle 10">
            <a:extLst>
              <a:ext uri="{FF2B5EF4-FFF2-40B4-BE49-F238E27FC236}">
                <a16:creationId xmlns:a16="http://schemas.microsoft.com/office/drawing/2014/main" id="{B07CD4A1-6DE6-4216-A33C-AA9AC8075ABB}"/>
              </a:ext>
            </a:extLst>
          </p:cNvPr>
          <p:cNvSpPr>
            <a:spLocks noGrp="1"/>
          </p:cNvSpPr>
          <p:nvPr/>
        </p:nvSpPr>
        <p:spPr>
          <a:xfrm>
            <a:off x="609600" y="6315075"/>
            <a:ext cx="10953750" cy="304800"/>
          </a:xfrm>
          <a:prstGeom prst="rect">
            <a:avLst/>
          </a:prstGeom>
          <a:noFill/>
          <a:ln w="0">
            <a:noFill/>
          </a:ln>
        </p:spPr>
        <p:txBody>
          <a:bodyPr/>
          <a:lstStyle>
            <a:defPPr>
              <a:defRPr sz="1575" b="0">
                <a:solidFill>
                  <a:srgbClr val="005293"/>
                </a:solidFill>
                <a:latin typeface="Arial"/>
                <a:ea typeface="Arial"/>
                <a:cs typeface="Arial"/>
              </a:defRPr>
            </a:defPPr>
            <a:lvl1pPr>
              <a:defRPr sz="1575" b="0">
                <a:solidFill>
                  <a:srgbClr val="005293"/>
                </a:solidFill>
                <a:latin typeface="Arial"/>
                <a:ea typeface="Arial"/>
                <a:cs typeface="Arial"/>
              </a:defRPr>
            </a:lvl1pPr>
            <a:lvl2pPr>
              <a:defRPr sz="1575" b="0">
                <a:solidFill>
                  <a:srgbClr val="005293"/>
                </a:solidFill>
                <a:latin typeface="Arial"/>
                <a:ea typeface="Arial"/>
                <a:cs typeface="Arial"/>
              </a:defRPr>
            </a:lvl2pPr>
            <a:lvl3pPr>
              <a:defRPr sz="1575" b="0">
                <a:solidFill>
                  <a:srgbClr val="005293"/>
                </a:solidFill>
                <a:latin typeface="Arial"/>
                <a:ea typeface="Arial"/>
                <a:cs typeface="Arial"/>
              </a:defRPr>
            </a:lvl3pPr>
            <a:lvl4pPr>
              <a:defRPr sz="1575" b="0">
                <a:solidFill>
                  <a:srgbClr val="005293"/>
                </a:solidFill>
                <a:latin typeface="Arial"/>
                <a:ea typeface="Arial"/>
                <a:cs typeface="Arial"/>
              </a:defRPr>
            </a:lvl4pPr>
            <a:lvl5pPr>
              <a:defRPr sz="1575" b="0">
                <a:solidFill>
                  <a:srgbClr val="005293"/>
                </a:solidFill>
                <a:latin typeface="Arial"/>
                <a:ea typeface="Arial"/>
                <a:cs typeface="Arial"/>
              </a:defRPr>
            </a:lvl5pPr>
            <a:lvl6pPr>
              <a:defRPr sz="1575" b="0">
                <a:solidFill>
                  <a:srgbClr val="005293"/>
                </a:solidFill>
                <a:latin typeface="Arial"/>
                <a:ea typeface="Arial"/>
                <a:cs typeface="Arial"/>
              </a:defRPr>
            </a:lvl6pPr>
            <a:lvl7pPr>
              <a:defRPr sz="1575" b="0">
                <a:solidFill>
                  <a:srgbClr val="005293"/>
                </a:solidFill>
                <a:latin typeface="Arial"/>
                <a:ea typeface="Arial"/>
                <a:cs typeface="Arial"/>
              </a:defRPr>
            </a:lvl7pPr>
            <a:lvl8pPr>
              <a:defRPr sz="1575" b="0">
                <a:solidFill>
                  <a:srgbClr val="005293"/>
                </a:solidFill>
                <a:latin typeface="Arial"/>
                <a:ea typeface="Arial"/>
                <a:cs typeface="Arial"/>
              </a:defRPr>
            </a:lvl8pPr>
            <a:lvl9pPr>
              <a:defRPr sz="1575" b="0">
                <a:solidFill>
                  <a:srgbClr val="005293"/>
                </a:solidFill>
                <a:latin typeface="Arial"/>
                <a:ea typeface="Arial"/>
                <a:cs typeface="Arial"/>
              </a:defRPr>
            </a:lvl9pPr>
          </a:lstStyle>
          <a:p>
            <a:pPr>
              <a:defRPr sz="1575" b="0">
                <a:solidFill>
                  <a:srgbClr val="005293"/>
                </a:solidFill>
                <a:latin typeface="Arial"/>
                <a:ea typeface="Arial"/>
                <a:cs typeface="Arial"/>
              </a:defRPr>
            </a:pPr>
            <a:r>
              <a:rPr sz="1575" b="0">
                <a:solidFill>
                  <a:srgbClr val="005293"/>
                </a:solidFill>
                <a:latin typeface="Arial"/>
                <a:ea typeface="Arial"/>
                <a:cs typeface="Arial"/>
              </a:rPr>
              <a:t>github.com/IlyaKats2005/GDB_2026-2027_Tutorium</a:t>
            </a:r>
          </a:p>
        </p:txBody>
      </p:sp>
    </p:spTree>
    <p:extLst>
      <p:ext uri="{BB962C8B-B14F-4D97-AF65-F5344CB8AC3E}">
        <p14:creationId xmlns:p14="http://schemas.microsoft.com/office/powerpoint/2010/main" val="32273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7CBBAD2-DC39-43E9-A0ED-C94131DAE0F7}"/>
              </a:ext>
            </a:extLst>
          </p:cNvPr>
          <p:cNvSpPr>
            <a:spLocks noGrp="1"/>
          </p:cNvSpPr>
          <p:nvPr/>
        </p:nvSpPr>
        <p:spPr>
          <a:xfrm>
            <a:off x="609600" y="428625"/>
            <a:ext cx="10953750" cy="666750"/>
          </a:xfrm>
          <a:prstGeom prst="rect">
            <a:avLst/>
          </a:prstGeom>
          <a:noFill/>
          <a:ln w="0">
            <a:noFill/>
          </a:ln>
        </p:spPr>
        <p:txBody>
          <a:bodyPr/>
          <a:lstStyle>
            <a:defPPr>
              <a:defRPr sz="3450" b="1">
                <a:solidFill>
                  <a:srgbClr val="005293"/>
                </a:solidFill>
                <a:latin typeface="Arial"/>
                <a:ea typeface="Arial"/>
                <a:cs typeface="Arial"/>
              </a:defRPr>
            </a:defPPr>
            <a:lvl1pPr>
              <a:defRPr sz="3450" b="1">
                <a:solidFill>
                  <a:srgbClr val="005293"/>
                </a:solidFill>
                <a:latin typeface="Arial"/>
                <a:ea typeface="Arial"/>
                <a:cs typeface="Arial"/>
              </a:defRPr>
            </a:lvl1pPr>
            <a:lvl2pPr>
              <a:defRPr sz="3450" b="1">
                <a:solidFill>
                  <a:srgbClr val="005293"/>
                </a:solidFill>
                <a:latin typeface="Arial"/>
                <a:ea typeface="Arial"/>
                <a:cs typeface="Arial"/>
              </a:defRPr>
            </a:lvl2pPr>
            <a:lvl3pPr>
              <a:defRPr sz="3450" b="1">
                <a:solidFill>
                  <a:srgbClr val="005293"/>
                </a:solidFill>
                <a:latin typeface="Arial"/>
                <a:ea typeface="Arial"/>
                <a:cs typeface="Arial"/>
              </a:defRPr>
            </a:lvl3pPr>
            <a:lvl4pPr>
              <a:defRPr sz="3450" b="1">
                <a:solidFill>
                  <a:srgbClr val="005293"/>
                </a:solidFill>
                <a:latin typeface="Arial"/>
                <a:ea typeface="Arial"/>
                <a:cs typeface="Arial"/>
              </a:defRPr>
            </a:lvl4pPr>
            <a:lvl5pPr>
              <a:defRPr sz="3450" b="1">
                <a:solidFill>
                  <a:srgbClr val="005293"/>
                </a:solidFill>
                <a:latin typeface="Arial"/>
                <a:ea typeface="Arial"/>
                <a:cs typeface="Arial"/>
              </a:defRPr>
            </a:lvl5pPr>
            <a:lvl6pPr>
              <a:defRPr sz="3450" b="1">
                <a:solidFill>
                  <a:srgbClr val="005293"/>
                </a:solidFill>
                <a:latin typeface="Arial"/>
                <a:ea typeface="Arial"/>
                <a:cs typeface="Arial"/>
              </a:defRPr>
            </a:lvl6pPr>
            <a:lvl7pPr>
              <a:defRPr sz="3450" b="1">
                <a:solidFill>
                  <a:srgbClr val="005293"/>
                </a:solidFill>
                <a:latin typeface="Arial"/>
                <a:ea typeface="Arial"/>
                <a:cs typeface="Arial"/>
              </a:defRPr>
            </a:lvl7pPr>
            <a:lvl8pPr>
              <a:defRPr sz="3450" b="1">
                <a:solidFill>
                  <a:srgbClr val="005293"/>
                </a:solidFill>
                <a:latin typeface="Arial"/>
                <a:ea typeface="Arial"/>
                <a:cs typeface="Arial"/>
              </a:defRPr>
            </a:lvl8pPr>
            <a:lvl9pPr>
              <a:defRPr sz="3450" b="1">
                <a:solidFill>
                  <a:srgbClr val="005293"/>
                </a:solidFill>
                <a:latin typeface="Arial"/>
                <a:ea typeface="Arial"/>
                <a:cs typeface="Arial"/>
              </a:defRPr>
            </a:lvl9pPr>
          </a:lstStyle>
          <a:p>
            <a:pPr>
              <a:defRPr sz="3450" b="1">
                <a:solidFill>
                  <a:srgbClr val="005293"/>
                </a:solidFill>
                <a:latin typeface="Arial"/>
                <a:ea typeface="Arial"/>
                <a:cs typeface="Arial"/>
              </a:defRPr>
            </a:pPr>
            <a:r>
              <a:rPr sz="3450" b="1">
                <a:solidFill>
                  <a:srgbClr val="005293"/>
                </a:solidFill>
                <a:latin typeface="Arial"/>
                <a:ea typeface="Arial"/>
                <a:cs typeface="Arial"/>
              </a:rPr>
              <a:t>Das Bonussystem</a:t>
            </a:r>
          </a:p>
        </p:txBody>
      </p:sp>
      <p:sp>
        <p:nvSpPr>
          <p:cNvPr id="2" name="Rectangle 1">
            <a:extLst>
              <a:ext uri="{FF2B5EF4-FFF2-40B4-BE49-F238E27FC236}">
                <a16:creationId xmlns:a16="http://schemas.microsoft.com/office/drawing/2014/main" id="{82E3B6D6-FEB6-48CB-9A96-62B32AF70191}"/>
              </a:ext>
            </a:extLst>
          </p:cNvPr>
          <p:cNvSpPr>
            <a:spLocks noGrp="1"/>
          </p:cNvSpPr>
          <p:nvPr/>
        </p:nvSpPr>
        <p:spPr>
          <a:xfrm>
            <a:off x="609600" y="6400800"/>
            <a:ext cx="9525000" cy="238125"/>
          </a:xfrm>
          <a:prstGeom prst="rect">
            <a:avLst/>
          </a:prstGeom>
          <a:noFill/>
          <a:ln w="0">
            <a:noFill/>
          </a:ln>
        </p:spPr>
        <p:txBody>
          <a:bodyPr/>
          <a:lstStyle>
            <a:defPPr>
              <a:defRPr sz="1275" b="0">
                <a:solidFill>
                  <a:srgbClr val="596773"/>
                </a:solidFill>
                <a:latin typeface="Arial"/>
                <a:ea typeface="Arial"/>
                <a:cs typeface="Arial"/>
              </a:defRPr>
            </a:defPPr>
            <a:lvl1pPr>
              <a:defRPr sz="1275" b="0">
                <a:solidFill>
                  <a:srgbClr val="596773"/>
                </a:solidFill>
                <a:latin typeface="Arial"/>
                <a:ea typeface="Arial"/>
                <a:cs typeface="Arial"/>
              </a:defRPr>
            </a:lvl1pPr>
            <a:lvl2pPr>
              <a:defRPr sz="1275" b="0">
                <a:solidFill>
                  <a:srgbClr val="596773"/>
                </a:solidFill>
                <a:latin typeface="Arial"/>
                <a:ea typeface="Arial"/>
                <a:cs typeface="Arial"/>
              </a:defRPr>
            </a:lvl2pPr>
            <a:lvl3pPr>
              <a:defRPr sz="1275" b="0">
                <a:solidFill>
                  <a:srgbClr val="596773"/>
                </a:solidFill>
                <a:latin typeface="Arial"/>
                <a:ea typeface="Arial"/>
                <a:cs typeface="Arial"/>
              </a:defRPr>
            </a:lvl3pPr>
            <a:lvl4pPr>
              <a:defRPr sz="1275" b="0">
                <a:solidFill>
                  <a:srgbClr val="596773"/>
                </a:solidFill>
                <a:latin typeface="Arial"/>
                <a:ea typeface="Arial"/>
                <a:cs typeface="Arial"/>
              </a:defRPr>
            </a:lvl4pPr>
            <a:lvl5pPr>
              <a:defRPr sz="1275" b="0">
                <a:solidFill>
                  <a:srgbClr val="596773"/>
                </a:solidFill>
                <a:latin typeface="Arial"/>
                <a:ea typeface="Arial"/>
                <a:cs typeface="Arial"/>
              </a:defRPr>
            </a:lvl5pPr>
            <a:lvl6pPr>
              <a:defRPr sz="1275" b="0">
                <a:solidFill>
                  <a:srgbClr val="596773"/>
                </a:solidFill>
                <a:latin typeface="Arial"/>
                <a:ea typeface="Arial"/>
                <a:cs typeface="Arial"/>
              </a:defRPr>
            </a:lvl6pPr>
            <a:lvl7pPr>
              <a:defRPr sz="1275" b="0">
                <a:solidFill>
                  <a:srgbClr val="596773"/>
                </a:solidFill>
                <a:latin typeface="Arial"/>
                <a:ea typeface="Arial"/>
                <a:cs typeface="Arial"/>
              </a:defRPr>
            </a:lvl7pPr>
            <a:lvl8pPr>
              <a:defRPr sz="1275" b="0">
                <a:solidFill>
                  <a:srgbClr val="596773"/>
                </a:solidFill>
                <a:latin typeface="Arial"/>
                <a:ea typeface="Arial"/>
                <a:cs typeface="Arial"/>
              </a:defRPr>
            </a:lvl8pPr>
            <a:lvl9pPr>
              <a:defRPr sz="1275" b="0">
                <a:solidFill>
                  <a:srgbClr val="596773"/>
                </a:solidFill>
                <a:latin typeface="Arial"/>
                <a:ea typeface="Arial"/>
                <a:cs typeface="Arial"/>
              </a:defRPr>
            </a:lvl9pPr>
          </a:lstStyle>
          <a:p>
            <a:pPr>
              <a:defRPr sz="1275" b="0">
                <a:solidFill>
                  <a:srgbClr val="596773"/>
                </a:solidFill>
                <a:latin typeface="Arial"/>
                <a:ea typeface="Arial"/>
                <a:cs typeface="Arial"/>
              </a:defRPr>
            </a:pPr>
            <a:r>
              <a:rPr sz="1275" b="0">
                <a:solidFill>
                  <a:srgbClr val="596773"/>
                </a:solidFill>
                <a:latin typeface="Arial"/>
                <a:ea typeface="Arial"/>
                <a:cs typeface="Arial"/>
              </a:rPr>
              <a:t>Grundlagen: Datenbanken · WiSe 2026/27</a:t>
            </a:r>
          </a:p>
        </p:txBody>
      </p:sp>
      <p:sp>
        <p:nvSpPr>
          <p:cNvPr id="3" name="Rectangle 2">
            <a:extLst>
              <a:ext uri="{FF2B5EF4-FFF2-40B4-BE49-F238E27FC236}">
                <a16:creationId xmlns:a16="http://schemas.microsoft.com/office/drawing/2014/main" id="{4811E24E-92AE-4372-9B72-32167B6D39A8}"/>
              </a:ext>
            </a:extLst>
          </p:cNvPr>
          <p:cNvSpPr>
            <a:spLocks noGrp="1"/>
          </p:cNvSpPr>
          <p:nvPr/>
        </p:nvSpPr>
        <p:spPr>
          <a:xfrm>
            <a:off x="11191875" y="6400800"/>
            <a:ext cx="428625" cy="238125"/>
          </a:xfrm>
          <a:prstGeom prst="rect">
            <a:avLst/>
          </a:prstGeom>
          <a:noFill/>
          <a:ln w="0">
            <a:noFill/>
          </a:ln>
        </p:spPr>
        <p:txBody>
          <a:bodyPr/>
          <a:lstStyle>
            <a:defPPr>
              <a:defRPr sz="1275" b="0">
                <a:solidFill>
                  <a:srgbClr val="596773"/>
                </a:solidFill>
                <a:latin typeface="Arial"/>
                <a:ea typeface="Arial"/>
                <a:cs typeface="Arial"/>
              </a:defRPr>
            </a:defPPr>
            <a:lvl1pPr>
              <a:defRPr sz="1275" b="0">
                <a:solidFill>
                  <a:srgbClr val="596773"/>
                </a:solidFill>
                <a:latin typeface="Arial"/>
                <a:ea typeface="Arial"/>
                <a:cs typeface="Arial"/>
              </a:defRPr>
            </a:lvl1pPr>
            <a:lvl2pPr>
              <a:defRPr sz="1275" b="0">
                <a:solidFill>
                  <a:srgbClr val="596773"/>
                </a:solidFill>
                <a:latin typeface="Arial"/>
                <a:ea typeface="Arial"/>
                <a:cs typeface="Arial"/>
              </a:defRPr>
            </a:lvl2pPr>
            <a:lvl3pPr>
              <a:defRPr sz="1275" b="0">
                <a:solidFill>
                  <a:srgbClr val="596773"/>
                </a:solidFill>
                <a:latin typeface="Arial"/>
                <a:ea typeface="Arial"/>
                <a:cs typeface="Arial"/>
              </a:defRPr>
            </a:lvl3pPr>
            <a:lvl4pPr>
              <a:defRPr sz="1275" b="0">
                <a:solidFill>
                  <a:srgbClr val="596773"/>
                </a:solidFill>
                <a:latin typeface="Arial"/>
                <a:ea typeface="Arial"/>
                <a:cs typeface="Arial"/>
              </a:defRPr>
            </a:lvl4pPr>
            <a:lvl5pPr>
              <a:defRPr sz="1275" b="0">
                <a:solidFill>
                  <a:srgbClr val="596773"/>
                </a:solidFill>
                <a:latin typeface="Arial"/>
                <a:ea typeface="Arial"/>
                <a:cs typeface="Arial"/>
              </a:defRPr>
            </a:lvl5pPr>
            <a:lvl6pPr>
              <a:defRPr sz="1275" b="0">
                <a:solidFill>
                  <a:srgbClr val="596773"/>
                </a:solidFill>
                <a:latin typeface="Arial"/>
                <a:ea typeface="Arial"/>
                <a:cs typeface="Arial"/>
              </a:defRPr>
            </a:lvl6pPr>
            <a:lvl7pPr>
              <a:defRPr sz="1275" b="0">
                <a:solidFill>
                  <a:srgbClr val="596773"/>
                </a:solidFill>
                <a:latin typeface="Arial"/>
                <a:ea typeface="Arial"/>
                <a:cs typeface="Arial"/>
              </a:defRPr>
            </a:lvl7pPr>
            <a:lvl8pPr>
              <a:defRPr sz="1275" b="0">
                <a:solidFill>
                  <a:srgbClr val="596773"/>
                </a:solidFill>
                <a:latin typeface="Arial"/>
                <a:ea typeface="Arial"/>
                <a:cs typeface="Arial"/>
              </a:defRPr>
            </a:lvl8pPr>
            <a:lvl9pPr>
              <a:defRPr sz="1275" b="0">
                <a:solidFill>
                  <a:srgbClr val="596773"/>
                </a:solidFill>
                <a:latin typeface="Arial"/>
                <a:ea typeface="Arial"/>
                <a:cs typeface="Arial"/>
              </a:defRPr>
            </a:lvl9pPr>
          </a:lstStyle>
          <a:p>
            <a:pPr>
              <a:defRPr sz="1275" b="0">
                <a:solidFill>
                  <a:srgbClr val="596773"/>
                </a:solidFill>
                <a:latin typeface="Arial"/>
                <a:ea typeface="Arial"/>
                <a:cs typeface="Arial"/>
              </a:defRPr>
            </a:pPr>
            <a:r>
              <a:rPr sz="1275" b="0">
                <a:solidFill>
                  <a:srgbClr val="596773"/>
                </a:solidFill>
                <a:latin typeface="Arial"/>
                <a:ea typeface="Arial"/>
                <a:cs typeface="Arial"/>
              </a:rPr>
              <a:t>2</a:t>
            </a:r>
          </a:p>
        </p:txBody>
      </p:sp>
      <p:sp>
        <p:nvSpPr>
          <p:cNvPr id="4" name="Rectangle 3">
            <a:extLst>
              <a:ext uri="{FF2B5EF4-FFF2-40B4-BE49-F238E27FC236}">
                <a16:creationId xmlns:a16="http://schemas.microsoft.com/office/drawing/2014/main" id="{DBA11A65-F1CC-444F-8F37-EA1F7319C5B4}"/>
              </a:ext>
            </a:extLst>
          </p:cNvPr>
          <p:cNvSpPr>
            <a:spLocks noGrp="1"/>
          </p:cNvSpPr>
          <p:nvPr/>
        </p:nvSpPr>
        <p:spPr>
          <a:xfrm>
            <a:off x="609600" y="1476375"/>
            <a:ext cx="5238750" cy="400050"/>
          </a:xfrm>
          <a:prstGeom prst="rect">
            <a:avLst/>
          </a:prstGeom>
          <a:noFill/>
          <a:ln w="0">
            <a:noFill/>
          </a:ln>
        </p:spPr>
        <p:txBody>
          <a:bodyPr/>
          <a:lstStyle>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a:pPr>
              <a:defRPr sz="2400" b="1">
                <a:solidFill>
                  <a:srgbClr val="005293"/>
                </a:solidFill>
                <a:latin typeface="Arial"/>
                <a:ea typeface="Arial"/>
                <a:cs typeface="Arial"/>
              </a:defRPr>
            </a:pPr>
            <a:r>
              <a:rPr sz="2400" b="1">
                <a:solidFill>
                  <a:srgbClr val="005293"/>
                </a:solidFill>
                <a:latin typeface="Arial"/>
                <a:ea typeface="Arial"/>
                <a:cs typeface="Arial"/>
              </a:rPr>
              <a:t>1. Übungen</a:t>
            </a:r>
          </a:p>
        </p:txBody>
      </p:sp>
      <p:sp>
        <p:nvSpPr>
          <p:cNvPr id="5" name="Rectangle 4">
            <a:extLst>
              <a:ext uri="{FF2B5EF4-FFF2-40B4-BE49-F238E27FC236}">
                <a16:creationId xmlns:a16="http://schemas.microsoft.com/office/drawing/2014/main" id="{C932B52A-A4B0-4C48-9E74-F21BB4E530A8}"/>
              </a:ext>
            </a:extLst>
          </p:cNvPr>
          <p:cNvSpPr>
            <a:spLocks noGrp="1"/>
          </p:cNvSpPr>
          <p:nvPr/>
        </p:nvSpPr>
        <p:spPr>
          <a:xfrm>
            <a:off x="609600" y="2038350"/>
            <a:ext cx="5238750" cy="361950"/>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a:solidFill>
                  <a:srgbClr val="202B33"/>
                </a:solidFill>
                <a:latin typeface="Arial"/>
                <a:ea typeface="Arial"/>
                <a:cs typeface="Arial"/>
              </a:rPr>
              <a:t>Start mit 0 Punkten</a:t>
            </a:r>
          </a:p>
        </p:txBody>
      </p:sp>
      <p:sp>
        <p:nvSpPr>
          <p:cNvPr id="6" name="Rectangle 5">
            <a:extLst>
              <a:ext uri="{FF2B5EF4-FFF2-40B4-BE49-F238E27FC236}">
                <a16:creationId xmlns:a16="http://schemas.microsoft.com/office/drawing/2014/main" id="{75FA3FAC-4029-4AA7-BB84-8E99203DCC2C}"/>
              </a:ext>
            </a:extLst>
          </p:cNvPr>
          <p:cNvSpPr>
            <a:spLocks noGrp="1"/>
          </p:cNvSpPr>
          <p:nvPr/>
        </p:nvSpPr>
        <p:spPr>
          <a:xfrm>
            <a:off x="609600" y="2476500"/>
            <a:ext cx="5238750" cy="361950"/>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a:solidFill>
                  <a:srgbClr val="202B33"/>
                </a:solidFill>
                <a:latin typeface="Arial"/>
                <a:ea typeface="Arial"/>
                <a:cs typeface="Arial"/>
              </a:rPr>
              <a:t>Aktive Teilnahme: +1 Punkt</a:t>
            </a:r>
          </a:p>
        </p:txBody>
      </p:sp>
      <p:sp>
        <p:nvSpPr>
          <p:cNvPr id="7" name="Rectangle 6">
            <a:extLst>
              <a:ext uri="{FF2B5EF4-FFF2-40B4-BE49-F238E27FC236}">
                <a16:creationId xmlns:a16="http://schemas.microsoft.com/office/drawing/2014/main" id="{9C1FFA38-ADA1-45CD-8EC7-4C55087CBD7D}"/>
              </a:ext>
            </a:extLst>
          </p:cNvPr>
          <p:cNvSpPr>
            <a:spLocks noGrp="1"/>
          </p:cNvSpPr>
          <p:nvPr/>
        </p:nvSpPr>
        <p:spPr>
          <a:xfrm>
            <a:off x="609600" y="2914650"/>
            <a:ext cx="5429250" cy="361950"/>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a:solidFill>
                  <a:srgbClr val="202B33"/>
                </a:solidFill>
                <a:latin typeface="Arial"/>
                <a:ea typeface="Arial"/>
                <a:cs typeface="Arial"/>
              </a:rPr>
              <a:t>Erfolgreiches Vorrechnen: +1 Punkt</a:t>
            </a:r>
          </a:p>
        </p:txBody>
      </p:sp>
      <p:sp>
        <p:nvSpPr>
          <p:cNvPr id="8" name="Rectangle 7">
            <a:extLst>
              <a:ext uri="{FF2B5EF4-FFF2-40B4-BE49-F238E27FC236}">
                <a16:creationId xmlns:a16="http://schemas.microsoft.com/office/drawing/2014/main" id="{19B6D953-D15C-4E22-B150-8E85BA26B603}"/>
              </a:ext>
            </a:extLst>
          </p:cNvPr>
          <p:cNvSpPr>
            <a:spLocks noGrp="1"/>
          </p:cNvSpPr>
          <p:nvPr/>
        </p:nvSpPr>
        <p:spPr>
          <a:xfrm>
            <a:off x="609600" y="3419475"/>
            <a:ext cx="5238750" cy="666750"/>
          </a:xfrm>
          <a:prstGeom prst="rect">
            <a:avLst/>
          </a:prstGeom>
          <a:noFill/>
          <a:ln w="0">
            <a:noFill/>
          </a:ln>
        </p:spPr>
        <p:txBody>
          <a:bodyPr/>
          <a:lstStyle>
            <a:defPPr>
              <a:defRPr sz="1950" b="0">
                <a:solidFill>
                  <a:srgbClr val="202B33"/>
                </a:solidFill>
                <a:latin typeface="Arial"/>
                <a:ea typeface="Arial"/>
                <a:cs typeface="Arial"/>
              </a:defRPr>
            </a:defPPr>
            <a:lvl1pPr>
              <a:defRPr sz="1950" b="0">
                <a:solidFill>
                  <a:srgbClr val="202B33"/>
                </a:solidFill>
                <a:latin typeface="Arial"/>
                <a:ea typeface="Arial"/>
                <a:cs typeface="Arial"/>
              </a:defRPr>
            </a:lvl1pPr>
            <a:lvl2pPr>
              <a:defRPr sz="1950" b="0">
                <a:solidFill>
                  <a:srgbClr val="202B33"/>
                </a:solidFill>
                <a:latin typeface="Arial"/>
                <a:ea typeface="Arial"/>
                <a:cs typeface="Arial"/>
              </a:defRPr>
            </a:lvl2pPr>
            <a:lvl3pPr>
              <a:defRPr sz="1950" b="0">
                <a:solidFill>
                  <a:srgbClr val="202B33"/>
                </a:solidFill>
                <a:latin typeface="Arial"/>
                <a:ea typeface="Arial"/>
                <a:cs typeface="Arial"/>
              </a:defRPr>
            </a:lvl3pPr>
            <a:lvl4pPr>
              <a:defRPr sz="1950" b="0">
                <a:solidFill>
                  <a:srgbClr val="202B33"/>
                </a:solidFill>
                <a:latin typeface="Arial"/>
                <a:ea typeface="Arial"/>
                <a:cs typeface="Arial"/>
              </a:defRPr>
            </a:lvl4pPr>
            <a:lvl5pPr>
              <a:defRPr sz="1950" b="0">
                <a:solidFill>
                  <a:srgbClr val="202B33"/>
                </a:solidFill>
                <a:latin typeface="Arial"/>
                <a:ea typeface="Arial"/>
                <a:cs typeface="Arial"/>
              </a:defRPr>
            </a:lvl5pPr>
            <a:lvl6pPr>
              <a:defRPr sz="1950" b="0">
                <a:solidFill>
                  <a:srgbClr val="202B33"/>
                </a:solidFill>
                <a:latin typeface="Arial"/>
                <a:ea typeface="Arial"/>
                <a:cs typeface="Arial"/>
              </a:defRPr>
            </a:lvl6pPr>
            <a:lvl7pPr>
              <a:defRPr sz="1950" b="0">
                <a:solidFill>
                  <a:srgbClr val="202B33"/>
                </a:solidFill>
                <a:latin typeface="Arial"/>
                <a:ea typeface="Arial"/>
                <a:cs typeface="Arial"/>
              </a:defRPr>
            </a:lvl7pPr>
            <a:lvl8pPr>
              <a:defRPr sz="1950" b="0">
                <a:solidFill>
                  <a:srgbClr val="202B33"/>
                </a:solidFill>
                <a:latin typeface="Arial"/>
                <a:ea typeface="Arial"/>
                <a:cs typeface="Arial"/>
              </a:defRPr>
            </a:lvl8pPr>
            <a:lvl9pPr>
              <a:defRPr sz="1950" b="0">
                <a:solidFill>
                  <a:srgbClr val="202B33"/>
                </a:solidFill>
                <a:latin typeface="Arial"/>
                <a:ea typeface="Arial"/>
                <a:cs typeface="Arial"/>
              </a:defRPr>
            </a:lvl9pPr>
          </a:lstStyle>
          <a:p>
            <a:pPr>
              <a:defRPr sz="1950" b="0">
                <a:solidFill>
                  <a:srgbClr val="202B33"/>
                </a:solidFill>
                <a:latin typeface="Arial"/>
                <a:ea typeface="Arial"/>
                <a:cs typeface="Arial"/>
              </a:defRPr>
            </a:pPr>
            <a:r>
              <a:rPr sz="1950" b="0">
                <a:solidFill>
                  <a:srgbClr val="202B33"/>
                </a:solidFill>
                <a:latin typeface="Arial"/>
                <a:ea typeface="Arial"/>
                <a:cs typeface="Arial"/>
              </a:rPr>
              <a:t>Pro Woche zählt nur eine Übungsteilnahme.</a:t>
            </a:r>
          </a:p>
        </p:txBody>
      </p:sp>
      <p:sp>
        <p:nvSpPr>
          <p:cNvPr id="9" name="Rectangle 8">
            <a:extLst>
              <a:ext uri="{FF2B5EF4-FFF2-40B4-BE49-F238E27FC236}">
                <a16:creationId xmlns:a16="http://schemas.microsoft.com/office/drawing/2014/main" id="{B9EB874C-106F-4464-A59F-89A5CFCB0A63}"/>
              </a:ext>
            </a:extLst>
          </p:cNvPr>
          <p:cNvSpPr>
            <a:spLocks noGrp="1"/>
          </p:cNvSpPr>
          <p:nvPr/>
        </p:nvSpPr>
        <p:spPr>
          <a:xfrm>
            <a:off x="609600" y="4248150"/>
            <a:ext cx="5334000" cy="742950"/>
          </a:xfrm>
          <a:prstGeom prst="rect">
            <a:avLst/>
          </a:prstGeom>
          <a:noFill/>
          <a:ln w="0">
            <a:noFill/>
          </a:ln>
        </p:spPr>
        <p:txBody>
          <a:bodyPr/>
          <a:lstStyle>
            <a:defPPr>
              <a:defRPr sz="2100" b="1">
                <a:solidFill>
                  <a:srgbClr val="005293"/>
                </a:solidFill>
                <a:latin typeface="Arial"/>
                <a:ea typeface="Arial"/>
                <a:cs typeface="Arial"/>
              </a:defRPr>
            </a:defPPr>
            <a:lvl1pPr>
              <a:defRPr sz="2100" b="1">
                <a:solidFill>
                  <a:srgbClr val="005293"/>
                </a:solidFill>
                <a:latin typeface="Arial"/>
                <a:ea typeface="Arial"/>
                <a:cs typeface="Arial"/>
              </a:defRPr>
            </a:lvl1pPr>
            <a:lvl2pPr>
              <a:defRPr sz="2100" b="1">
                <a:solidFill>
                  <a:srgbClr val="005293"/>
                </a:solidFill>
                <a:latin typeface="Arial"/>
                <a:ea typeface="Arial"/>
                <a:cs typeface="Arial"/>
              </a:defRPr>
            </a:lvl2pPr>
            <a:lvl3pPr>
              <a:defRPr sz="2100" b="1">
                <a:solidFill>
                  <a:srgbClr val="005293"/>
                </a:solidFill>
                <a:latin typeface="Arial"/>
                <a:ea typeface="Arial"/>
                <a:cs typeface="Arial"/>
              </a:defRPr>
            </a:lvl3pPr>
            <a:lvl4pPr>
              <a:defRPr sz="2100" b="1">
                <a:solidFill>
                  <a:srgbClr val="005293"/>
                </a:solidFill>
                <a:latin typeface="Arial"/>
                <a:ea typeface="Arial"/>
                <a:cs typeface="Arial"/>
              </a:defRPr>
            </a:lvl4pPr>
            <a:lvl5pPr>
              <a:defRPr sz="2100" b="1">
                <a:solidFill>
                  <a:srgbClr val="005293"/>
                </a:solidFill>
                <a:latin typeface="Arial"/>
                <a:ea typeface="Arial"/>
                <a:cs typeface="Arial"/>
              </a:defRPr>
            </a:lvl5pPr>
            <a:lvl6pPr>
              <a:defRPr sz="2100" b="1">
                <a:solidFill>
                  <a:srgbClr val="005293"/>
                </a:solidFill>
                <a:latin typeface="Arial"/>
                <a:ea typeface="Arial"/>
                <a:cs typeface="Arial"/>
              </a:defRPr>
            </a:lvl6pPr>
            <a:lvl7pPr>
              <a:defRPr sz="2100" b="1">
                <a:solidFill>
                  <a:srgbClr val="005293"/>
                </a:solidFill>
                <a:latin typeface="Arial"/>
                <a:ea typeface="Arial"/>
                <a:cs typeface="Arial"/>
              </a:defRPr>
            </a:lvl7pPr>
            <a:lvl8pPr>
              <a:defRPr sz="2100" b="1">
                <a:solidFill>
                  <a:srgbClr val="005293"/>
                </a:solidFill>
                <a:latin typeface="Arial"/>
                <a:ea typeface="Arial"/>
                <a:cs typeface="Arial"/>
              </a:defRPr>
            </a:lvl8pPr>
            <a:lvl9pPr>
              <a:defRPr sz="2100" b="1">
                <a:solidFill>
                  <a:srgbClr val="005293"/>
                </a:solidFill>
                <a:latin typeface="Arial"/>
                <a:ea typeface="Arial"/>
                <a:cs typeface="Arial"/>
              </a:defRPr>
            </a:lvl9pPr>
          </a:lstStyle>
          <a:p>
            <a:pPr>
              <a:defRPr sz="2100" b="1">
                <a:solidFill>
                  <a:srgbClr val="005293"/>
                </a:solidFill>
                <a:latin typeface="Arial"/>
                <a:ea typeface="Arial"/>
                <a:cs typeface="Arial"/>
              </a:defRPr>
            </a:pPr>
            <a:r>
              <a:rPr sz="2100" b="1">
                <a:solidFill>
                  <a:srgbClr val="005293"/>
                </a:solidFill>
                <a:latin typeface="Arial"/>
                <a:ea typeface="Arial"/>
                <a:cs typeface="Arial"/>
              </a:rPr>
              <a:t>Erfüllt ab: Anzahl der Übungswochen</a:t>
            </a:r>
          </a:p>
          <a:p>
            <a:pPr>
              <a:defRPr sz="2100" b="1">
                <a:solidFill>
                  <a:srgbClr val="005293"/>
                </a:solidFill>
                <a:latin typeface="Arial"/>
                <a:ea typeface="Arial"/>
                <a:cs typeface="Arial"/>
              </a:defRPr>
            </a:pPr>
            <a:r>
              <a:rPr sz="2100" b="1">
                <a:solidFill>
                  <a:srgbClr val="005293"/>
                </a:solidFill>
                <a:latin typeface="Arial"/>
                <a:ea typeface="Arial"/>
                <a:cs typeface="Arial"/>
              </a:rPr>
              <a:t>+ 2 Punkte</a:t>
            </a:r>
          </a:p>
        </p:txBody>
      </p:sp>
      <p:sp>
        <p:nvSpPr>
          <p:cNvPr id="10" name="Rectangle 9">
            <a:extLst>
              <a:ext uri="{FF2B5EF4-FFF2-40B4-BE49-F238E27FC236}">
                <a16:creationId xmlns:a16="http://schemas.microsoft.com/office/drawing/2014/main" id="{46015E44-A133-4B68-ACAB-5226461C2689}"/>
              </a:ext>
            </a:extLst>
          </p:cNvPr>
          <p:cNvSpPr>
            <a:spLocks noGrp="1"/>
          </p:cNvSpPr>
          <p:nvPr/>
        </p:nvSpPr>
        <p:spPr>
          <a:xfrm>
            <a:off x="6496050" y="1476375"/>
            <a:ext cx="5048250" cy="400050"/>
          </a:xfrm>
          <a:prstGeom prst="rect">
            <a:avLst/>
          </a:prstGeom>
          <a:noFill/>
          <a:ln w="0">
            <a:noFill/>
          </a:ln>
        </p:spPr>
        <p:txBody>
          <a:bodyPr/>
          <a:lstStyle>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a:pPr>
              <a:defRPr sz="2400" b="1">
                <a:solidFill>
                  <a:srgbClr val="005293"/>
                </a:solidFill>
                <a:latin typeface="Arial"/>
                <a:ea typeface="Arial"/>
                <a:cs typeface="Arial"/>
              </a:defRPr>
            </a:pPr>
            <a:r>
              <a:rPr sz="2400" b="1">
                <a:solidFill>
                  <a:srgbClr val="005293"/>
                </a:solidFill>
                <a:latin typeface="Arial"/>
                <a:ea typeface="Arial"/>
                <a:cs typeface="Arial"/>
              </a:rPr>
              <a:t>2. Moodle-Quiz</a:t>
            </a:r>
          </a:p>
        </p:txBody>
      </p:sp>
      <p:sp>
        <p:nvSpPr>
          <p:cNvPr id="11" name="Rectangle 10">
            <a:extLst>
              <a:ext uri="{FF2B5EF4-FFF2-40B4-BE49-F238E27FC236}">
                <a16:creationId xmlns:a16="http://schemas.microsoft.com/office/drawing/2014/main" id="{903B500A-205E-4649-A4B2-322E07C04166}"/>
              </a:ext>
            </a:extLst>
          </p:cNvPr>
          <p:cNvSpPr>
            <a:spLocks noGrp="1"/>
          </p:cNvSpPr>
          <p:nvPr/>
        </p:nvSpPr>
        <p:spPr>
          <a:xfrm>
            <a:off x="6496050" y="2038350"/>
            <a:ext cx="5048250" cy="809625"/>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a:solidFill>
                  <a:srgbClr val="202B33"/>
                </a:solidFill>
                <a:latin typeface="Arial"/>
                <a:ea typeface="Arial"/>
                <a:cs typeface="Arial"/>
              </a:rPr>
              <a:t>Ab der zweiten Woche:</a:t>
            </a:r>
          </a:p>
          <a:p>
            <a:pPr>
              <a:defRPr sz="2100" b="0">
                <a:solidFill>
                  <a:srgbClr val="202B33"/>
                </a:solidFill>
                <a:latin typeface="Arial"/>
                <a:ea typeface="Arial"/>
                <a:cs typeface="Arial"/>
              </a:defRPr>
            </a:pPr>
            <a:r>
              <a:rPr sz="2100" b="0">
                <a:solidFill>
                  <a:srgbClr val="202B33"/>
                </a:solidFill>
                <a:latin typeface="Arial"/>
                <a:ea typeface="Arial"/>
                <a:cs typeface="Arial"/>
              </a:rPr>
              <a:t>ein kurzes Quiz pro Woche</a:t>
            </a:r>
          </a:p>
        </p:txBody>
      </p:sp>
      <p:sp>
        <p:nvSpPr>
          <p:cNvPr id="12" name="Rectangle 11">
            <a:extLst>
              <a:ext uri="{FF2B5EF4-FFF2-40B4-BE49-F238E27FC236}">
                <a16:creationId xmlns:a16="http://schemas.microsoft.com/office/drawing/2014/main" id="{55000745-1F78-4A0E-9D3C-FA196E2F0A51}"/>
              </a:ext>
            </a:extLst>
          </p:cNvPr>
          <p:cNvSpPr>
            <a:spLocks noGrp="1"/>
          </p:cNvSpPr>
          <p:nvPr/>
        </p:nvSpPr>
        <p:spPr>
          <a:xfrm>
            <a:off x="6496050" y="3133725"/>
            <a:ext cx="5048250" cy="1190625"/>
          </a:xfrm>
          <a:prstGeom prst="rect">
            <a:avLst/>
          </a:prstGeom>
          <a:noFill/>
          <a:ln w="0">
            <a:noFill/>
          </a:ln>
        </p:spPr>
        <p:txBody>
          <a:bodyPr/>
          <a:lstStyle>
            <a:defPPr>
              <a:defRPr sz="2100" b="1">
                <a:solidFill>
                  <a:srgbClr val="005293"/>
                </a:solidFill>
                <a:latin typeface="Arial"/>
                <a:ea typeface="Arial"/>
                <a:cs typeface="Arial"/>
              </a:defRPr>
            </a:defPPr>
            <a:lvl1pPr>
              <a:defRPr sz="2100" b="1">
                <a:solidFill>
                  <a:srgbClr val="005293"/>
                </a:solidFill>
                <a:latin typeface="Arial"/>
                <a:ea typeface="Arial"/>
                <a:cs typeface="Arial"/>
              </a:defRPr>
            </a:lvl1pPr>
            <a:lvl2pPr>
              <a:defRPr sz="2100" b="1">
                <a:solidFill>
                  <a:srgbClr val="005293"/>
                </a:solidFill>
                <a:latin typeface="Arial"/>
                <a:ea typeface="Arial"/>
                <a:cs typeface="Arial"/>
              </a:defRPr>
            </a:lvl2pPr>
            <a:lvl3pPr>
              <a:defRPr sz="2100" b="1">
                <a:solidFill>
                  <a:srgbClr val="005293"/>
                </a:solidFill>
                <a:latin typeface="Arial"/>
                <a:ea typeface="Arial"/>
                <a:cs typeface="Arial"/>
              </a:defRPr>
            </a:lvl3pPr>
            <a:lvl4pPr>
              <a:defRPr sz="2100" b="1">
                <a:solidFill>
                  <a:srgbClr val="005293"/>
                </a:solidFill>
                <a:latin typeface="Arial"/>
                <a:ea typeface="Arial"/>
                <a:cs typeface="Arial"/>
              </a:defRPr>
            </a:lvl4pPr>
            <a:lvl5pPr>
              <a:defRPr sz="2100" b="1">
                <a:solidFill>
                  <a:srgbClr val="005293"/>
                </a:solidFill>
                <a:latin typeface="Arial"/>
                <a:ea typeface="Arial"/>
                <a:cs typeface="Arial"/>
              </a:defRPr>
            </a:lvl5pPr>
            <a:lvl6pPr>
              <a:defRPr sz="2100" b="1">
                <a:solidFill>
                  <a:srgbClr val="005293"/>
                </a:solidFill>
                <a:latin typeface="Arial"/>
                <a:ea typeface="Arial"/>
                <a:cs typeface="Arial"/>
              </a:defRPr>
            </a:lvl6pPr>
            <a:lvl7pPr>
              <a:defRPr sz="2100" b="1">
                <a:solidFill>
                  <a:srgbClr val="005293"/>
                </a:solidFill>
                <a:latin typeface="Arial"/>
                <a:ea typeface="Arial"/>
                <a:cs typeface="Arial"/>
              </a:defRPr>
            </a:lvl7pPr>
            <a:lvl8pPr>
              <a:defRPr sz="2100" b="1">
                <a:solidFill>
                  <a:srgbClr val="005293"/>
                </a:solidFill>
                <a:latin typeface="Arial"/>
                <a:ea typeface="Arial"/>
                <a:cs typeface="Arial"/>
              </a:defRPr>
            </a:lvl8pPr>
            <a:lvl9pPr>
              <a:defRPr sz="2100" b="1">
                <a:solidFill>
                  <a:srgbClr val="005293"/>
                </a:solidFill>
                <a:latin typeface="Arial"/>
                <a:ea typeface="Arial"/>
                <a:cs typeface="Arial"/>
              </a:defRPr>
            </a:lvl9pPr>
          </a:lstStyle>
          <a:p>
            <a:pPr>
              <a:defRPr sz="2100" b="1">
                <a:solidFill>
                  <a:srgbClr val="005293"/>
                </a:solidFill>
                <a:latin typeface="Arial"/>
                <a:ea typeface="Arial"/>
                <a:cs typeface="Arial"/>
              </a:defRPr>
            </a:pPr>
            <a:r>
              <a:rPr sz="2100" b="1">
                <a:solidFill>
                  <a:srgbClr val="005293"/>
                </a:solidFill>
                <a:latin typeface="Arial"/>
                <a:ea typeface="Arial"/>
                <a:cs typeface="Arial"/>
              </a:rPr>
              <a:t>Erfüllt mit mindestens 25 %</a:t>
            </a:r>
          </a:p>
          <a:p>
            <a:pPr>
              <a:defRPr sz="2100" b="1">
                <a:solidFill>
                  <a:srgbClr val="005293"/>
                </a:solidFill>
                <a:latin typeface="Arial"/>
                <a:ea typeface="Arial"/>
                <a:cs typeface="Arial"/>
              </a:defRPr>
            </a:pPr>
            <a:r>
              <a:rPr sz="2100" b="1">
                <a:solidFill>
                  <a:srgbClr val="005293"/>
                </a:solidFill>
                <a:latin typeface="Arial"/>
                <a:ea typeface="Arial"/>
                <a:cs typeface="Arial"/>
              </a:rPr>
              <a:t>der insgesamt möglichen Quizpunkte</a:t>
            </a:r>
          </a:p>
          <a:p>
            <a:pPr>
              <a:defRPr sz="2100" b="1">
                <a:solidFill>
                  <a:srgbClr val="005293"/>
                </a:solidFill>
                <a:latin typeface="Arial"/>
                <a:ea typeface="Arial"/>
                <a:cs typeface="Arial"/>
              </a:defRPr>
            </a:pPr>
            <a:r>
              <a:rPr sz="2100" b="1">
                <a:solidFill>
                  <a:srgbClr val="005293"/>
                </a:solidFill>
                <a:latin typeface="Arial"/>
                <a:ea typeface="Arial"/>
                <a:cs typeface="Arial"/>
              </a:rPr>
              <a:t>bis zum Ende der Vorlesungszeit.</a:t>
            </a:r>
          </a:p>
        </p:txBody>
      </p:sp>
      <p:sp>
        <p:nvSpPr>
          <p:cNvPr id="13" name="Rectangle 12">
            <a:extLst>
              <a:ext uri="{FF2B5EF4-FFF2-40B4-BE49-F238E27FC236}">
                <a16:creationId xmlns:a16="http://schemas.microsoft.com/office/drawing/2014/main" id="{E41E2BF3-686D-4C53-8537-FA2B67417072}"/>
              </a:ext>
            </a:extLst>
          </p:cNvPr>
          <p:cNvSpPr>
            <a:spLocks noGrp="1"/>
          </p:cNvSpPr>
          <p:nvPr/>
        </p:nvSpPr>
        <p:spPr>
          <a:xfrm>
            <a:off x="609600" y="5353050"/>
            <a:ext cx="10953750" cy="409575"/>
          </a:xfrm>
          <a:prstGeom prst="rect">
            <a:avLst/>
          </a:prstGeom>
          <a:noFill/>
          <a:ln w="0">
            <a:noFill/>
          </a:ln>
        </p:spPr>
        <p:txBody>
          <a:bodyPr/>
          <a:lstStyle>
            <a:defPPr>
              <a:defRPr sz="2400" b="1">
                <a:solidFill>
                  <a:srgbClr val="005293"/>
                </a:solidFill>
                <a:latin typeface="Arial"/>
                <a:ea typeface="Arial"/>
                <a:cs typeface="Arial"/>
              </a:defRPr>
            </a:defPPr>
            <a:lvl1pPr>
              <a:defRPr sz="2400" b="1">
                <a:solidFill>
                  <a:srgbClr val="005293"/>
                </a:solidFill>
                <a:latin typeface="Arial"/>
                <a:ea typeface="Arial"/>
                <a:cs typeface="Arial"/>
              </a:defRPr>
            </a:lvl1pPr>
            <a:lvl2pPr>
              <a:defRPr sz="2400" b="1">
                <a:solidFill>
                  <a:srgbClr val="005293"/>
                </a:solidFill>
                <a:latin typeface="Arial"/>
                <a:ea typeface="Arial"/>
                <a:cs typeface="Arial"/>
              </a:defRPr>
            </a:lvl2pPr>
            <a:lvl3pPr>
              <a:defRPr sz="2400" b="1">
                <a:solidFill>
                  <a:srgbClr val="005293"/>
                </a:solidFill>
                <a:latin typeface="Arial"/>
                <a:ea typeface="Arial"/>
                <a:cs typeface="Arial"/>
              </a:defRPr>
            </a:lvl3pPr>
            <a:lvl4pPr>
              <a:defRPr sz="2400" b="1">
                <a:solidFill>
                  <a:srgbClr val="005293"/>
                </a:solidFill>
                <a:latin typeface="Arial"/>
                <a:ea typeface="Arial"/>
                <a:cs typeface="Arial"/>
              </a:defRPr>
            </a:lvl4pPr>
            <a:lvl5pPr>
              <a:defRPr sz="2400" b="1">
                <a:solidFill>
                  <a:srgbClr val="005293"/>
                </a:solidFill>
                <a:latin typeface="Arial"/>
                <a:ea typeface="Arial"/>
                <a:cs typeface="Arial"/>
              </a:defRPr>
            </a:lvl5pPr>
            <a:lvl6pPr>
              <a:defRPr sz="2400" b="1">
                <a:solidFill>
                  <a:srgbClr val="005293"/>
                </a:solidFill>
                <a:latin typeface="Arial"/>
                <a:ea typeface="Arial"/>
                <a:cs typeface="Arial"/>
              </a:defRPr>
            </a:lvl6pPr>
            <a:lvl7pPr>
              <a:defRPr sz="2400" b="1">
                <a:solidFill>
                  <a:srgbClr val="005293"/>
                </a:solidFill>
                <a:latin typeface="Arial"/>
                <a:ea typeface="Arial"/>
                <a:cs typeface="Arial"/>
              </a:defRPr>
            </a:lvl7pPr>
            <a:lvl8pPr>
              <a:defRPr sz="2400" b="1">
                <a:solidFill>
                  <a:srgbClr val="005293"/>
                </a:solidFill>
                <a:latin typeface="Arial"/>
                <a:ea typeface="Arial"/>
                <a:cs typeface="Arial"/>
              </a:defRPr>
            </a:lvl8pPr>
            <a:lvl9pPr>
              <a:defRPr sz="2400" b="1">
                <a:solidFill>
                  <a:srgbClr val="005293"/>
                </a:solidFill>
                <a:latin typeface="Arial"/>
                <a:ea typeface="Arial"/>
                <a:cs typeface="Arial"/>
              </a:defRPr>
            </a:lvl9pPr>
          </a:lstStyle>
          <a:p>
            <a:pPr>
              <a:defRPr sz="2400" b="1">
                <a:solidFill>
                  <a:srgbClr val="005293"/>
                </a:solidFill>
                <a:latin typeface="Arial"/>
                <a:ea typeface="Arial"/>
                <a:cs typeface="Arial"/>
              </a:defRPr>
            </a:pPr>
            <a:r>
              <a:rPr sz="2400" b="1">
                <a:solidFill>
                  <a:srgbClr val="005293"/>
                </a:solidFill>
                <a:latin typeface="Arial"/>
                <a:ea typeface="Arial"/>
                <a:cs typeface="Arial"/>
              </a:rPr>
              <a:t>Beide Bedingungen erfüllt: genau 0,3 Notenbonus</a:t>
            </a:r>
          </a:p>
        </p:txBody>
      </p:sp>
      <p:sp>
        <p:nvSpPr>
          <p:cNvPr id="14" name="Rectangle 13">
            <a:extLst>
              <a:ext uri="{FF2B5EF4-FFF2-40B4-BE49-F238E27FC236}">
                <a16:creationId xmlns:a16="http://schemas.microsoft.com/office/drawing/2014/main" id="{25F98D42-4855-4386-A292-9092339A0D47}"/>
              </a:ext>
            </a:extLst>
          </p:cNvPr>
          <p:cNvSpPr>
            <a:spLocks noGrp="1"/>
          </p:cNvSpPr>
          <p:nvPr/>
        </p:nvSpPr>
        <p:spPr>
          <a:xfrm>
            <a:off x="609600" y="5829300"/>
            <a:ext cx="10953750" cy="333375"/>
          </a:xfrm>
          <a:prstGeom prst="rect">
            <a:avLst/>
          </a:prstGeom>
          <a:noFill/>
          <a:ln w="0">
            <a:noFill/>
          </a:ln>
        </p:spPr>
        <p:txBody>
          <a:bodyPr/>
          <a:lstStyle>
            <a:defPPr>
              <a:defRPr sz="1875" b="0">
                <a:solidFill>
                  <a:srgbClr val="202B33"/>
                </a:solidFill>
                <a:latin typeface="Arial"/>
                <a:ea typeface="Arial"/>
                <a:cs typeface="Arial"/>
              </a:defRPr>
            </a:defPPr>
            <a:lvl1pPr>
              <a:defRPr sz="1875" b="0">
                <a:solidFill>
                  <a:srgbClr val="202B33"/>
                </a:solidFill>
                <a:latin typeface="Arial"/>
                <a:ea typeface="Arial"/>
                <a:cs typeface="Arial"/>
              </a:defRPr>
            </a:lvl1pPr>
            <a:lvl2pPr>
              <a:defRPr sz="1875" b="0">
                <a:solidFill>
                  <a:srgbClr val="202B33"/>
                </a:solidFill>
                <a:latin typeface="Arial"/>
                <a:ea typeface="Arial"/>
                <a:cs typeface="Arial"/>
              </a:defRPr>
            </a:lvl2pPr>
            <a:lvl3pPr>
              <a:defRPr sz="1875" b="0">
                <a:solidFill>
                  <a:srgbClr val="202B33"/>
                </a:solidFill>
                <a:latin typeface="Arial"/>
                <a:ea typeface="Arial"/>
                <a:cs typeface="Arial"/>
              </a:defRPr>
            </a:lvl3pPr>
            <a:lvl4pPr>
              <a:defRPr sz="1875" b="0">
                <a:solidFill>
                  <a:srgbClr val="202B33"/>
                </a:solidFill>
                <a:latin typeface="Arial"/>
                <a:ea typeface="Arial"/>
                <a:cs typeface="Arial"/>
              </a:defRPr>
            </a:lvl4pPr>
            <a:lvl5pPr>
              <a:defRPr sz="1875" b="0">
                <a:solidFill>
                  <a:srgbClr val="202B33"/>
                </a:solidFill>
                <a:latin typeface="Arial"/>
                <a:ea typeface="Arial"/>
                <a:cs typeface="Arial"/>
              </a:defRPr>
            </a:lvl5pPr>
            <a:lvl6pPr>
              <a:defRPr sz="1875" b="0">
                <a:solidFill>
                  <a:srgbClr val="202B33"/>
                </a:solidFill>
                <a:latin typeface="Arial"/>
                <a:ea typeface="Arial"/>
                <a:cs typeface="Arial"/>
              </a:defRPr>
            </a:lvl6pPr>
            <a:lvl7pPr>
              <a:defRPr sz="1875" b="0">
                <a:solidFill>
                  <a:srgbClr val="202B33"/>
                </a:solidFill>
                <a:latin typeface="Arial"/>
                <a:ea typeface="Arial"/>
                <a:cs typeface="Arial"/>
              </a:defRPr>
            </a:lvl7pPr>
            <a:lvl8pPr>
              <a:defRPr sz="1875" b="0">
                <a:solidFill>
                  <a:srgbClr val="202B33"/>
                </a:solidFill>
                <a:latin typeface="Arial"/>
                <a:ea typeface="Arial"/>
                <a:cs typeface="Arial"/>
              </a:defRPr>
            </a:lvl8pPr>
            <a:lvl9pPr>
              <a:defRPr sz="1875" b="0">
                <a:solidFill>
                  <a:srgbClr val="202B33"/>
                </a:solidFill>
                <a:latin typeface="Arial"/>
                <a:ea typeface="Arial"/>
                <a:cs typeface="Arial"/>
              </a:defRPr>
            </a:lvl9pPr>
          </a:lstStyle>
          <a:p>
            <a:pPr>
              <a:defRPr sz="1875" b="0">
                <a:solidFill>
                  <a:srgbClr val="202B33"/>
                </a:solidFill>
                <a:latin typeface="Arial"/>
                <a:ea typeface="Arial"/>
                <a:cs typeface="Arial"/>
              </a:defRPr>
            </a:pPr>
            <a:r>
              <a:rPr sz="1875" b="0">
                <a:solidFill>
                  <a:srgbClr val="202B33"/>
                </a:solidFill>
                <a:latin typeface="Arial"/>
                <a:ea typeface="Arial"/>
                <a:cs typeface="Arial"/>
              </a:rPr>
              <a:t>Gilt für Klausurnoten von 1,3 bis 4,0 einschließlich (vor Anwendung des Bonus).</a:t>
            </a:r>
          </a:p>
        </p:txBody>
      </p:sp>
    </p:spTree>
    <p:extLst>
      <p:ext uri="{BB962C8B-B14F-4D97-AF65-F5344CB8AC3E}">
        <p14:creationId xmlns:p14="http://schemas.microsoft.com/office/powerpoint/2010/main" val="240185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A2B0001-63A9-4A4F-972A-A85114B9F730}"/>
              </a:ext>
            </a:extLst>
          </p:cNvPr>
          <p:cNvSpPr>
            <a:spLocks noGrp="1"/>
          </p:cNvSpPr>
          <p:nvPr/>
        </p:nvSpPr>
        <p:spPr>
          <a:xfrm>
            <a:off x="609600" y="428625"/>
            <a:ext cx="10953750" cy="666750"/>
          </a:xfrm>
          <a:prstGeom prst="rect">
            <a:avLst/>
          </a:prstGeom>
          <a:noFill/>
          <a:ln w="0">
            <a:noFill/>
          </a:ln>
        </p:spPr>
        <p:txBody>
          <a:bodyPr/>
          <a:lstStyle>
            <a:defPPr>
              <a:defRPr sz="3450" b="1">
                <a:solidFill>
                  <a:srgbClr val="005293"/>
                </a:solidFill>
                <a:latin typeface="Arial"/>
                <a:ea typeface="Arial"/>
                <a:cs typeface="Arial"/>
              </a:defRPr>
            </a:defPPr>
            <a:lvl1pPr>
              <a:defRPr sz="3450" b="1">
                <a:solidFill>
                  <a:srgbClr val="005293"/>
                </a:solidFill>
                <a:latin typeface="Arial"/>
                <a:ea typeface="Arial"/>
                <a:cs typeface="Arial"/>
              </a:defRPr>
            </a:lvl1pPr>
            <a:lvl2pPr>
              <a:defRPr sz="3450" b="1">
                <a:solidFill>
                  <a:srgbClr val="005293"/>
                </a:solidFill>
                <a:latin typeface="Arial"/>
                <a:ea typeface="Arial"/>
                <a:cs typeface="Arial"/>
              </a:defRPr>
            </a:lvl2pPr>
            <a:lvl3pPr>
              <a:defRPr sz="3450" b="1">
                <a:solidFill>
                  <a:srgbClr val="005293"/>
                </a:solidFill>
                <a:latin typeface="Arial"/>
                <a:ea typeface="Arial"/>
                <a:cs typeface="Arial"/>
              </a:defRPr>
            </a:lvl3pPr>
            <a:lvl4pPr>
              <a:defRPr sz="3450" b="1">
                <a:solidFill>
                  <a:srgbClr val="005293"/>
                </a:solidFill>
                <a:latin typeface="Arial"/>
                <a:ea typeface="Arial"/>
                <a:cs typeface="Arial"/>
              </a:defRPr>
            </a:lvl4pPr>
            <a:lvl5pPr>
              <a:defRPr sz="3450" b="1">
                <a:solidFill>
                  <a:srgbClr val="005293"/>
                </a:solidFill>
                <a:latin typeface="Arial"/>
                <a:ea typeface="Arial"/>
                <a:cs typeface="Arial"/>
              </a:defRPr>
            </a:lvl5pPr>
            <a:lvl6pPr>
              <a:defRPr sz="3450" b="1">
                <a:solidFill>
                  <a:srgbClr val="005293"/>
                </a:solidFill>
                <a:latin typeface="Arial"/>
                <a:ea typeface="Arial"/>
                <a:cs typeface="Arial"/>
              </a:defRPr>
            </a:lvl6pPr>
            <a:lvl7pPr>
              <a:defRPr sz="3450" b="1">
                <a:solidFill>
                  <a:srgbClr val="005293"/>
                </a:solidFill>
                <a:latin typeface="Arial"/>
                <a:ea typeface="Arial"/>
                <a:cs typeface="Arial"/>
              </a:defRPr>
            </a:lvl7pPr>
            <a:lvl8pPr>
              <a:defRPr sz="3450" b="1">
                <a:solidFill>
                  <a:srgbClr val="005293"/>
                </a:solidFill>
                <a:latin typeface="Arial"/>
                <a:ea typeface="Arial"/>
                <a:cs typeface="Arial"/>
              </a:defRPr>
            </a:lvl8pPr>
            <a:lvl9pPr>
              <a:defRPr sz="3450" b="1">
                <a:solidFill>
                  <a:srgbClr val="005293"/>
                </a:solidFill>
                <a:latin typeface="Arial"/>
                <a:ea typeface="Arial"/>
                <a:cs typeface="Arial"/>
              </a:defRPr>
            </a:lvl9pPr>
          </a:lstStyle>
          <a:p>
            <a:pPr>
              <a:defRPr sz="3450" b="1">
                <a:solidFill>
                  <a:srgbClr val="005293"/>
                </a:solidFill>
                <a:latin typeface="Arial"/>
                <a:ea typeface="Arial"/>
                <a:cs typeface="Arial"/>
              </a:defRPr>
            </a:pPr>
            <a:r>
              <a:rPr sz="3450" b="1">
                <a:solidFill>
                  <a:srgbClr val="005293"/>
                </a:solidFill>
                <a:latin typeface="Arial"/>
                <a:ea typeface="Arial"/>
                <a:cs typeface="Arial"/>
              </a:rPr>
              <a:t>Literatur zum Nacharbeiten und Üben</a:t>
            </a:r>
          </a:p>
        </p:txBody>
      </p:sp>
      <p:sp>
        <p:nvSpPr>
          <p:cNvPr id="2" name="Rectangle 1">
            <a:extLst>
              <a:ext uri="{FF2B5EF4-FFF2-40B4-BE49-F238E27FC236}">
                <a16:creationId xmlns:a16="http://schemas.microsoft.com/office/drawing/2014/main" id="{84E1A922-95CE-44CA-9574-9C860F04A532}"/>
              </a:ext>
            </a:extLst>
          </p:cNvPr>
          <p:cNvSpPr>
            <a:spLocks noGrp="1"/>
          </p:cNvSpPr>
          <p:nvPr/>
        </p:nvSpPr>
        <p:spPr>
          <a:xfrm>
            <a:off x="609600" y="6400800"/>
            <a:ext cx="9525000" cy="238125"/>
          </a:xfrm>
          <a:prstGeom prst="rect">
            <a:avLst/>
          </a:prstGeom>
          <a:noFill/>
          <a:ln w="0">
            <a:noFill/>
          </a:ln>
        </p:spPr>
        <p:txBody>
          <a:bodyPr/>
          <a:lstStyle>
            <a:defPPr>
              <a:defRPr sz="1275" b="0">
                <a:solidFill>
                  <a:srgbClr val="596773"/>
                </a:solidFill>
                <a:latin typeface="Arial"/>
                <a:ea typeface="Arial"/>
                <a:cs typeface="Arial"/>
              </a:defRPr>
            </a:defPPr>
            <a:lvl1pPr>
              <a:defRPr sz="1275" b="0">
                <a:solidFill>
                  <a:srgbClr val="596773"/>
                </a:solidFill>
                <a:latin typeface="Arial"/>
                <a:ea typeface="Arial"/>
                <a:cs typeface="Arial"/>
              </a:defRPr>
            </a:lvl1pPr>
            <a:lvl2pPr>
              <a:defRPr sz="1275" b="0">
                <a:solidFill>
                  <a:srgbClr val="596773"/>
                </a:solidFill>
                <a:latin typeface="Arial"/>
                <a:ea typeface="Arial"/>
                <a:cs typeface="Arial"/>
              </a:defRPr>
            </a:lvl2pPr>
            <a:lvl3pPr>
              <a:defRPr sz="1275" b="0">
                <a:solidFill>
                  <a:srgbClr val="596773"/>
                </a:solidFill>
                <a:latin typeface="Arial"/>
                <a:ea typeface="Arial"/>
                <a:cs typeface="Arial"/>
              </a:defRPr>
            </a:lvl3pPr>
            <a:lvl4pPr>
              <a:defRPr sz="1275" b="0">
                <a:solidFill>
                  <a:srgbClr val="596773"/>
                </a:solidFill>
                <a:latin typeface="Arial"/>
                <a:ea typeface="Arial"/>
                <a:cs typeface="Arial"/>
              </a:defRPr>
            </a:lvl4pPr>
            <a:lvl5pPr>
              <a:defRPr sz="1275" b="0">
                <a:solidFill>
                  <a:srgbClr val="596773"/>
                </a:solidFill>
                <a:latin typeface="Arial"/>
                <a:ea typeface="Arial"/>
                <a:cs typeface="Arial"/>
              </a:defRPr>
            </a:lvl5pPr>
            <a:lvl6pPr>
              <a:defRPr sz="1275" b="0">
                <a:solidFill>
                  <a:srgbClr val="596773"/>
                </a:solidFill>
                <a:latin typeface="Arial"/>
                <a:ea typeface="Arial"/>
                <a:cs typeface="Arial"/>
              </a:defRPr>
            </a:lvl6pPr>
            <a:lvl7pPr>
              <a:defRPr sz="1275" b="0">
                <a:solidFill>
                  <a:srgbClr val="596773"/>
                </a:solidFill>
                <a:latin typeface="Arial"/>
                <a:ea typeface="Arial"/>
                <a:cs typeface="Arial"/>
              </a:defRPr>
            </a:lvl7pPr>
            <a:lvl8pPr>
              <a:defRPr sz="1275" b="0">
                <a:solidFill>
                  <a:srgbClr val="596773"/>
                </a:solidFill>
                <a:latin typeface="Arial"/>
                <a:ea typeface="Arial"/>
                <a:cs typeface="Arial"/>
              </a:defRPr>
            </a:lvl8pPr>
            <a:lvl9pPr>
              <a:defRPr sz="1275" b="0">
                <a:solidFill>
                  <a:srgbClr val="596773"/>
                </a:solidFill>
                <a:latin typeface="Arial"/>
                <a:ea typeface="Arial"/>
                <a:cs typeface="Arial"/>
              </a:defRPr>
            </a:lvl9pPr>
          </a:lstStyle>
          <a:p>
            <a:pPr>
              <a:defRPr sz="1275" b="0">
                <a:solidFill>
                  <a:srgbClr val="596773"/>
                </a:solidFill>
                <a:latin typeface="Arial"/>
                <a:ea typeface="Arial"/>
                <a:cs typeface="Arial"/>
              </a:defRPr>
            </a:pPr>
            <a:r>
              <a:rPr sz="1275" b="0">
                <a:solidFill>
                  <a:srgbClr val="596773"/>
                </a:solidFill>
                <a:latin typeface="Arial"/>
                <a:ea typeface="Arial"/>
                <a:cs typeface="Arial"/>
              </a:rPr>
              <a:t>Grundlagen: Datenbanken · WiSe 2026/27</a:t>
            </a:r>
          </a:p>
        </p:txBody>
      </p:sp>
      <p:sp>
        <p:nvSpPr>
          <p:cNvPr id="3" name="Rectangle 2">
            <a:extLst>
              <a:ext uri="{FF2B5EF4-FFF2-40B4-BE49-F238E27FC236}">
                <a16:creationId xmlns:a16="http://schemas.microsoft.com/office/drawing/2014/main" id="{0A12CAFA-DEAD-4A73-8442-FBB3F35BB0A2}"/>
              </a:ext>
            </a:extLst>
          </p:cNvPr>
          <p:cNvSpPr>
            <a:spLocks noGrp="1"/>
          </p:cNvSpPr>
          <p:nvPr/>
        </p:nvSpPr>
        <p:spPr>
          <a:xfrm>
            <a:off x="11191875" y="6400800"/>
            <a:ext cx="428625" cy="238125"/>
          </a:xfrm>
          <a:prstGeom prst="rect">
            <a:avLst/>
          </a:prstGeom>
          <a:noFill/>
          <a:ln w="0">
            <a:noFill/>
          </a:ln>
        </p:spPr>
        <p:txBody>
          <a:bodyPr/>
          <a:lstStyle>
            <a:defPPr>
              <a:defRPr sz="1275" b="0">
                <a:solidFill>
                  <a:srgbClr val="596773"/>
                </a:solidFill>
                <a:latin typeface="Arial"/>
                <a:ea typeface="Arial"/>
                <a:cs typeface="Arial"/>
              </a:defRPr>
            </a:defPPr>
            <a:lvl1pPr>
              <a:defRPr sz="1275" b="0">
                <a:solidFill>
                  <a:srgbClr val="596773"/>
                </a:solidFill>
                <a:latin typeface="Arial"/>
                <a:ea typeface="Arial"/>
                <a:cs typeface="Arial"/>
              </a:defRPr>
            </a:lvl1pPr>
            <a:lvl2pPr>
              <a:defRPr sz="1275" b="0">
                <a:solidFill>
                  <a:srgbClr val="596773"/>
                </a:solidFill>
                <a:latin typeface="Arial"/>
                <a:ea typeface="Arial"/>
                <a:cs typeface="Arial"/>
              </a:defRPr>
            </a:lvl2pPr>
            <a:lvl3pPr>
              <a:defRPr sz="1275" b="0">
                <a:solidFill>
                  <a:srgbClr val="596773"/>
                </a:solidFill>
                <a:latin typeface="Arial"/>
                <a:ea typeface="Arial"/>
                <a:cs typeface="Arial"/>
              </a:defRPr>
            </a:lvl3pPr>
            <a:lvl4pPr>
              <a:defRPr sz="1275" b="0">
                <a:solidFill>
                  <a:srgbClr val="596773"/>
                </a:solidFill>
                <a:latin typeface="Arial"/>
                <a:ea typeface="Arial"/>
                <a:cs typeface="Arial"/>
              </a:defRPr>
            </a:lvl4pPr>
            <a:lvl5pPr>
              <a:defRPr sz="1275" b="0">
                <a:solidFill>
                  <a:srgbClr val="596773"/>
                </a:solidFill>
                <a:latin typeface="Arial"/>
                <a:ea typeface="Arial"/>
                <a:cs typeface="Arial"/>
              </a:defRPr>
            </a:lvl5pPr>
            <a:lvl6pPr>
              <a:defRPr sz="1275" b="0">
                <a:solidFill>
                  <a:srgbClr val="596773"/>
                </a:solidFill>
                <a:latin typeface="Arial"/>
                <a:ea typeface="Arial"/>
                <a:cs typeface="Arial"/>
              </a:defRPr>
            </a:lvl6pPr>
            <a:lvl7pPr>
              <a:defRPr sz="1275" b="0">
                <a:solidFill>
                  <a:srgbClr val="596773"/>
                </a:solidFill>
                <a:latin typeface="Arial"/>
                <a:ea typeface="Arial"/>
                <a:cs typeface="Arial"/>
              </a:defRPr>
            </a:lvl7pPr>
            <a:lvl8pPr>
              <a:defRPr sz="1275" b="0">
                <a:solidFill>
                  <a:srgbClr val="596773"/>
                </a:solidFill>
                <a:latin typeface="Arial"/>
                <a:ea typeface="Arial"/>
                <a:cs typeface="Arial"/>
              </a:defRPr>
            </a:lvl8pPr>
            <a:lvl9pPr>
              <a:defRPr sz="1275" b="0">
                <a:solidFill>
                  <a:srgbClr val="596773"/>
                </a:solidFill>
                <a:latin typeface="Arial"/>
                <a:ea typeface="Arial"/>
                <a:cs typeface="Arial"/>
              </a:defRPr>
            </a:lvl9pPr>
          </a:lstStyle>
          <a:p>
            <a:pPr>
              <a:defRPr sz="1275" b="0">
                <a:solidFill>
                  <a:srgbClr val="596773"/>
                </a:solidFill>
                <a:latin typeface="Arial"/>
                <a:ea typeface="Arial"/>
                <a:cs typeface="Arial"/>
              </a:defRPr>
            </a:pPr>
            <a:r>
              <a:rPr sz="1275" b="0">
                <a:solidFill>
                  <a:srgbClr val="596773"/>
                </a:solidFill>
                <a:latin typeface="Arial"/>
                <a:ea typeface="Arial"/>
                <a:cs typeface="Arial"/>
              </a:rPr>
              <a:t>3</a:t>
            </a:r>
          </a:p>
        </p:txBody>
      </p:sp>
      <p:sp>
        <p:nvSpPr>
          <p:cNvPr id="4" name="Rectangle 3">
            <a:extLst>
              <a:ext uri="{FF2B5EF4-FFF2-40B4-BE49-F238E27FC236}">
                <a16:creationId xmlns:a16="http://schemas.microsoft.com/office/drawing/2014/main" id="{4D49C72E-1FBE-4BAB-83FF-C11E5F2AE9FE}"/>
              </a:ext>
            </a:extLst>
          </p:cNvPr>
          <p:cNvSpPr>
            <a:spLocks noGrp="1"/>
          </p:cNvSpPr>
          <p:nvPr/>
        </p:nvSpPr>
        <p:spPr>
          <a:xfrm>
            <a:off x="609600" y="1695450"/>
            <a:ext cx="10477500" cy="485775"/>
          </a:xfrm>
          <a:prstGeom prst="rect">
            <a:avLst/>
          </a:prstGeom>
          <a:noFill/>
          <a:ln w="0">
            <a:noFill/>
          </a:ln>
        </p:spPr>
        <p:txBody>
          <a:bodyPr/>
          <a:lstStyle>
            <a:defPPr>
              <a:defRPr sz="2850" b="1">
                <a:solidFill>
                  <a:srgbClr val="005293"/>
                </a:solidFill>
                <a:latin typeface="Arial"/>
                <a:ea typeface="Arial"/>
                <a:cs typeface="Arial"/>
              </a:defRPr>
            </a:defPPr>
            <a:lvl1pPr>
              <a:defRPr sz="2850" b="1">
                <a:solidFill>
                  <a:srgbClr val="005293"/>
                </a:solidFill>
                <a:latin typeface="Arial"/>
                <a:ea typeface="Arial"/>
                <a:cs typeface="Arial"/>
              </a:defRPr>
            </a:lvl1pPr>
            <a:lvl2pPr>
              <a:defRPr sz="2850" b="1">
                <a:solidFill>
                  <a:srgbClr val="005293"/>
                </a:solidFill>
                <a:latin typeface="Arial"/>
                <a:ea typeface="Arial"/>
                <a:cs typeface="Arial"/>
              </a:defRPr>
            </a:lvl2pPr>
            <a:lvl3pPr>
              <a:defRPr sz="2850" b="1">
                <a:solidFill>
                  <a:srgbClr val="005293"/>
                </a:solidFill>
                <a:latin typeface="Arial"/>
                <a:ea typeface="Arial"/>
                <a:cs typeface="Arial"/>
              </a:defRPr>
            </a:lvl3pPr>
            <a:lvl4pPr>
              <a:defRPr sz="2850" b="1">
                <a:solidFill>
                  <a:srgbClr val="005293"/>
                </a:solidFill>
                <a:latin typeface="Arial"/>
                <a:ea typeface="Arial"/>
                <a:cs typeface="Arial"/>
              </a:defRPr>
            </a:lvl4pPr>
            <a:lvl5pPr>
              <a:defRPr sz="2850" b="1">
                <a:solidFill>
                  <a:srgbClr val="005293"/>
                </a:solidFill>
                <a:latin typeface="Arial"/>
                <a:ea typeface="Arial"/>
                <a:cs typeface="Arial"/>
              </a:defRPr>
            </a:lvl5pPr>
            <a:lvl6pPr>
              <a:defRPr sz="2850" b="1">
                <a:solidFill>
                  <a:srgbClr val="005293"/>
                </a:solidFill>
                <a:latin typeface="Arial"/>
                <a:ea typeface="Arial"/>
                <a:cs typeface="Arial"/>
              </a:defRPr>
            </a:lvl6pPr>
            <a:lvl7pPr>
              <a:defRPr sz="2850" b="1">
                <a:solidFill>
                  <a:srgbClr val="005293"/>
                </a:solidFill>
                <a:latin typeface="Arial"/>
                <a:ea typeface="Arial"/>
                <a:cs typeface="Arial"/>
              </a:defRPr>
            </a:lvl7pPr>
            <a:lvl8pPr>
              <a:defRPr sz="2850" b="1">
                <a:solidFill>
                  <a:srgbClr val="005293"/>
                </a:solidFill>
                <a:latin typeface="Arial"/>
                <a:ea typeface="Arial"/>
                <a:cs typeface="Arial"/>
              </a:defRPr>
            </a:lvl8pPr>
            <a:lvl9pPr>
              <a:defRPr sz="2850" b="1">
                <a:solidFill>
                  <a:srgbClr val="005293"/>
                </a:solidFill>
                <a:latin typeface="Arial"/>
                <a:ea typeface="Arial"/>
                <a:cs typeface="Arial"/>
              </a:defRPr>
            </a:lvl9pPr>
          </a:lstStyle>
          <a:p>
            <a:pPr>
              <a:defRPr sz="2850" b="1">
                <a:solidFill>
                  <a:srgbClr val="005293"/>
                </a:solidFill>
                <a:latin typeface="Arial"/>
                <a:ea typeface="Arial"/>
                <a:cs typeface="Arial"/>
              </a:defRPr>
            </a:pPr>
            <a:r>
              <a:rPr sz="2850" b="1">
                <a:solidFill>
                  <a:srgbClr val="005293"/>
                </a:solidFill>
                <a:latin typeface="Arial"/>
                <a:ea typeface="Arial"/>
                <a:cs typeface="Arial"/>
              </a:rPr>
              <a:t>Datenbanksysteme</a:t>
            </a:r>
          </a:p>
        </p:txBody>
      </p:sp>
      <p:sp>
        <p:nvSpPr>
          <p:cNvPr id="5" name="Rectangle 4">
            <a:extLst>
              <a:ext uri="{FF2B5EF4-FFF2-40B4-BE49-F238E27FC236}">
                <a16:creationId xmlns:a16="http://schemas.microsoft.com/office/drawing/2014/main" id="{603CA1C3-65E6-47D8-BCAC-7584D3702026}"/>
              </a:ext>
            </a:extLst>
          </p:cNvPr>
          <p:cNvSpPr>
            <a:spLocks noGrp="1"/>
          </p:cNvSpPr>
          <p:nvPr/>
        </p:nvSpPr>
        <p:spPr>
          <a:xfrm>
            <a:off x="609600" y="2190750"/>
            <a:ext cx="10477500" cy="409575"/>
          </a:xfrm>
          <a:prstGeom prst="rect">
            <a:avLst/>
          </a:prstGeom>
          <a:noFill/>
          <a:ln w="0">
            <a:noFill/>
          </a:ln>
        </p:spPr>
        <p:txBody>
          <a:bodyPr/>
          <a:lstStyle>
            <a:defPPr>
              <a:defRPr sz="2325" b="0">
                <a:solidFill>
                  <a:srgbClr val="202B33"/>
                </a:solidFill>
                <a:latin typeface="Arial"/>
                <a:ea typeface="Arial"/>
                <a:cs typeface="Arial"/>
              </a:defRPr>
            </a:defPPr>
            <a:lvl1pPr>
              <a:defRPr sz="2325" b="0">
                <a:solidFill>
                  <a:srgbClr val="202B33"/>
                </a:solidFill>
                <a:latin typeface="Arial"/>
                <a:ea typeface="Arial"/>
                <a:cs typeface="Arial"/>
              </a:defRPr>
            </a:lvl1pPr>
            <a:lvl2pPr>
              <a:defRPr sz="2325" b="0">
                <a:solidFill>
                  <a:srgbClr val="202B33"/>
                </a:solidFill>
                <a:latin typeface="Arial"/>
                <a:ea typeface="Arial"/>
                <a:cs typeface="Arial"/>
              </a:defRPr>
            </a:lvl2pPr>
            <a:lvl3pPr>
              <a:defRPr sz="2325" b="0">
                <a:solidFill>
                  <a:srgbClr val="202B33"/>
                </a:solidFill>
                <a:latin typeface="Arial"/>
                <a:ea typeface="Arial"/>
                <a:cs typeface="Arial"/>
              </a:defRPr>
            </a:lvl3pPr>
            <a:lvl4pPr>
              <a:defRPr sz="2325" b="0">
                <a:solidFill>
                  <a:srgbClr val="202B33"/>
                </a:solidFill>
                <a:latin typeface="Arial"/>
                <a:ea typeface="Arial"/>
                <a:cs typeface="Arial"/>
              </a:defRPr>
            </a:lvl4pPr>
            <a:lvl5pPr>
              <a:defRPr sz="2325" b="0">
                <a:solidFill>
                  <a:srgbClr val="202B33"/>
                </a:solidFill>
                <a:latin typeface="Arial"/>
                <a:ea typeface="Arial"/>
                <a:cs typeface="Arial"/>
              </a:defRPr>
            </a:lvl5pPr>
            <a:lvl6pPr>
              <a:defRPr sz="2325" b="0">
                <a:solidFill>
                  <a:srgbClr val="202B33"/>
                </a:solidFill>
                <a:latin typeface="Arial"/>
                <a:ea typeface="Arial"/>
                <a:cs typeface="Arial"/>
              </a:defRPr>
            </a:lvl6pPr>
            <a:lvl7pPr>
              <a:defRPr sz="2325" b="0">
                <a:solidFill>
                  <a:srgbClr val="202B33"/>
                </a:solidFill>
                <a:latin typeface="Arial"/>
                <a:ea typeface="Arial"/>
                <a:cs typeface="Arial"/>
              </a:defRPr>
            </a:lvl7pPr>
            <a:lvl8pPr>
              <a:defRPr sz="2325" b="0">
                <a:solidFill>
                  <a:srgbClr val="202B33"/>
                </a:solidFill>
                <a:latin typeface="Arial"/>
                <a:ea typeface="Arial"/>
                <a:cs typeface="Arial"/>
              </a:defRPr>
            </a:lvl8pPr>
            <a:lvl9pPr>
              <a:defRPr sz="2325" b="0">
                <a:solidFill>
                  <a:srgbClr val="202B33"/>
                </a:solidFill>
                <a:latin typeface="Arial"/>
                <a:ea typeface="Arial"/>
                <a:cs typeface="Arial"/>
              </a:defRPr>
            </a:lvl9pPr>
          </a:lstStyle>
          <a:p>
            <a:pPr>
              <a:defRPr sz="2325" b="0">
                <a:solidFill>
                  <a:srgbClr val="202B33"/>
                </a:solidFill>
                <a:latin typeface="Arial"/>
                <a:ea typeface="Arial"/>
                <a:cs typeface="Arial"/>
              </a:defRPr>
            </a:pPr>
            <a:r>
              <a:rPr sz="2325" b="0">
                <a:solidFill>
                  <a:srgbClr val="202B33"/>
                </a:solidFill>
                <a:latin typeface="Arial"/>
                <a:ea typeface="Arial"/>
                <a:cs typeface="Arial"/>
              </a:rPr>
              <a:t>Eine Einführung</a:t>
            </a:r>
          </a:p>
        </p:txBody>
      </p:sp>
      <p:sp>
        <p:nvSpPr>
          <p:cNvPr id="6" name="Rectangle 5">
            <a:extLst>
              <a:ext uri="{FF2B5EF4-FFF2-40B4-BE49-F238E27FC236}">
                <a16:creationId xmlns:a16="http://schemas.microsoft.com/office/drawing/2014/main" id="{60CF29EF-D630-473A-9F4D-1D32222020B2}"/>
              </a:ext>
            </a:extLst>
          </p:cNvPr>
          <p:cNvSpPr>
            <a:spLocks noGrp="1"/>
          </p:cNvSpPr>
          <p:nvPr/>
        </p:nvSpPr>
        <p:spPr>
          <a:xfrm>
            <a:off x="609600" y="2714625"/>
            <a:ext cx="10477500" cy="342900"/>
          </a:xfrm>
          <a:prstGeom prst="rect">
            <a:avLst/>
          </a:prstGeom>
          <a:noFill/>
          <a:ln w="0">
            <a:noFill/>
          </a:ln>
        </p:spPr>
        <p:txBody>
          <a:bodyPr/>
          <a:lstStyle>
            <a:defPPr>
              <a:defRPr sz="1950" b="0">
                <a:solidFill>
                  <a:srgbClr val="596773"/>
                </a:solidFill>
                <a:latin typeface="Arial"/>
                <a:ea typeface="Arial"/>
                <a:cs typeface="Arial"/>
              </a:defRPr>
            </a:defPPr>
            <a:lvl1pPr>
              <a:defRPr sz="1950" b="0">
                <a:solidFill>
                  <a:srgbClr val="596773"/>
                </a:solidFill>
                <a:latin typeface="Arial"/>
                <a:ea typeface="Arial"/>
                <a:cs typeface="Arial"/>
              </a:defRPr>
            </a:lvl1pPr>
            <a:lvl2pPr>
              <a:defRPr sz="1950" b="0">
                <a:solidFill>
                  <a:srgbClr val="596773"/>
                </a:solidFill>
                <a:latin typeface="Arial"/>
                <a:ea typeface="Arial"/>
                <a:cs typeface="Arial"/>
              </a:defRPr>
            </a:lvl2pPr>
            <a:lvl3pPr>
              <a:defRPr sz="1950" b="0">
                <a:solidFill>
                  <a:srgbClr val="596773"/>
                </a:solidFill>
                <a:latin typeface="Arial"/>
                <a:ea typeface="Arial"/>
                <a:cs typeface="Arial"/>
              </a:defRPr>
            </a:lvl3pPr>
            <a:lvl4pPr>
              <a:defRPr sz="1950" b="0">
                <a:solidFill>
                  <a:srgbClr val="596773"/>
                </a:solidFill>
                <a:latin typeface="Arial"/>
                <a:ea typeface="Arial"/>
                <a:cs typeface="Arial"/>
              </a:defRPr>
            </a:lvl4pPr>
            <a:lvl5pPr>
              <a:defRPr sz="1950" b="0">
                <a:solidFill>
                  <a:srgbClr val="596773"/>
                </a:solidFill>
                <a:latin typeface="Arial"/>
                <a:ea typeface="Arial"/>
                <a:cs typeface="Arial"/>
              </a:defRPr>
            </a:lvl5pPr>
            <a:lvl6pPr>
              <a:defRPr sz="1950" b="0">
                <a:solidFill>
                  <a:srgbClr val="596773"/>
                </a:solidFill>
                <a:latin typeface="Arial"/>
                <a:ea typeface="Arial"/>
                <a:cs typeface="Arial"/>
              </a:defRPr>
            </a:lvl6pPr>
            <a:lvl7pPr>
              <a:defRPr sz="1950" b="0">
                <a:solidFill>
                  <a:srgbClr val="596773"/>
                </a:solidFill>
                <a:latin typeface="Arial"/>
                <a:ea typeface="Arial"/>
                <a:cs typeface="Arial"/>
              </a:defRPr>
            </a:lvl7pPr>
            <a:lvl8pPr>
              <a:defRPr sz="1950" b="0">
                <a:solidFill>
                  <a:srgbClr val="596773"/>
                </a:solidFill>
                <a:latin typeface="Arial"/>
                <a:ea typeface="Arial"/>
                <a:cs typeface="Arial"/>
              </a:defRPr>
            </a:lvl8pPr>
            <a:lvl9pPr>
              <a:defRPr sz="1950" b="0">
                <a:solidFill>
                  <a:srgbClr val="596773"/>
                </a:solidFill>
                <a:latin typeface="Arial"/>
                <a:ea typeface="Arial"/>
                <a:cs typeface="Arial"/>
              </a:defRPr>
            </a:lvl9pPr>
          </a:lstStyle>
          <a:p>
            <a:pPr>
              <a:defRPr sz="1950" b="0">
                <a:solidFill>
                  <a:srgbClr val="596773"/>
                </a:solidFill>
                <a:latin typeface="Arial"/>
                <a:ea typeface="Arial"/>
                <a:cs typeface="Arial"/>
              </a:defRPr>
            </a:pPr>
            <a:r>
              <a:rPr sz="1950" b="0" dirty="0">
                <a:solidFill>
                  <a:srgbClr val="596773"/>
                </a:solidFill>
                <a:latin typeface="Arial"/>
                <a:ea typeface="Arial"/>
                <a:cs typeface="Arial"/>
              </a:rPr>
              <a:t>Alfons Kemper und André </a:t>
            </a:r>
            <a:r>
              <a:rPr sz="1950" b="0" dirty="0" err="1">
                <a:solidFill>
                  <a:srgbClr val="596773"/>
                </a:solidFill>
                <a:latin typeface="Arial"/>
                <a:ea typeface="Arial"/>
                <a:cs typeface="Arial"/>
              </a:rPr>
              <a:t>Eickler</a:t>
            </a:r>
            <a:endParaRPr sz="1950" b="0" dirty="0">
              <a:solidFill>
                <a:srgbClr val="596773"/>
              </a:solidFill>
              <a:latin typeface="Arial"/>
              <a:ea typeface="Arial"/>
              <a:cs typeface="Arial"/>
            </a:endParaRPr>
          </a:p>
        </p:txBody>
      </p:sp>
      <p:sp>
        <p:nvSpPr>
          <p:cNvPr id="7" name="Rectangle 6">
            <a:extLst>
              <a:ext uri="{FF2B5EF4-FFF2-40B4-BE49-F238E27FC236}">
                <a16:creationId xmlns:a16="http://schemas.microsoft.com/office/drawing/2014/main" id="{BCDD0478-295D-4291-A628-BBE258D29320}"/>
              </a:ext>
            </a:extLst>
          </p:cNvPr>
          <p:cNvSpPr>
            <a:spLocks noGrp="1"/>
          </p:cNvSpPr>
          <p:nvPr/>
        </p:nvSpPr>
        <p:spPr>
          <a:xfrm>
            <a:off x="609600" y="3152775"/>
            <a:ext cx="10477500" cy="361950"/>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dirty="0">
                <a:solidFill>
                  <a:srgbClr val="202B33"/>
                </a:solidFill>
                <a:latin typeface="Arial"/>
                <a:ea typeface="Arial"/>
                <a:cs typeface="Arial"/>
              </a:rPr>
              <a:t>Zum </a:t>
            </a:r>
            <a:r>
              <a:rPr sz="2100" b="0" dirty="0" err="1">
                <a:solidFill>
                  <a:srgbClr val="202B33"/>
                </a:solidFill>
                <a:latin typeface="Arial"/>
                <a:ea typeface="Arial"/>
                <a:cs typeface="Arial"/>
              </a:rPr>
              <a:t>Nachlesen</a:t>
            </a:r>
            <a:r>
              <a:rPr sz="2100" b="0" dirty="0">
                <a:solidFill>
                  <a:srgbClr val="202B33"/>
                </a:solidFill>
                <a:latin typeface="Arial"/>
                <a:ea typeface="Arial"/>
                <a:cs typeface="Arial"/>
              </a:rPr>
              <a:t> und </a:t>
            </a:r>
            <a:r>
              <a:rPr sz="2100" b="0" dirty="0" err="1">
                <a:solidFill>
                  <a:srgbClr val="202B33"/>
                </a:solidFill>
                <a:latin typeface="Arial"/>
                <a:ea typeface="Arial"/>
                <a:cs typeface="Arial"/>
              </a:rPr>
              <a:t>Vertiefen</a:t>
            </a:r>
            <a:r>
              <a:rPr sz="2100" b="0" dirty="0">
                <a:solidFill>
                  <a:srgbClr val="202B33"/>
                </a:solidFill>
                <a:latin typeface="Arial"/>
                <a:ea typeface="Arial"/>
                <a:cs typeface="Arial"/>
              </a:rPr>
              <a:t> der </a:t>
            </a:r>
            <a:r>
              <a:rPr sz="2100" b="0" dirty="0" err="1">
                <a:solidFill>
                  <a:srgbClr val="202B33"/>
                </a:solidFill>
                <a:latin typeface="Arial"/>
                <a:ea typeface="Arial"/>
                <a:cs typeface="Arial"/>
              </a:rPr>
              <a:t>Vorlesungsinhalte</a:t>
            </a:r>
            <a:endParaRPr sz="2100" b="0" dirty="0">
              <a:solidFill>
                <a:srgbClr val="202B33"/>
              </a:solidFill>
              <a:latin typeface="Arial"/>
              <a:ea typeface="Arial"/>
              <a:cs typeface="Arial"/>
            </a:endParaRPr>
          </a:p>
        </p:txBody>
      </p:sp>
      <p:sp>
        <p:nvSpPr>
          <p:cNvPr id="8" name="Rectangle 7">
            <a:extLst>
              <a:ext uri="{FF2B5EF4-FFF2-40B4-BE49-F238E27FC236}">
                <a16:creationId xmlns:a16="http://schemas.microsoft.com/office/drawing/2014/main" id="{290FBBFB-A550-4529-A3A2-E7008F481888}"/>
              </a:ext>
            </a:extLst>
          </p:cNvPr>
          <p:cNvSpPr>
            <a:spLocks noGrp="1"/>
          </p:cNvSpPr>
          <p:nvPr/>
        </p:nvSpPr>
        <p:spPr>
          <a:xfrm>
            <a:off x="609600" y="3933825"/>
            <a:ext cx="10477500" cy="485775"/>
          </a:xfrm>
          <a:prstGeom prst="rect">
            <a:avLst/>
          </a:prstGeom>
          <a:noFill/>
          <a:ln w="0">
            <a:noFill/>
          </a:ln>
        </p:spPr>
        <p:txBody>
          <a:bodyPr/>
          <a:lstStyle>
            <a:defPPr>
              <a:defRPr sz="2850" b="1">
                <a:solidFill>
                  <a:srgbClr val="005293"/>
                </a:solidFill>
                <a:latin typeface="Arial"/>
                <a:ea typeface="Arial"/>
                <a:cs typeface="Arial"/>
              </a:defRPr>
            </a:defPPr>
            <a:lvl1pPr>
              <a:defRPr sz="2850" b="1">
                <a:solidFill>
                  <a:srgbClr val="005293"/>
                </a:solidFill>
                <a:latin typeface="Arial"/>
                <a:ea typeface="Arial"/>
                <a:cs typeface="Arial"/>
              </a:defRPr>
            </a:lvl1pPr>
            <a:lvl2pPr>
              <a:defRPr sz="2850" b="1">
                <a:solidFill>
                  <a:srgbClr val="005293"/>
                </a:solidFill>
                <a:latin typeface="Arial"/>
                <a:ea typeface="Arial"/>
                <a:cs typeface="Arial"/>
              </a:defRPr>
            </a:lvl2pPr>
            <a:lvl3pPr>
              <a:defRPr sz="2850" b="1">
                <a:solidFill>
                  <a:srgbClr val="005293"/>
                </a:solidFill>
                <a:latin typeface="Arial"/>
                <a:ea typeface="Arial"/>
                <a:cs typeface="Arial"/>
              </a:defRPr>
            </a:lvl3pPr>
            <a:lvl4pPr>
              <a:defRPr sz="2850" b="1">
                <a:solidFill>
                  <a:srgbClr val="005293"/>
                </a:solidFill>
                <a:latin typeface="Arial"/>
                <a:ea typeface="Arial"/>
                <a:cs typeface="Arial"/>
              </a:defRPr>
            </a:lvl4pPr>
            <a:lvl5pPr>
              <a:defRPr sz="2850" b="1">
                <a:solidFill>
                  <a:srgbClr val="005293"/>
                </a:solidFill>
                <a:latin typeface="Arial"/>
                <a:ea typeface="Arial"/>
                <a:cs typeface="Arial"/>
              </a:defRPr>
            </a:lvl5pPr>
            <a:lvl6pPr>
              <a:defRPr sz="2850" b="1">
                <a:solidFill>
                  <a:srgbClr val="005293"/>
                </a:solidFill>
                <a:latin typeface="Arial"/>
                <a:ea typeface="Arial"/>
                <a:cs typeface="Arial"/>
              </a:defRPr>
            </a:lvl6pPr>
            <a:lvl7pPr>
              <a:defRPr sz="2850" b="1">
                <a:solidFill>
                  <a:srgbClr val="005293"/>
                </a:solidFill>
                <a:latin typeface="Arial"/>
                <a:ea typeface="Arial"/>
                <a:cs typeface="Arial"/>
              </a:defRPr>
            </a:lvl7pPr>
            <a:lvl8pPr>
              <a:defRPr sz="2850" b="1">
                <a:solidFill>
                  <a:srgbClr val="005293"/>
                </a:solidFill>
                <a:latin typeface="Arial"/>
                <a:ea typeface="Arial"/>
                <a:cs typeface="Arial"/>
              </a:defRPr>
            </a:lvl8pPr>
            <a:lvl9pPr>
              <a:defRPr sz="2850" b="1">
                <a:solidFill>
                  <a:srgbClr val="005293"/>
                </a:solidFill>
                <a:latin typeface="Arial"/>
                <a:ea typeface="Arial"/>
                <a:cs typeface="Arial"/>
              </a:defRPr>
            </a:lvl9pPr>
          </a:lstStyle>
          <a:p>
            <a:pPr>
              <a:defRPr sz="2850" b="1">
                <a:solidFill>
                  <a:srgbClr val="005293"/>
                </a:solidFill>
                <a:latin typeface="Arial"/>
                <a:ea typeface="Arial"/>
                <a:cs typeface="Arial"/>
              </a:defRPr>
            </a:pPr>
            <a:r>
              <a:rPr sz="2850" b="1">
                <a:solidFill>
                  <a:srgbClr val="005293"/>
                </a:solidFill>
                <a:latin typeface="Arial"/>
                <a:ea typeface="Arial"/>
                <a:cs typeface="Arial"/>
              </a:rPr>
              <a:t>Übungsbuch Datenbanksysteme</a:t>
            </a:r>
          </a:p>
        </p:txBody>
      </p:sp>
      <p:sp>
        <p:nvSpPr>
          <p:cNvPr id="9" name="Rectangle 8">
            <a:extLst>
              <a:ext uri="{FF2B5EF4-FFF2-40B4-BE49-F238E27FC236}">
                <a16:creationId xmlns:a16="http://schemas.microsoft.com/office/drawing/2014/main" id="{AB1FF644-BB01-4501-988A-80DD9A2FA9FF}"/>
              </a:ext>
            </a:extLst>
          </p:cNvPr>
          <p:cNvSpPr>
            <a:spLocks noGrp="1"/>
          </p:cNvSpPr>
          <p:nvPr/>
        </p:nvSpPr>
        <p:spPr>
          <a:xfrm>
            <a:off x="609600" y="4505325"/>
            <a:ext cx="10477500" cy="342900"/>
          </a:xfrm>
          <a:prstGeom prst="rect">
            <a:avLst/>
          </a:prstGeom>
          <a:noFill/>
          <a:ln w="0">
            <a:noFill/>
          </a:ln>
        </p:spPr>
        <p:txBody>
          <a:bodyPr/>
          <a:lstStyle>
            <a:defPPr>
              <a:defRPr sz="1950" b="0">
                <a:solidFill>
                  <a:srgbClr val="596773"/>
                </a:solidFill>
                <a:latin typeface="Arial"/>
                <a:ea typeface="Arial"/>
                <a:cs typeface="Arial"/>
              </a:defRPr>
            </a:defPPr>
            <a:lvl1pPr>
              <a:defRPr sz="1950" b="0">
                <a:solidFill>
                  <a:srgbClr val="596773"/>
                </a:solidFill>
                <a:latin typeface="Arial"/>
                <a:ea typeface="Arial"/>
                <a:cs typeface="Arial"/>
              </a:defRPr>
            </a:lvl1pPr>
            <a:lvl2pPr>
              <a:defRPr sz="1950" b="0">
                <a:solidFill>
                  <a:srgbClr val="596773"/>
                </a:solidFill>
                <a:latin typeface="Arial"/>
                <a:ea typeface="Arial"/>
                <a:cs typeface="Arial"/>
              </a:defRPr>
            </a:lvl2pPr>
            <a:lvl3pPr>
              <a:defRPr sz="1950" b="0">
                <a:solidFill>
                  <a:srgbClr val="596773"/>
                </a:solidFill>
                <a:latin typeface="Arial"/>
                <a:ea typeface="Arial"/>
                <a:cs typeface="Arial"/>
              </a:defRPr>
            </a:lvl3pPr>
            <a:lvl4pPr>
              <a:defRPr sz="1950" b="0">
                <a:solidFill>
                  <a:srgbClr val="596773"/>
                </a:solidFill>
                <a:latin typeface="Arial"/>
                <a:ea typeface="Arial"/>
                <a:cs typeface="Arial"/>
              </a:defRPr>
            </a:lvl4pPr>
            <a:lvl5pPr>
              <a:defRPr sz="1950" b="0">
                <a:solidFill>
                  <a:srgbClr val="596773"/>
                </a:solidFill>
                <a:latin typeface="Arial"/>
                <a:ea typeface="Arial"/>
                <a:cs typeface="Arial"/>
              </a:defRPr>
            </a:lvl5pPr>
            <a:lvl6pPr>
              <a:defRPr sz="1950" b="0">
                <a:solidFill>
                  <a:srgbClr val="596773"/>
                </a:solidFill>
                <a:latin typeface="Arial"/>
                <a:ea typeface="Arial"/>
                <a:cs typeface="Arial"/>
              </a:defRPr>
            </a:lvl6pPr>
            <a:lvl7pPr>
              <a:defRPr sz="1950" b="0">
                <a:solidFill>
                  <a:srgbClr val="596773"/>
                </a:solidFill>
                <a:latin typeface="Arial"/>
                <a:ea typeface="Arial"/>
                <a:cs typeface="Arial"/>
              </a:defRPr>
            </a:lvl7pPr>
            <a:lvl8pPr>
              <a:defRPr sz="1950" b="0">
                <a:solidFill>
                  <a:srgbClr val="596773"/>
                </a:solidFill>
                <a:latin typeface="Arial"/>
                <a:ea typeface="Arial"/>
                <a:cs typeface="Arial"/>
              </a:defRPr>
            </a:lvl8pPr>
            <a:lvl9pPr>
              <a:defRPr sz="1950" b="0">
                <a:solidFill>
                  <a:srgbClr val="596773"/>
                </a:solidFill>
                <a:latin typeface="Arial"/>
                <a:ea typeface="Arial"/>
                <a:cs typeface="Arial"/>
              </a:defRPr>
            </a:lvl9pPr>
          </a:lstStyle>
          <a:p>
            <a:pPr>
              <a:defRPr sz="1950" b="0">
                <a:solidFill>
                  <a:srgbClr val="596773"/>
                </a:solidFill>
                <a:latin typeface="Arial"/>
                <a:ea typeface="Arial"/>
                <a:cs typeface="Arial"/>
              </a:defRPr>
            </a:pPr>
            <a:r>
              <a:rPr sz="1950" b="0">
                <a:solidFill>
                  <a:srgbClr val="596773"/>
                </a:solidFill>
                <a:latin typeface="Arial"/>
                <a:ea typeface="Arial"/>
                <a:cs typeface="Arial"/>
              </a:rPr>
              <a:t>Alfons Kemper und Martin Wimmer</a:t>
            </a:r>
          </a:p>
        </p:txBody>
      </p:sp>
      <p:sp>
        <p:nvSpPr>
          <p:cNvPr id="10" name="Rectangle 9">
            <a:extLst>
              <a:ext uri="{FF2B5EF4-FFF2-40B4-BE49-F238E27FC236}">
                <a16:creationId xmlns:a16="http://schemas.microsoft.com/office/drawing/2014/main" id="{70D8BE6F-D8A6-4CB5-92AB-338A8618322C}"/>
              </a:ext>
            </a:extLst>
          </p:cNvPr>
          <p:cNvSpPr>
            <a:spLocks noGrp="1"/>
          </p:cNvSpPr>
          <p:nvPr/>
        </p:nvSpPr>
        <p:spPr>
          <a:xfrm>
            <a:off x="609600" y="4943475"/>
            <a:ext cx="10477500" cy="361950"/>
          </a:xfrm>
          <a:prstGeom prst="rect">
            <a:avLst/>
          </a:prstGeom>
          <a:noFill/>
          <a:ln w="0">
            <a:noFill/>
          </a:ln>
        </p:spPr>
        <p:txBody>
          <a:bodyPr/>
          <a:lstStyle>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a:pPr>
              <a:defRPr sz="2100" b="0">
                <a:solidFill>
                  <a:srgbClr val="202B33"/>
                </a:solidFill>
                <a:latin typeface="Arial"/>
                <a:ea typeface="Arial"/>
                <a:cs typeface="Arial"/>
              </a:defRPr>
            </a:pPr>
            <a:r>
              <a:rPr sz="2100" b="0">
                <a:solidFill>
                  <a:srgbClr val="202B33"/>
                </a:solidFill>
                <a:latin typeface="Arial"/>
                <a:ea typeface="Arial"/>
                <a:cs typeface="Arial"/>
              </a:rPr>
              <a:t>Für zusätzliche Übungsaufgaben</a:t>
            </a:r>
          </a:p>
        </p:txBody>
      </p:sp>
      <p:sp>
        <p:nvSpPr>
          <p:cNvPr id="11" name="Rectangle 10">
            <a:extLst>
              <a:ext uri="{FF2B5EF4-FFF2-40B4-BE49-F238E27FC236}">
                <a16:creationId xmlns:a16="http://schemas.microsoft.com/office/drawing/2014/main" id="{697726A7-3E36-4940-9DE5-40142DAC19EA}"/>
              </a:ext>
            </a:extLst>
          </p:cNvPr>
          <p:cNvSpPr>
            <a:spLocks noGrp="1"/>
          </p:cNvSpPr>
          <p:nvPr/>
        </p:nvSpPr>
        <p:spPr>
          <a:xfrm>
            <a:off x="609600" y="5753100"/>
            <a:ext cx="10953750" cy="419100"/>
          </a:xfrm>
          <a:prstGeom prst="rect">
            <a:avLst/>
          </a:prstGeom>
          <a:noFill/>
          <a:ln w="0">
            <a:noFill/>
          </a:ln>
        </p:spPr>
        <p:txBody>
          <a:bodyPr/>
          <a:lstStyle>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a:pPr>
              <a:defRPr sz="2250" b="1">
                <a:solidFill>
                  <a:srgbClr val="005293"/>
                </a:solidFill>
                <a:latin typeface="Arial"/>
                <a:ea typeface="Arial"/>
                <a:cs typeface="Arial"/>
              </a:defRPr>
            </a:pPr>
            <a:r>
              <a:rPr sz="2250" b="1">
                <a:solidFill>
                  <a:srgbClr val="005293"/>
                </a:solidFill>
                <a:latin typeface="Arial"/>
                <a:ea typeface="Arial"/>
                <a:cs typeface="Arial"/>
              </a:rPr>
              <a:t>Meine Empfehlung: kaufen oder in der Bibliothek ausleihen.</a:t>
            </a:r>
          </a:p>
        </p:txBody>
      </p:sp>
      <p:pic>
        <p:nvPicPr>
          <p:cNvPr id="13" name="Picture 12" descr="A blue and green diagram and a blue and green diagram&#10;&#10;Description automatically generated">
            <a:extLst>
              <a:ext uri="{FF2B5EF4-FFF2-40B4-BE49-F238E27FC236}">
                <a16:creationId xmlns:a16="http://schemas.microsoft.com/office/drawing/2014/main" id="{33204655-8541-869C-6477-E52D0D85AB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5223" y="1678806"/>
            <a:ext cx="5136777" cy="3323135"/>
          </a:xfrm>
          <a:prstGeom prst="rect">
            <a:avLst/>
          </a:prstGeom>
        </p:spPr>
      </p:pic>
    </p:spTree>
    <p:extLst>
      <p:ext uri="{BB962C8B-B14F-4D97-AF65-F5344CB8AC3E}">
        <p14:creationId xmlns:p14="http://schemas.microsoft.com/office/powerpoint/2010/main" val="187937023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336</Words>
  <Application>Microsoft Macintosh PowerPoint</Application>
  <DocSecurity>0</DocSecurity>
  <PresentationFormat>Widescreen</PresentationFormat>
  <Paragraphs>42</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Aptos</vt:lpstr>
      <vt:lpstr>Arial</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Илья Кац</cp:lastModifiedBy>
  <cp:revision>1</cp:revision>
  <dcterms:created xsi:type="dcterms:W3CDTF">2026-10-19T11:16:10Z</dcterms:created>
  <dcterms:modified xsi:type="dcterms:W3CDTF">2026-10-19T11:18:01Z</dcterms:modified>
</cp:coreProperties>
</file>