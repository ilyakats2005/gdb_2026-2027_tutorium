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26da473500405e" /><Relationship Type="http://schemas.openxmlformats.org/officeDocument/2006/relationships/extended-properties" Target="/docProps/app.xml" Id="R7e23c5912e634d6a" /><Relationship Type="http://schemas.openxmlformats.org/officeDocument/2006/relationships/officeDocument" Target="/ppt/presentation.xml" Id="R464103ccf981446d" /></Relationships>
</file>

<file path=ppt/presentation.xml><?xml version="1.0" encoding="utf-8"?>
<p:presentation xmlns:p="http://schemas.openxmlformats.org/presentationml/2006/main">
  <p:sldMasterIdLst>
    <p:sldMasterId xmlns:r="http://schemas.openxmlformats.org/officeDocument/2006/relationships" id="2147483648" r:id="Ra29a90c2158d4d61"/>
  </p:sldMasterIdLst>
  <p:notesMasterIdLst>
    <p:notesMasterId xmlns:r="http://schemas.openxmlformats.org/officeDocument/2006/relationships" r:id="R844de50981b44b39"/>
  </p:notesMasterIdLst>
  <p:sldIdLst>
    <p:sldId xmlns:r="http://schemas.openxmlformats.org/officeDocument/2006/relationships" id="256" r:id="R673b96c1b85c4c66"/>
    <p:sldId xmlns:r="http://schemas.openxmlformats.org/officeDocument/2006/relationships" id="257" r:id="R3619768be18b4966"/>
    <p:sldId xmlns:r="http://schemas.openxmlformats.org/officeDocument/2006/relationships" id="258" r:id="R28643a5b03a9473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9fa602e34584897" /><Relationship Type="http://schemas.openxmlformats.org/officeDocument/2006/relationships/slideMaster" Target="/ppt/slideMasters/slideMaster1.xml" Id="Ra29a90c2158d4d61" /><Relationship Type="http://schemas.openxmlformats.org/officeDocument/2006/relationships/notesMaster" Target="/ppt/notesMasters/notesMaster1.xml" Id="R844de50981b44b39" /><Relationship Type="http://schemas.openxmlformats.org/officeDocument/2006/relationships/presProps" Target="/ppt/presProps.xml" Id="Rcda1c3feba9a4b22" /><Relationship Type="http://schemas.openxmlformats.org/officeDocument/2006/relationships/tableStyles" Target="/ppt/tableStyles.xml" Id="R68309d972e61444e" /><Relationship Type="http://schemas.openxmlformats.org/officeDocument/2006/relationships/slide" Target="/ppt/slides/slide1.xml" Id="R673b96c1b85c4c66" /><Relationship Type="http://schemas.openxmlformats.org/officeDocument/2006/relationships/slide" Target="/ppt/slides/slide2.xml" Id="R3619768be18b4966" /><Relationship Type="http://schemas.openxmlformats.org/officeDocument/2006/relationships/slide" Target="/ppt/slides/slide3.xml" Id="R28643a5b03a947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65aff080977411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fe49683e7b34bae" /><Relationship Type="http://schemas.openxmlformats.org/officeDocument/2006/relationships/notesMaster" Target="/ppt/notesMasters/notesMaster1.xml" Id="Re10bb28a2920427b" /></Relationships>
</file>

<file path=ppt/notesSlides/_rels/notesSlide2.xml.rels>&#65279;<?xml version="1.0" encoding="utf-8"?><Relationships xmlns="http://schemas.openxmlformats.org/package/2006/relationships"><Relationship Type="http://schemas.openxmlformats.org/officeDocument/2006/relationships/slide" Target="/ppt/slides/slide2.xml" Id="R995e71da3a0346d2" /><Relationship Type="http://schemas.openxmlformats.org/officeDocument/2006/relationships/notesMaster" Target="/ppt/notesMasters/notesMaster1.xml" Id="Ra06095c34a1f408c" /></Relationships>
</file>

<file path=ppt/notesSlides/_rels/notesSlide3.xml.rels>&#65279;<?xml version="1.0" encoding="utf-8"?><Relationships xmlns="http://schemas.openxmlformats.org/package/2006/relationships"><Relationship Type="http://schemas.openxmlformats.org/officeDocument/2006/relationships/slide" Target="/ppt/slides/slide3.xml" Id="R2ca84389c52d4c12" /><Relationship Type="http://schemas.openxmlformats.org/officeDocument/2006/relationships/notesMaster" Target="/ppt/notesMasters/notesMaster1.xml" Id="R6d0409d17a9a48a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Tutorialtermine und Räume: Screenshot 2026-10-19 at 13.11.33.png, bereitgestellt vom Nutzer. Der Screenshot zeigt Startzeiten, keine verbindlichen Endzeiten. Repository: https://github.com/IlyaKats2005/GDB_2026-2027_Tutorium. Diese Titelfolie für jede Woche verwenden: Intro durch Woche 1, Woche 2 usw. ersetzen. Name, Termine, Semester und QR-Code beibehalten.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vom Nutzer bereitgestellter Screenshot 2026-10-19 at 12.37.30.png, Das Bonussystem und Punktevergabe in der Übung. Die Definition aktiver Teilnahme liegt im Ermessen des Tutors. Punkte für Vorrechnen können nach Ermessen auch für Teilaufgaben vergeben werden. Keine Aussage zur Gültigkeit in einer Wiederholungsklausur, da dies im Material nicht geregelt ist.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Quelle für Buchtitel und Autoren: vom Nutzer bereitgestellter Screenshot 2026-10-19 at 12.37.56.png. Kauf oder Ausleihe ist eine Empfehlung des Tutors. Keine Aussage zur aktuellen Verfügbarkeit oder zu einer verpflichtenden Anschaffung.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7d3b482fa141c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fd45f9e7571440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d63cc0f464c4ce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dd1dbc3831541e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e35eaed70c4430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00c0c49396c47c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F239E88-8259-4795-BCA7-2B98CF22657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AA95FF4-EA81-4986-8C97-9B4281BD2634}"/>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B01BBF64-6556-4EA3-984B-46718E768B1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E4F7466-1883-410A-B291-8257A35809E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C9C24C2-2654-4D3C-B0CB-A503BBFBB17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0DE0972-94B6-430E-8256-A9D05ABC43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7E1F04-DCD2-4D50-92BA-50E88A66F9C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EE8C9C0-2C1A-4559-8B30-7CBAA2D371E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4202758-A8DF-4B2A-BC3E-57ACA8F0905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CDF74385-2A27-46CD-9FB4-907B55B8055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681b1695d064c40" /><Relationship Type="http://schemas.openxmlformats.org/officeDocument/2006/relationships/slideLayout" Target="/ppt/slideLayouts/slideLayout1.xml" Id="R46c4f6ecf6474585" /><Relationship Type="http://schemas.openxmlformats.org/officeDocument/2006/relationships/slideLayout" Target="/ppt/slideLayouts/slideLayout2.xml" Id="R30aae67e968b4502" /><Relationship Type="http://schemas.openxmlformats.org/officeDocument/2006/relationships/slideLayout" Target="/ppt/slideLayouts/slideLayout3.xml" Id="Rdef367b33dd74575" /><Relationship Type="http://schemas.openxmlformats.org/officeDocument/2006/relationships/slideLayout" Target="/ppt/slideLayouts/slideLayout4.xml" Id="Rb9d1e68e8c594809" /><Relationship Type="http://schemas.openxmlformats.org/officeDocument/2006/relationships/slideLayout" Target="/ppt/slideLayouts/slideLayout5.xml" Id="Rc7c5678245074ea2" /><Relationship Type="http://schemas.openxmlformats.org/officeDocument/2006/relationships/slideLayout" Target="/ppt/slideLayouts/slideLayout6.xml" Id="R2f4dec45c23e41f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6c4f6ecf6474585"/>
    <p:sldLayoutId xmlns:r="http://schemas.openxmlformats.org/officeDocument/2006/relationships" id="2147483650" r:id="R30aae67e968b4502"/>
    <p:sldLayoutId xmlns:r="http://schemas.openxmlformats.org/officeDocument/2006/relationships" id="2147483651" r:id="Rdef367b33dd74575"/>
    <p:sldLayoutId xmlns:r="http://schemas.openxmlformats.org/officeDocument/2006/relationships" id="2147483652" r:id="Rb9d1e68e8c594809"/>
    <p:sldLayoutId xmlns:r="http://schemas.openxmlformats.org/officeDocument/2006/relationships" id="2147483653" r:id="Rc7c5678245074ea2"/>
    <p:sldLayoutId xmlns:r="http://schemas.openxmlformats.org/officeDocument/2006/relationships" id="2147483654" r:id="R2f4dec45c23e41f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1a57e10df4e40b5" /><Relationship Type="http://schemas.openxmlformats.org/officeDocument/2006/relationships/image" Target="/ppt/media/image.png" Id="R66e7ca3db7954762" /><Relationship Type="http://schemas.openxmlformats.org/officeDocument/2006/relationships/notesSlide" Target="/ppt/notesSlides/notesSlide1.xml" Id="Rf06b4960325a4bd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59512ed381294651" /><Relationship Type="http://schemas.openxmlformats.org/officeDocument/2006/relationships/notesSlide" Target="/ppt/notesSlides/notesSlide2.xml" Id="R227906b6bded416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26e6961b99394e42" /><Relationship Type="http://schemas.openxmlformats.org/officeDocument/2006/relationships/notesSlide" Target="/ppt/notesSlides/notesSlide3.xml" Id="R6e9e8b445861415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5AE14BCB-2CD9-4DEB-AC0D-CA9DAA7C4EBF}"/>
              </a:ext>
            </a:extLst>
          </p:cNvPr>
          <p:cNvSpPr>
            <a:spLocks xmlns:a="http://schemas.openxmlformats.org/drawingml/2006/main" noGrp="1"/>
          </p:cNvSpPr>
          <p:nvPr/>
        </p:nvSpPr>
        <p:spPr>
          <a:xfrm xmlns:a="http://schemas.openxmlformats.org/drawingml/2006/main">
            <a:off x="609600" y="590550"/>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005293"/>
                </a:solidFill>
                <a:latin typeface="Arial"/>
                <a:ea typeface="Arial"/>
                <a:cs typeface="Arial"/>
              </a:defRPr>
            </a:defPPr>
            <a:lvl1pPr>
              <a:defRPr sz="3600" b="1">
                <a:solidFill>
                  <a:srgbClr val="005293"/>
                </a:solidFill>
                <a:latin typeface="Arial"/>
                <a:ea typeface="Arial"/>
                <a:cs typeface="Arial"/>
              </a:defRPr>
            </a:lvl1pPr>
            <a:lvl2pPr>
              <a:defRPr sz="3600" b="1">
                <a:solidFill>
                  <a:srgbClr val="005293"/>
                </a:solidFill>
                <a:latin typeface="Arial"/>
                <a:ea typeface="Arial"/>
                <a:cs typeface="Arial"/>
              </a:defRPr>
            </a:lvl2pPr>
            <a:lvl3pPr>
              <a:defRPr sz="3600" b="1">
                <a:solidFill>
                  <a:srgbClr val="005293"/>
                </a:solidFill>
                <a:latin typeface="Arial"/>
                <a:ea typeface="Arial"/>
                <a:cs typeface="Arial"/>
              </a:defRPr>
            </a:lvl3pPr>
            <a:lvl4pPr>
              <a:defRPr sz="3600" b="1">
                <a:solidFill>
                  <a:srgbClr val="005293"/>
                </a:solidFill>
                <a:latin typeface="Arial"/>
                <a:ea typeface="Arial"/>
                <a:cs typeface="Arial"/>
              </a:defRPr>
            </a:lvl4pPr>
            <a:lvl5pPr>
              <a:defRPr sz="3600" b="1">
                <a:solidFill>
                  <a:srgbClr val="005293"/>
                </a:solidFill>
                <a:latin typeface="Arial"/>
                <a:ea typeface="Arial"/>
                <a:cs typeface="Arial"/>
              </a:defRPr>
            </a:lvl5pPr>
            <a:lvl6pPr>
              <a:defRPr sz="3600" b="1">
                <a:solidFill>
                  <a:srgbClr val="005293"/>
                </a:solidFill>
                <a:latin typeface="Arial"/>
                <a:ea typeface="Arial"/>
                <a:cs typeface="Arial"/>
              </a:defRPr>
            </a:lvl6pPr>
            <a:lvl7pPr>
              <a:defRPr sz="3600" b="1">
                <a:solidFill>
                  <a:srgbClr val="005293"/>
                </a:solidFill>
                <a:latin typeface="Arial"/>
                <a:ea typeface="Arial"/>
                <a:cs typeface="Arial"/>
              </a:defRPr>
            </a:lvl7pPr>
            <a:lvl8pPr>
              <a:defRPr sz="3600" b="1">
                <a:solidFill>
                  <a:srgbClr val="005293"/>
                </a:solidFill>
                <a:latin typeface="Arial"/>
                <a:ea typeface="Arial"/>
                <a:cs typeface="Arial"/>
              </a:defRPr>
            </a:lvl8pPr>
            <a:lvl9pPr>
              <a:defRPr sz="3600" b="1">
                <a:solidFill>
                  <a:srgbClr val="005293"/>
                </a:solidFill>
                <a:latin typeface="Arial"/>
                <a:ea typeface="Arial"/>
                <a:cs typeface="Arial"/>
              </a:defRPr>
            </a:lvl9pPr>
          </a:lstStyle>
          <a:p xmlns:a="http://schemas.openxmlformats.org/drawingml/2006/main">
            <a:pPr>
              <a:defRPr sz="3600" b="1">
                <a:solidFill>
                  <a:srgbClr val="005293"/>
                </a:solidFill>
                <a:latin typeface="Arial"/>
                <a:ea typeface="Arial"/>
                <a:cs typeface="Arial"/>
              </a:defRPr>
            </a:pPr>
            <a:r>
              <a:rPr sz="3600" b="1">
                <a:solidFill>
                  <a:srgbClr val="005293"/>
                </a:solidFill>
                <a:latin typeface="Arial"/>
                <a:ea typeface="Arial"/>
                <a:cs typeface="Arial"/>
              </a:rPr>
              <a:t>Grundlagen: Datenbanken</a:t>
            </a:r>
          </a:p>
        </p:txBody>
      </p:sp>
      <p:sp>
        <p:nvSpPr>
          <p:cNvPr id="2" name="">
            <a:extLst xmlns:a="http://schemas.openxmlformats.org/drawingml/2006/main">
              <a:ext uri="{FF2B5EF4-FFF2-40B4-BE49-F238E27FC236}">
                <a16:creationId xmlns:a16="http://schemas.microsoft.com/office/drawing/2014/main" id="{D15FA200-0564-4E50-877D-6C7CEE48B251}"/>
              </a:ext>
            </a:extLst>
          </p:cNvPr>
          <p:cNvSpPr>
            <a:spLocks xmlns:a="http://schemas.openxmlformats.org/drawingml/2006/main" noGrp="1"/>
          </p:cNvSpPr>
          <p:nvPr/>
        </p:nvSpPr>
        <p:spPr>
          <a:xfrm xmlns:a="http://schemas.openxmlformats.org/drawingml/2006/main">
            <a:off x="609600" y="13906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596773"/>
                </a:solidFill>
                <a:latin typeface="Arial"/>
                <a:ea typeface="Arial"/>
                <a:cs typeface="Arial"/>
              </a:defRPr>
            </a:defPPr>
            <a:lvl1pPr>
              <a:defRPr sz="2250" b="0">
                <a:solidFill>
                  <a:srgbClr val="596773"/>
                </a:solidFill>
                <a:latin typeface="Arial"/>
                <a:ea typeface="Arial"/>
                <a:cs typeface="Arial"/>
              </a:defRPr>
            </a:lvl1pPr>
            <a:lvl2pPr>
              <a:defRPr sz="2250" b="0">
                <a:solidFill>
                  <a:srgbClr val="596773"/>
                </a:solidFill>
                <a:latin typeface="Arial"/>
                <a:ea typeface="Arial"/>
                <a:cs typeface="Arial"/>
              </a:defRPr>
            </a:lvl2pPr>
            <a:lvl3pPr>
              <a:defRPr sz="2250" b="0">
                <a:solidFill>
                  <a:srgbClr val="596773"/>
                </a:solidFill>
                <a:latin typeface="Arial"/>
                <a:ea typeface="Arial"/>
                <a:cs typeface="Arial"/>
              </a:defRPr>
            </a:lvl3pPr>
            <a:lvl4pPr>
              <a:defRPr sz="2250" b="0">
                <a:solidFill>
                  <a:srgbClr val="596773"/>
                </a:solidFill>
                <a:latin typeface="Arial"/>
                <a:ea typeface="Arial"/>
                <a:cs typeface="Arial"/>
              </a:defRPr>
            </a:lvl4pPr>
            <a:lvl5pPr>
              <a:defRPr sz="2250" b="0">
                <a:solidFill>
                  <a:srgbClr val="596773"/>
                </a:solidFill>
                <a:latin typeface="Arial"/>
                <a:ea typeface="Arial"/>
                <a:cs typeface="Arial"/>
              </a:defRPr>
            </a:lvl5pPr>
            <a:lvl6pPr>
              <a:defRPr sz="2250" b="0">
                <a:solidFill>
                  <a:srgbClr val="596773"/>
                </a:solidFill>
                <a:latin typeface="Arial"/>
                <a:ea typeface="Arial"/>
                <a:cs typeface="Arial"/>
              </a:defRPr>
            </a:lvl6pPr>
            <a:lvl7pPr>
              <a:defRPr sz="2250" b="0">
                <a:solidFill>
                  <a:srgbClr val="596773"/>
                </a:solidFill>
                <a:latin typeface="Arial"/>
                <a:ea typeface="Arial"/>
                <a:cs typeface="Arial"/>
              </a:defRPr>
            </a:lvl7pPr>
            <a:lvl8pPr>
              <a:defRPr sz="2250" b="0">
                <a:solidFill>
                  <a:srgbClr val="596773"/>
                </a:solidFill>
                <a:latin typeface="Arial"/>
                <a:ea typeface="Arial"/>
                <a:cs typeface="Arial"/>
              </a:defRPr>
            </a:lvl8pPr>
            <a:lvl9pPr>
              <a:defRPr sz="2250" b="0">
                <a:solidFill>
                  <a:srgbClr val="596773"/>
                </a:solidFill>
                <a:latin typeface="Arial"/>
                <a:ea typeface="Arial"/>
                <a:cs typeface="Arial"/>
              </a:defRPr>
            </a:lvl9pPr>
          </a:lstStyle>
          <a:p xmlns:a="http://schemas.openxmlformats.org/drawingml/2006/main">
            <a:pPr>
              <a:defRPr sz="2250" b="0">
                <a:solidFill>
                  <a:srgbClr val="596773"/>
                </a:solidFill>
                <a:latin typeface="Arial"/>
                <a:ea typeface="Arial"/>
                <a:cs typeface="Arial"/>
              </a:defRPr>
            </a:pPr>
            <a:r>
              <a:rPr sz="2250" b="0">
                <a:solidFill>
                  <a:srgbClr val="596773"/>
                </a:solidFill>
                <a:latin typeface="Arial"/>
                <a:ea typeface="Arial"/>
                <a:cs typeface="Arial"/>
              </a:rPr>
              <a:t>Tutorium · Wintersemester 2026/27</a:t>
            </a:r>
          </a:p>
        </p:txBody>
      </p:sp>
      <p:sp>
        <p:nvSpPr>
          <p:cNvPr id="3" name="">
            <a:extLst xmlns:a="http://schemas.openxmlformats.org/drawingml/2006/main">
              <a:ext uri="{FF2B5EF4-FFF2-40B4-BE49-F238E27FC236}">
                <a16:creationId xmlns:a16="http://schemas.microsoft.com/office/drawing/2014/main" id="{DF0D9955-3504-4825-ADC0-0E1F156AF575}"/>
              </a:ext>
            </a:extLst>
          </p:cNvPr>
          <p:cNvSpPr>
            <a:spLocks xmlns:a="http://schemas.openxmlformats.org/drawingml/2006/main" noGrp="1"/>
          </p:cNvSpPr>
          <p:nvPr/>
        </p:nvSpPr>
        <p:spPr>
          <a:xfrm xmlns:a="http://schemas.openxmlformats.org/drawingml/2006/main">
            <a:off x="609600" y="2171700"/>
            <a:ext cx="7239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400" b="1">
                <a:solidFill>
                  <a:srgbClr val="005293"/>
                </a:solidFill>
                <a:latin typeface="Arial"/>
                <a:ea typeface="Arial"/>
                <a:cs typeface="Arial"/>
              </a:defRPr>
            </a:defPPr>
            <a:lvl1pPr>
              <a:defRPr sz="5400" b="1">
                <a:solidFill>
                  <a:srgbClr val="005293"/>
                </a:solidFill>
                <a:latin typeface="Arial"/>
                <a:ea typeface="Arial"/>
                <a:cs typeface="Arial"/>
              </a:defRPr>
            </a:lvl1pPr>
            <a:lvl2pPr>
              <a:defRPr sz="5400" b="1">
                <a:solidFill>
                  <a:srgbClr val="005293"/>
                </a:solidFill>
                <a:latin typeface="Arial"/>
                <a:ea typeface="Arial"/>
                <a:cs typeface="Arial"/>
              </a:defRPr>
            </a:lvl2pPr>
            <a:lvl3pPr>
              <a:defRPr sz="5400" b="1">
                <a:solidFill>
                  <a:srgbClr val="005293"/>
                </a:solidFill>
                <a:latin typeface="Arial"/>
                <a:ea typeface="Arial"/>
                <a:cs typeface="Arial"/>
              </a:defRPr>
            </a:lvl3pPr>
            <a:lvl4pPr>
              <a:defRPr sz="5400" b="1">
                <a:solidFill>
                  <a:srgbClr val="005293"/>
                </a:solidFill>
                <a:latin typeface="Arial"/>
                <a:ea typeface="Arial"/>
                <a:cs typeface="Arial"/>
              </a:defRPr>
            </a:lvl4pPr>
            <a:lvl5pPr>
              <a:defRPr sz="5400" b="1">
                <a:solidFill>
                  <a:srgbClr val="005293"/>
                </a:solidFill>
                <a:latin typeface="Arial"/>
                <a:ea typeface="Arial"/>
                <a:cs typeface="Arial"/>
              </a:defRPr>
            </a:lvl5pPr>
            <a:lvl6pPr>
              <a:defRPr sz="5400" b="1">
                <a:solidFill>
                  <a:srgbClr val="005293"/>
                </a:solidFill>
                <a:latin typeface="Arial"/>
                <a:ea typeface="Arial"/>
                <a:cs typeface="Arial"/>
              </a:defRPr>
            </a:lvl6pPr>
            <a:lvl7pPr>
              <a:defRPr sz="5400" b="1">
                <a:solidFill>
                  <a:srgbClr val="005293"/>
                </a:solidFill>
                <a:latin typeface="Arial"/>
                <a:ea typeface="Arial"/>
                <a:cs typeface="Arial"/>
              </a:defRPr>
            </a:lvl7pPr>
            <a:lvl8pPr>
              <a:defRPr sz="5400" b="1">
                <a:solidFill>
                  <a:srgbClr val="005293"/>
                </a:solidFill>
                <a:latin typeface="Arial"/>
                <a:ea typeface="Arial"/>
                <a:cs typeface="Arial"/>
              </a:defRPr>
            </a:lvl8pPr>
            <a:lvl9pPr>
              <a:defRPr sz="5400" b="1">
                <a:solidFill>
                  <a:srgbClr val="005293"/>
                </a:solidFill>
                <a:latin typeface="Arial"/>
                <a:ea typeface="Arial"/>
                <a:cs typeface="Arial"/>
              </a:defRPr>
            </a:lvl9pPr>
          </a:lstStyle>
          <a:p xmlns:a="http://schemas.openxmlformats.org/drawingml/2006/main">
            <a:pPr>
              <a:defRPr sz="5400" b="1">
                <a:solidFill>
                  <a:srgbClr val="005293"/>
                </a:solidFill>
                <a:latin typeface="Arial"/>
                <a:ea typeface="Arial"/>
                <a:cs typeface="Arial"/>
              </a:defRPr>
            </a:pPr>
            <a:r>
              <a:rPr sz="5400" b="1">
                <a:solidFill>
                  <a:srgbClr val="005293"/>
                </a:solidFill>
                <a:latin typeface="Arial"/>
                <a:ea typeface="Arial"/>
                <a:cs typeface="Arial"/>
              </a:rPr>
              <a:t>Intro</a:t>
            </a:r>
          </a:p>
        </p:txBody>
      </p:sp>
      <p:sp>
        <p:nvSpPr>
          <p:cNvPr id="4" name="">
            <a:extLst xmlns:a="http://schemas.openxmlformats.org/drawingml/2006/main">
              <a:ext uri="{FF2B5EF4-FFF2-40B4-BE49-F238E27FC236}">
                <a16:creationId xmlns:a16="http://schemas.microsoft.com/office/drawing/2014/main" id="{99B6AB06-3F2E-49FE-BA89-FDE199DBAEF1}"/>
              </a:ext>
            </a:extLst>
          </p:cNvPr>
          <p:cNvSpPr>
            <a:spLocks xmlns:a="http://schemas.openxmlformats.org/drawingml/2006/main" noGrp="1"/>
          </p:cNvSpPr>
          <p:nvPr/>
        </p:nvSpPr>
        <p:spPr>
          <a:xfrm xmlns:a="http://schemas.openxmlformats.org/drawingml/2006/main">
            <a:off x="609600" y="3305175"/>
            <a:ext cx="704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202B33"/>
                </a:solidFill>
                <a:latin typeface="Arial"/>
                <a:ea typeface="Arial"/>
                <a:cs typeface="Arial"/>
              </a:defRPr>
            </a:defPPr>
            <a:lvl1pPr>
              <a:defRPr sz="2850" b="1">
                <a:solidFill>
                  <a:srgbClr val="202B33"/>
                </a:solidFill>
                <a:latin typeface="Arial"/>
                <a:ea typeface="Arial"/>
                <a:cs typeface="Arial"/>
              </a:defRPr>
            </a:lvl1pPr>
            <a:lvl2pPr>
              <a:defRPr sz="2850" b="1">
                <a:solidFill>
                  <a:srgbClr val="202B33"/>
                </a:solidFill>
                <a:latin typeface="Arial"/>
                <a:ea typeface="Arial"/>
                <a:cs typeface="Arial"/>
              </a:defRPr>
            </a:lvl2pPr>
            <a:lvl3pPr>
              <a:defRPr sz="2850" b="1">
                <a:solidFill>
                  <a:srgbClr val="202B33"/>
                </a:solidFill>
                <a:latin typeface="Arial"/>
                <a:ea typeface="Arial"/>
                <a:cs typeface="Arial"/>
              </a:defRPr>
            </a:lvl3pPr>
            <a:lvl4pPr>
              <a:defRPr sz="2850" b="1">
                <a:solidFill>
                  <a:srgbClr val="202B33"/>
                </a:solidFill>
                <a:latin typeface="Arial"/>
                <a:ea typeface="Arial"/>
                <a:cs typeface="Arial"/>
              </a:defRPr>
            </a:lvl4pPr>
            <a:lvl5pPr>
              <a:defRPr sz="2850" b="1">
                <a:solidFill>
                  <a:srgbClr val="202B33"/>
                </a:solidFill>
                <a:latin typeface="Arial"/>
                <a:ea typeface="Arial"/>
                <a:cs typeface="Arial"/>
              </a:defRPr>
            </a:lvl5pPr>
            <a:lvl6pPr>
              <a:defRPr sz="2850" b="1">
                <a:solidFill>
                  <a:srgbClr val="202B33"/>
                </a:solidFill>
                <a:latin typeface="Arial"/>
                <a:ea typeface="Arial"/>
                <a:cs typeface="Arial"/>
              </a:defRPr>
            </a:lvl6pPr>
            <a:lvl7pPr>
              <a:defRPr sz="2850" b="1">
                <a:solidFill>
                  <a:srgbClr val="202B33"/>
                </a:solidFill>
                <a:latin typeface="Arial"/>
                <a:ea typeface="Arial"/>
                <a:cs typeface="Arial"/>
              </a:defRPr>
            </a:lvl7pPr>
            <a:lvl8pPr>
              <a:defRPr sz="2850" b="1">
                <a:solidFill>
                  <a:srgbClr val="202B33"/>
                </a:solidFill>
                <a:latin typeface="Arial"/>
                <a:ea typeface="Arial"/>
                <a:cs typeface="Arial"/>
              </a:defRPr>
            </a:lvl8pPr>
            <a:lvl9pPr>
              <a:defRPr sz="2850" b="1">
                <a:solidFill>
                  <a:srgbClr val="202B33"/>
                </a:solidFill>
                <a:latin typeface="Arial"/>
                <a:ea typeface="Arial"/>
                <a:cs typeface="Arial"/>
              </a:defRPr>
            </a:lvl9pPr>
          </a:lstStyle>
          <a:p xmlns:a="http://schemas.openxmlformats.org/drawingml/2006/main">
            <a:pPr>
              <a:defRPr sz="2850" b="1">
                <a:solidFill>
                  <a:srgbClr val="202B33"/>
                </a:solidFill>
                <a:latin typeface="Arial"/>
                <a:ea typeface="Arial"/>
                <a:cs typeface="Arial"/>
              </a:defRPr>
            </a:pPr>
            <a:r>
              <a:rPr sz="2850" b="1">
                <a:solidFill>
                  <a:srgbClr val="202B33"/>
                </a:solidFill>
                <a:latin typeface="Arial"/>
                <a:ea typeface="Arial"/>
                <a:cs typeface="Arial"/>
              </a:rPr>
              <a:t>Ilya Kats</a:t>
            </a:r>
          </a:p>
        </p:txBody>
      </p:sp>
      <p:sp>
        <p:nvSpPr>
          <p:cNvPr id="5" name="">
            <a:extLst xmlns:a="http://schemas.openxmlformats.org/drawingml/2006/main">
              <a:ext uri="{FF2B5EF4-FFF2-40B4-BE49-F238E27FC236}">
                <a16:creationId xmlns:a16="http://schemas.microsoft.com/office/drawing/2014/main" id="{82A36B1A-CD04-4CB7-966E-8D77A4F564BC}"/>
              </a:ext>
            </a:extLst>
          </p:cNvPr>
          <p:cNvSpPr>
            <a:spLocks xmlns:a="http://schemas.openxmlformats.org/drawingml/2006/main" noGrp="1"/>
          </p:cNvSpPr>
          <p:nvPr/>
        </p:nvSpPr>
        <p:spPr>
          <a:xfrm xmlns:a="http://schemas.openxmlformats.org/drawingml/2006/main">
            <a:off x="609600" y="416242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Montag, 16:00 Uhr</a:t>
            </a:r>
          </a:p>
        </p:txBody>
      </p:sp>
      <p:sp>
        <p:nvSpPr>
          <p:cNvPr id="6" name="">
            <a:extLst xmlns:a="http://schemas.openxmlformats.org/drawingml/2006/main">
              <a:ext uri="{FF2B5EF4-FFF2-40B4-BE49-F238E27FC236}">
                <a16:creationId xmlns:a16="http://schemas.microsoft.com/office/drawing/2014/main" id="{7806064A-0B7D-40A2-8D4C-990E1CDCDD76}"/>
              </a:ext>
            </a:extLst>
          </p:cNvPr>
          <p:cNvSpPr>
            <a:spLocks xmlns:a="http://schemas.openxmlformats.org/drawingml/2006/main" noGrp="1"/>
          </p:cNvSpPr>
          <p:nvPr/>
        </p:nvSpPr>
        <p:spPr>
          <a:xfrm xmlns:a="http://schemas.openxmlformats.org/drawingml/2006/main">
            <a:off x="609600" y="4562475"/>
            <a:ext cx="666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96773"/>
                </a:solidFill>
                <a:latin typeface="Arial"/>
                <a:ea typeface="Arial"/>
                <a:cs typeface="Arial"/>
              </a:defRPr>
            </a:defPPr>
            <a:lvl1pPr>
              <a:defRPr sz="1875" b="0">
                <a:solidFill>
                  <a:srgbClr val="596773"/>
                </a:solidFill>
                <a:latin typeface="Arial"/>
                <a:ea typeface="Arial"/>
                <a:cs typeface="Arial"/>
              </a:defRPr>
            </a:lvl1pPr>
            <a:lvl2pPr>
              <a:defRPr sz="1875" b="0">
                <a:solidFill>
                  <a:srgbClr val="596773"/>
                </a:solidFill>
                <a:latin typeface="Arial"/>
                <a:ea typeface="Arial"/>
                <a:cs typeface="Arial"/>
              </a:defRPr>
            </a:lvl2pPr>
            <a:lvl3pPr>
              <a:defRPr sz="1875" b="0">
                <a:solidFill>
                  <a:srgbClr val="596773"/>
                </a:solidFill>
                <a:latin typeface="Arial"/>
                <a:ea typeface="Arial"/>
                <a:cs typeface="Arial"/>
              </a:defRPr>
            </a:lvl3pPr>
            <a:lvl4pPr>
              <a:defRPr sz="1875" b="0">
                <a:solidFill>
                  <a:srgbClr val="596773"/>
                </a:solidFill>
                <a:latin typeface="Arial"/>
                <a:ea typeface="Arial"/>
                <a:cs typeface="Arial"/>
              </a:defRPr>
            </a:lvl4pPr>
            <a:lvl5pPr>
              <a:defRPr sz="1875" b="0">
                <a:solidFill>
                  <a:srgbClr val="596773"/>
                </a:solidFill>
                <a:latin typeface="Arial"/>
                <a:ea typeface="Arial"/>
                <a:cs typeface="Arial"/>
              </a:defRPr>
            </a:lvl5pPr>
            <a:lvl6pPr>
              <a:defRPr sz="1875" b="0">
                <a:solidFill>
                  <a:srgbClr val="596773"/>
                </a:solidFill>
                <a:latin typeface="Arial"/>
                <a:ea typeface="Arial"/>
                <a:cs typeface="Arial"/>
              </a:defRPr>
            </a:lvl6pPr>
            <a:lvl7pPr>
              <a:defRPr sz="1875" b="0">
                <a:solidFill>
                  <a:srgbClr val="596773"/>
                </a:solidFill>
                <a:latin typeface="Arial"/>
                <a:ea typeface="Arial"/>
                <a:cs typeface="Arial"/>
              </a:defRPr>
            </a:lvl7pPr>
            <a:lvl8pPr>
              <a:defRPr sz="1875" b="0">
                <a:solidFill>
                  <a:srgbClr val="596773"/>
                </a:solidFill>
                <a:latin typeface="Arial"/>
                <a:ea typeface="Arial"/>
                <a:cs typeface="Arial"/>
              </a:defRPr>
            </a:lvl8pPr>
            <a:lvl9pPr>
              <a:defRPr sz="1875" b="0">
                <a:solidFill>
                  <a:srgbClr val="596773"/>
                </a:solidFill>
                <a:latin typeface="Arial"/>
                <a:ea typeface="Arial"/>
                <a:cs typeface="Arial"/>
              </a:defRPr>
            </a:lvl9pPr>
          </a:lstStyle>
          <a:p xmlns:a="http://schemas.openxmlformats.org/drawingml/2006/main">
            <a:pPr>
              <a:defRPr sz="1875" b="0">
                <a:solidFill>
                  <a:srgbClr val="596773"/>
                </a:solidFill>
                <a:latin typeface="Arial"/>
                <a:ea typeface="Arial"/>
                <a:cs typeface="Arial"/>
              </a:defRPr>
            </a:pPr>
            <a:r>
              <a:rPr sz="1875" b="0">
                <a:solidFill>
                  <a:srgbClr val="596773"/>
                </a:solidFill>
                <a:latin typeface="Arial"/>
                <a:ea typeface="Arial"/>
                <a:cs typeface="Arial"/>
              </a:rPr>
              <a:t>Raum 02.11.018</a:t>
            </a:r>
          </a:p>
        </p:txBody>
      </p:sp>
      <p:sp>
        <p:nvSpPr>
          <p:cNvPr id="7" name="">
            <a:extLst xmlns:a="http://schemas.openxmlformats.org/drawingml/2006/main">
              <a:ext uri="{FF2B5EF4-FFF2-40B4-BE49-F238E27FC236}">
                <a16:creationId xmlns:a16="http://schemas.microsoft.com/office/drawing/2014/main" id="{B2BC7248-F94B-4A11-979D-1EBD22964FC9}"/>
              </a:ext>
            </a:extLst>
          </p:cNvPr>
          <p:cNvSpPr>
            <a:spLocks xmlns:a="http://schemas.openxmlformats.org/drawingml/2006/main" noGrp="1"/>
          </p:cNvSpPr>
          <p:nvPr/>
        </p:nvSpPr>
        <p:spPr>
          <a:xfrm xmlns:a="http://schemas.openxmlformats.org/drawingml/2006/main">
            <a:off x="609600" y="5133975"/>
            <a:ext cx="666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02B33"/>
                </a:solidFill>
                <a:latin typeface="Arial"/>
                <a:ea typeface="Arial"/>
                <a:cs typeface="Arial"/>
              </a:defRPr>
            </a:defPPr>
            <a:lvl1pPr>
              <a:defRPr sz="2175" b="0">
                <a:solidFill>
                  <a:srgbClr val="202B33"/>
                </a:solidFill>
                <a:latin typeface="Arial"/>
                <a:ea typeface="Arial"/>
                <a:cs typeface="Arial"/>
              </a:defRPr>
            </a:lvl1pPr>
            <a:lvl2pPr>
              <a:defRPr sz="2175" b="0">
                <a:solidFill>
                  <a:srgbClr val="202B33"/>
                </a:solidFill>
                <a:latin typeface="Arial"/>
                <a:ea typeface="Arial"/>
                <a:cs typeface="Arial"/>
              </a:defRPr>
            </a:lvl2pPr>
            <a:lvl3pPr>
              <a:defRPr sz="2175" b="0">
                <a:solidFill>
                  <a:srgbClr val="202B33"/>
                </a:solidFill>
                <a:latin typeface="Arial"/>
                <a:ea typeface="Arial"/>
                <a:cs typeface="Arial"/>
              </a:defRPr>
            </a:lvl3pPr>
            <a:lvl4pPr>
              <a:defRPr sz="2175" b="0">
                <a:solidFill>
                  <a:srgbClr val="202B33"/>
                </a:solidFill>
                <a:latin typeface="Arial"/>
                <a:ea typeface="Arial"/>
                <a:cs typeface="Arial"/>
              </a:defRPr>
            </a:lvl4pPr>
            <a:lvl5pPr>
              <a:defRPr sz="2175" b="0">
                <a:solidFill>
                  <a:srgbClr val="202B33"/>
                </a:solidFill>
                <a:latin typeface="Arial"/>
                <a:ea typeface="Arial"/>
                <a:cs typeface="Arial"/>
              </a:defRPr>
            </a:lvl5pPr>
            <a:lvl6pPr>
              <a:defRPr sz="2175" b="0">
                <a:solidFill>
                  <a:srgbClr val="202B33"/>
                </a:solidFill>
                <a:latin typeface="Arial"/>
                <a:ea typeface="Arial"/>
                <a:cs typeface="Arial"/>
              </a:defRPr>
            </a:lvl6pPr>
            <a:lvl7pPr>
              <a:defRPr sz="2175" b="0">
                <a:solidFill>
                  <a:srgbClr val="202B33"/>
                </a:solidFill>
                <a:latin typeface="Arial"/>
                <a:ea typeface="Arial"/>
                <a:cs typeface="Arial"/>
              </a:defRPr>
            </a:lvl7pPr>
            <a:lvl8pPr>
              <a:defRPr sz="2175" b="0">
                <a:solidFill>
                  <a:srgbClr val="202B33"/>
                </a:solidFill>
                <a:latin typeface="Arial"/>
                <a:ea typeface="Arial"/>
                <a:cs typeface="Arial"/>
              </a:defRPr>
            </a:lvl8pPr>
            <a:lvl9pPr>
              <a:defRPr sz="2175" b="0">
                <a:solidFill>
                  <a:srgbClr val="202B33"/>
                </a:solidFill>
                <a:latin typeface="Arial"/>
                <a:ea typeface="Arial"/>
                <a:cs typeface="Arial"/>
              </a:defRPr>
            </a:lvl9pPr>
          </a:lstStyle>
          <a:p xmlns:a="http://schemas.openxmlformats.org/drawingml/2006/main">
            <a:pPr>
              <a:defRPr sz="2175" b="0">
                <a:solidFill>
                  <a:srgbClr val="202B33"/>
                </a:solidFill>
                <a:latin typeface="Arial"/>
                <a:ea typeface="Arial"/>
                <a:cs typeface="Arial"/>
              </a:defRPr>
            </a:pPr>
            <a:r>
              <a:rPr sz="2175" b="0">
                <a:solidFill>
                  <a:srgbClr val="202B33"/>
                </a:solidFill>
                <a:latin typeface="Arial"/>
                <a:ea typeface="Arial"/>
                <a:cs typeface="Arial"/>
              </a:rPr>
              <a:t>Mittwoch, 08:00 Uhr</a:t>
            </a:r>
          </a:p>
        </p:txBody>
      </p:sp>
      <p:sp>
        <p:nvSpPr>
          <p:cNvPr id="8" name="">
            <a:extLst xmlns:a="http://schemas.openxmlformats.org/drawingml/2006/main">
              <a:ext uri="{FF2B5EF4-FFF2-40B4-BE49-F238E27FC236}">
                <a16:creationId xmlns:a16="http://schemas.microsoft.com/office/drawing/2014/main" id="{01F33899-9642-436D-8602-DEC8A20BBC9C}"/>
              </a:ext>
            </a:extLst>
          </p:cNvPr>
          <p:cNvSpPr>
            <a:spLocks xmlns:a="http://schemas.openxmlformats.org/drawingml/2006/main" noGrp="1"/>
          </p:cNvSpPr>
          <p:nvPr/>
        </p:nvSpPr>
        <p:spPr>
          <a:xfrm xmlns:a="http://schemas.openxmlformats.org/drawingml/2006/main">
            <a:off x="609600" y="5534025"/>
            <a:ext cx="6667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96773"/>
                </a:solidFill>
                <a:latin typeface="Arial"/>
                <a:ea typeface="Arial"/>
                <a:cs typeface="Arial"/>
              </a:defRPr>
            </a:defPPr>
            <a:lvl1pPr>
              <a:defRPr sz="1875" b="0">
                <a:solidFill>
                  <a:srgbClr val="596773"/>
                </a:solidFill>
                <a:latin typeface="Arial"/>
                <a:ea typeface="Arial"/>
                <a:cs typeface="Arial"/>
              </a:defRPr>
            </a:lvl1pPr>
            <a:lvl2pPr>
              <a:defRPr sz="1875" b="0">
                <a:solidFill>
                  <a:srgbClr val="596773"/>
                </a:solidFill>
                <a:latin typeface="Arial"/>
                <a:ea typeface="Arial"/>
                <a:cs typeface="Arial"/>
              </a:defRPr>
            </a:lvl2pPr>
            <a:lvl3pPr>
              <a:defRPr sz="1875" b="0">
                <a:solidFill>
                  <a:srgbClr val="596773"/>
                </a:solidFill>
                <a:latin typeface="Arial"/>
                <a:ea typeface="Arial"/>
                <a:cs typeface="Arial"/>
              </a:defRPr>
            </a:lvl3pPr>
            <a:lvl4pPr>
              <a:defRPr sz="1875" b="0">
                <a:solidFill>
                  <a:srgbClr val="596773"/>
                </a:solidFill>
                <a:latin typeface="Arial"/>
                <a:ea typeface="Arial"/>
                <a:cs typeface="Arial"/>
              </a:defRPr>
            </a:lvl4pPr>
            <a:lvl5pPr>
              <a:defRPr sz="1875" b="0">
                <a:solidFill>
                  <a:srgbClr val="596773"/>
                </a:solidFill>
                <a:latin typeface="Arial"/>
                <a:ea typeface="Arial"/>
                <a:cs typeface="Arial"/>
              </a:defRPr>
            </a:lvl5pPr>
            <a:lvl6pPr>
              <a:defRPr sz="1875" b="0">
                <a:solidFill>
                  <a:srgbClr val="596773"/>
                </a:solidFill>
                <a:latin typeface="Arial"/>
                <a:ea typeface="Arial"/>
                <a:cs typeface="Arial"/>
              </a:defRPr>
            </a:lvl6pPr>
            <a:lvl7pPr>
              <a:defRPr sz="1875" b="0">
                <a:solidFill>
                  <a:srgbClr val="596773"/>
                </a:solidFill>
                <a:latin typeface="Arial"/>
                <a:ea typeface="Arial"/>
                <a:cs typeface="Arial"/>
              </a:defRPr>
            </a:lvl7pPr>
            <a:lvl8pPr>
              <a:defRPr sz="1875" b="0">
                <a:solidFill>
                  <a:srgbClr val="596773"/>
                </a:solidFill>
                <a:latin typeface="Arial"/>
                <a:ea typeface="Arial"/>
                <a:cs typeface="Arial"/>
              </a:defRPr>
            </a:lvl8pPr>
            <a:lvl9pPr>
              <a:defRPr sz="1875" b="0">
                <a:solidFill>
                  <a:srgbClr val="596773"/>
                </a:solidFill>
                <a:latin typeface="Arial"/>
                <a:ea typeface="Arial"/>
                <a:cs typeface="Arial"/>
              </a:defRPr>
            </a:lvl9pPr>
          </a:lstStyle>
          <a:p xmlns:a="http://schemas.openxmlformats.org/drawingml/2006/main">
            <a:pPr>
              <a:defRPr sz="1875" b="0">
                <a:solidFill>
                  <a:srgbClr val="596773"/>
                </a:solidFill>
                <a:latin typeface="Arial"/>
                <a:ea typeface="Arial"/>
                <a:cs typeface="Arial"/>
              </a:defRPr>
            </a:pPr>
            <a:r>
              <a:rPr sz="1875" b="0">
                <a:solidFill>
                  <a:srgbClr val="596773"/>
                </a:solidFill>
                <a:latin typeface="Arial"/>
                <a:ea typeface="Arial"/>
                <a:cs typeface="Arial"/>
              </a:rPr>
              <a:t>Raum 02.09.014</a:t>
            </a:r>
          </a:p>
        </p:txBody>
      </p:sp>
      <p:pic>
        <p:nvPicPr>
          <p:cNvPr id="9" name="">
            <a:extLst xmlns:a="http://schemas.openxmlformats.org/drawingml/2006/main">
              <a:ext uri="{FF2B5EF4-FFF2-40B4-BE49-F238E27FC236}">
                <a16:creationId xmlns:a16="http://schemas.microsoft.com/office/drawing/2014/main" id="{B57C27E6-BD8D-4C33-83A1-AB1AEA901F55}"/>
              </a:ext>
            </a:extLst>
          </p:cNvPr>
          <p:cNvPicPr>
            <a:picLocks xmlns:a="http://schemas.openxmlformats.org/drawingml/2006/main" noChangeAspect="1"/>
          </p:cNvPicPr>
          <p:nvPr/>
        </p:nvPicPr>
        <p:blipFill>
          <a:blip xmlns:r="http://schemas.openxmlformats.org/officeDocument/2006/relationships" xmlns:a="http://schemas.openxmlformats.org/drawingml/2006/main" r:embed="R66e7ca3db7954762"/>
          <a:stretch xmlns:a="http://schemas.openxmlformats.org/drawingml/2006/main"/>
        </p:blipFill>
        <p:spPr>
          <a:xfrm xmlns:a="http://schemas.openxmlformats.org/drawingml/2006/main">
            <a:off x="8524875" y="2943225"/>
            <a:ext cx="2381250" cy="238125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3511DB42-AF8B-4847-84A5-4A312F1668BD}"/>
              </a:ext>
            </a:extLst>
          </p:cNvPr>
          <p:cNvSpPr>
            <a:spLocks xmlns:a="http://schemas.openxmlformats.org/drawingml/2006/main" noGrp="1"/>
          </p:cNvSpPr>
          <p:nvPr/>
        </p:nvSpPr>
        <p:spPr>
          <a:xfrm xmlns:a="http://schemas.openxmlformats.org/drawingml/2006/main">
            <a:off x="8010525" y="5476875"/>
            <a:ext cx="3619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1">
                <a:solidFill>
                  <a:srgbClr val="005293"/>
                </a:solidFill>
                <a:latin typeface="Arial"/>
                <a:ea typeface="Arial"/>
                <a:cs typeface="Arial"/>
              </a:defRPr>
            </a:defPPr>
            <a:lvl1pPr>
              <a:defRPr sz="1950" b="1">
                <a:solidFill>
                  <a:srgbClr val="005293"/>
                </a:solidFill>
                <a:latin typeface="Arial"/>
                <a:ea typeface="Arial"/>
                <a:cs typeface="Arial"/>
              </a:defRPr>
            </a:lvl1pPr>
            <a:lvl2pPr>
              <a:defRPr sz="1950" b="1">
                <a:solidFill>
                  <a:srgbClr val="005293"/>
                </a:solidFill>
                <a:latin typeface="Arial"/>
                <a:ea typeface="Arial"/>
                <a:cs typeface="Arial"/>
              </a:defRPr>
            </a:lvl2pPr>
            <a:lvl3pPr>
              <a:defRPr sz="1950" b="1">
                <a:solidFill>
                  <a:srgbClr val="005293"/>
                </a:solidFill>
                <a:latin typeface="Arial"/>
                <a:ea typeface="Arial"/>
                <a:cs typeface="Arial"/>
              </a:defRPr>
            </a:lvl3pPr>
            <a:lvl4pPr>
              <a:defRPr sz="1950" b="1">
                <a:solidFill>
                  <a:srgbClr val="005293"/>
                </a:solidFill>
                <a:latin typeface="Arial"/>
                <a:ea typeface="Arial"/>
                <a:cs typeface="Arial"/>
              </a:defRPr>
            </a:lvl4pPr>
            <a:lvl5pPr>
              <a:defRPr sz="1950" b="1">
                <a:solidFill>
                  <a:srgbClr val="005293"/>
                </a:solidFill>
                <a:latin typeface="Arial"/>
                <a:ea typeface="Arial"/>
                <a:cs typeface="Arial"/>
              </a:defRPr>
            </a:lvl5pPr>
            <a:lvl6pPr>
              <a:defRPr sz="1950" b="1">
                <a:solidFill>
                  <a:srgbClr val="005293"/>
                </a:solidFill>
                <a:latin typeface="Arial"/>
                <a:ea typeface="Arial"/>
                <a:cs typeface="Arial"/>
              </a:defRPr>
            </a:lvl6pPr>
            <a:lvl7pPr>
              <a:defRPr sz="1950" b="1">
                <a:solidFill>
                  <a:srgbClr val="005293"/>
                </a:solidFill>
                <a:latin typeface="Arial"/>
                <a:ea typeface="Arial"/>
                <a:cs typeface="Arial"/>
              </a:defRPr>
            </a:lvl7pPr>
            <a:lvl8pPr>
              <a:defRPr sz="1950" b="1">
                <a:solidFill>
                  <a:srgbClr val="005293"/>
                </a:solidFill>
                <a:latin typeface="Arial"/>
                <a:ea typeface="Arial"/>
                <a:cs typeface="Arial"/>
              </a:defRPr>
            </a:lvl8pPr>
            <a:lvl9pPr>
              <a:defRPr sz="1950" b="1">
                <a:solidFill>
                  <a:srgbClr val="005293"/>
                </a:solidFill>
                <a:latin typeface="Arial"/>
                <a:ea typeface="Arial"/>
                <a:cs typeface="Arial"/>
              </a:defRPr>
            </a:lvl9pPr>
          </a:lstStyle>
          <a:p xmlns:a="http://schemas.openxmlformats.org/drawingml/2006/main">
            <a:pPr>
              <a:defRPr sz="1950" b="1">
                <a:solidFill>
                  <a:srgbClr val="005293"/>
                </a:solidFill>
                <a:latin typeface="Arial"/>
                <a:ea typeface="Arial"/>
                <a:cs typeface="Arial"/>
              </a:defRPr>
            </a:pPr>
            <a:r>
              <a:rPr sz="1950" b="1">
                <a:solidFill>
                  <a:srgbClr val="005293"/>
                </a:solidFill>
                <a:latin typeface="Arial"/>
                <a:ea typeface="Arial"/>
                <a:cs typeface="Arial"/>
              </a:rPr>
              <a:t>Folien und Materialien</a:t>
            </a:r>
          </a:p>
        </p:txBody>
      </p:sp>
      <p:sp>
        <p:nvSpPr>
          <p:cNvPr id="11" name="">
            <a:extLst xmlns:a="http://schemas.openxmlformats.org/drawingml/2006/main">
              <a:ext uri="{FF2B5EF4-FFF2-40B4-BE49-F238E27FC236}">
                <a16:creationId xmlns:a16="http://schemas.microsoft.com/office/drawing/2014/main" id="{B07CD4A1-6DE6-4216-A33C-AA9AC8075ABB}"/>
              </a:ext>
            </a:extLst>
          </p:cNvPr>
          <p:cNvSpPr>
            <a:spLocks xmlns:a="http://schemas.openxmlformats.org/drawingml/2006/main" noGrp="1"/>
          </p:cNvSpPr>
          <p:nvPr/>
        </p:nvSpPr>
        <p:spPr>
          <a:xfrm xmlns:a="http://schemas.openxmlformats.org/drawingml/2006/main">
            <a:off x="609600" y="6315075"/>
            <a:ext cx="1095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005293"/>
                </a:solidFill>
                <a:latin typeface="Arial"/>
                <a:ea typeface="Arial"/>
                <a:cs typeface="Arial"/>
              </a:defRPr>
            </a:defPPr>
            <a:lvl1pPr>
              <a:defRPr sz="1575" b="0">
                <a:solidFill>
                  <a:srgbClr val="005293"/>
                </a:solidFill>
                <a:latin typeface="Arial"/>
                <a:ea typeface="Arial"/>
                <a:cs typeface="Arial"/>
              </a:defRPr>
            </a:lvl1pPr>
            <a:lvl2pPr>
              <a:defRPr sz="1575" b="0">
                <a:solidFill>
                  <a:srgbClr val="005293"/>
                </a:solidFill>
                <a:latin typeface="Arial"/>
                <a:ea typeface="Arial"/>
                <a:cs typeface="Arial"/>
              </a:defRPr>
            </a:lvl2pPr>
            <a:lvl3pPr>
              <a:defRPr sz="1575" b="0">
                <a:solidFill>
                  <a:srgbClr val="005293"/>
                </a:solidFill>
                <a:latin typeface="Arial"/>
                <a:ea typeface="Arial"/>
                <a:cs typeface="Arial"/>
              </a:defRPr>
            </a:lvl3pPr>
            <a:lvl4pPr>
              <a:defRPr sz="1575" b="0">
                <a:solidFill>
                  <a:srgbClr val="005293"/>
                </a:solidFill>
                <a:latin typeface="Arial"/>
                <a:ea typeface="Arial"/>
                <a:cs typeface="Arial"/>
              </a:defRPr>
            </a:lvl4pPr>
            <a:lvl5pPr>
              <a:defRPr sz="1575" b="0">
                <a:solidFill>
                  <a:srgbClr val="005293"/>
                </a:solidFill>
                <a:latin typeface="Arial"/>
                <a:ea typeface="Arial"/>
                <a:cs typeface="Arial"/>
              </a:defRPr>
            </a:lvl5pPr>
            <a:lvl6pPr>
              <a:defRPr sz="1575" b="0">
                <a:solidFill>
                  <a:srgbClr val="005293"/>
                </a:solidFill>
                <a:latin typeface="Arial"/>
                <a:ea typeface="Arial"/>
                <a:cs typeface="Arial"/>
              </a:defRPr>
            </a:lvl6pPr>
            <a:lvl7pPr>
              <a:defRPr sz="1575" b="0">
                <a:solidFill>
                  <a:srgbClr val="005293"/>
                </a:solidFill>
                <a:latin typeface="Arial"/>
                <a:ea typeface="Arial"/>
                <a:cs typeface="Arial"/>
              </a:defRPr>
            </a:lvl7pPr>
            <a:lvl8pPr>
              <a:defRPr sz="1575" b="0">
                <a:solidFill>
                  <a:srgbClr val="005293"/>
                </a:solidFill>
                <a:latin typeface="Arial"/>
                <a:ea typeface="Arial"/>
                <a:cs typeface="Arial"/>
              </a:defRPr>
            </a:lvl8pPr>
            <a:lvl9pPr>
              <a:defRPr sz="1575" b="0">
                <a:solidFill>
                  <a:srgbClr val="005293"/>
                </a:solidFill>
                <a:latin typeface="Arial"/>
                <a:ea typeface="Arial"/>
                <a:cs typeface="Arial"/>
              </a:defRPr>
            </a:lvl9pPr>
          </a:lstStyle>
          <a:p xmlns:a="http://schemas.openxmlformats.org/drawingml/2006/main">
            <a:pPr>
              <a:defRPr sz="1575" b="0">
                <a:solidFill>
                  <a:srgbClr val="005293"/>
                </a:solidFill>
                <a:latin typeface="Arial"/>
                <a:ea typeface="Arial"/>
                <a:cs typeface="Arial"/>
              </a:defRPr>
            </a:pPr>
            <a:r>
              <a:rPr sz="1575" b="0">
                <a:solidFill>
                  <a:srgbClr val="005293"/>
                </a:solidFill>
                <a:latin typeface="Arial"/>
                <a:ea typeface="Arial"/>
                <a:cs typeface="Arial"/>
              </a:rPr>
              <a:t>github.com/IlyaKats2005/GDB_2026-2027_Tutorium</a:t>
            </a:r>
          </a:p>
        </p:txBody>
      </p:sp>
    </p:spTree>
    <p:extLst>
      <p:ext uri="{BB962C8B-B14F-4D97-AF65-F5344CB8AC3E}">
        <p14:creationId xmlns:p14="http://schemas.microsoft.com/office/powerpoint/2010/main" val="3227370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47CBBAD2-DC39-43E9-A0ED-C94131DAE0F7}"/>
              </a:ext>
            </a:extLst>
          </p:cNvPr>
          <p:cNvSpPr>
            <a:spLocks xmlns:a="http://schemas.openxmlformats.org/drawingml/2006/main" noGrp="1"/>
          </p:cNvSpPr>
          <p:nvPr/>
        </p:nvSpPr>
        <p:spPr>
          <a:xfrm xmlns:a="http://schemas.openxmlformats.org/drawingml/2006/main">
            <a:off x="609600" y="42862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005293"/>
                </a:solidFill>
                <a:latin typeface="Arial"/>
                <a:ea typeface="Arial"/>
                <a:cs typeface="Arial"/>
              </a:defRPr>
            </a:defPPr>
            <a:lvl1pPr>
              <a:defRPr sz="3450" b="1">
                <a:solidFill>
                  <a:srgbClr val="005293"/>
                </a:solidFill>
                <a:latin typeface="Arial"/>
                <a:ea typeface="Arial"/>
                <a:cs typeface="Arial"/>
              </a:defRPr>
            </a:lvl1pPr>
            <a:lvl2pPr>
              <a:defRPr sz="3450" b="1">
                <a:solidFill>
                  <a:srgbClr val="005293"/>
                </a:solidFill>
                <a:latin typeface="Arial"/>
                <a:ea typeface="Arial"/>
                <a:cs typeface="Arial"/>
              </a:defRPr>
            </a:lvl2pPr>
            <a:lvl3pPr>
              <a:defRPr sz="3450" b="1">
                <a:solidFill>
                  <a:srgbClr val="005293"/>
                </a:solidFill>
                <a:latin typeface="Arial"/>
                <a:ea typeface="Arial"/>
                <a:cs typeface="Arial"/>
              </a:defRPr>
            </a:lvl3pPr>
            <a:lvl4pPr>
              <a:defRPr sz="3450" b="1">
                <a:solidFill>
                  <a:srgbClr val="005293"/>
                </a:solidFill>
                <a:latin typeface="Arial"/>
                <a:ea typeface="Arial"/>
                <a:cs typeface="Arial"/>
              </a:defRPr>
            </a:lvl4pPr>
            <a:lvl5pPr>
              <a:defRPr sz="3450" b="1">
                <a:solidFill>
                  <a:srgbClr val="005293"/>
                </a:solidFill>
                <a:latin typeface="Arial"/>
                <a:ea typeface="Arial"/>
                <a:cs typeface="Arial"/>
              </a:defRPr>
            </a:lvl5pPr>
            <a:lvl6pPr>
              <a:defRPr sz="3450" b="1">
                <a:solidFill>
                  <a:srgbClr val="005293"/>
                </a:solidFill>
                <a:latin typeface="Arial"/>
                <a:ea typeface="Arial"/>
                <a:cs typeface="Arial"/>
              </a:defRPr>
            </a:lvl6pPr>
            <a:lvl7pPr>
              <a:defRPr sz="3450" b="1">
                <a:solidFill>
                  <a:srgbClr val="005293"/>
                </a:solidFill>
                <a:latin typeface="Arial"/>
                <a:ea typeface="Arial"/>
                <a:cs typeface="Arial"/>
              </a:defRPr>
            </a:lvl7pPr>
            <a:lvl8pPr>
              <a:defRPr sz="3450" b="1">
                <a:solidFill>
                  <a:srgbClr val="005293"/>
                </a:solidFill>
                <a:latin typeface="Arial"/>
                <a:ea typeface="Arial"/>
                <a:cs typeface="Arial"/>
              </a:defRPr>
            </a:lvl8pPr>
            <a:lvl9pPr>
              <a:defRPr sz="3450" b="1">
                <a:solidFill>
                  <a:srgbClr val="005293"/>
                </a:solidFill>
                <a:latin typeface="Arial"/>
                <a:ea typeface="Arial"/>
                <a:cs typeface="Arial"/>
              </a:defRPr>
            </a:lvl9pPr>
          </a:lstStyle>
          <a:p xmlns:a="http://schemas.openxmlformats.org/drawingml/2006/main">
            <a:pPr>
              <a:defRPr sz="3450" b="1">
                <a:solidFill>
                  <a:srgbClr val="005293"/>
                </a:solidFill>
                <a:latin typeface="Arial"/>
                <a:ea typeface="Arial"/>
                <a:cs typeface="Arial"/>
              </a:defRPr>
            </a:pPr>
            <a:r>
              <a:rPr sz="3450" b="1">
                <a:solidFill>
                  <a:srgbClr val="005293"/>
                </a:solidFill>
                <a:latin typeface="Arial"/>
                <a:ea typeface="Arial"/>
                <a:cs typeface="Arial"/>
              </a:rPr>
              <a:t>Das Bonussystem</a:t>
            </a:r>
          </a:p>
        </p:txBody>
      </p:sp>
      <p:sp>
        <p:nvSpPr>
          <p:cNvPr id="2" name="">
            <a:extLst xmlns:a="http://schemas.openxmlformats.org/drawingml/2006/main">
              <a:ext uri="{FF2B5EF4-FFF2-40B4-BE49-F238E27FC236}">
                <a16:creationId xmlns:a16="http://schemas.microsoft.com/office/drawing/2014/main" id="{82E3B6D6-FEB6-48CB-9A96-62B32AF70191}"/>
              </a:ext>
            </a:extLst>
          </p:cNvPr>
          <p:cNvSpPr>
            <a:spLocks xmlns:a="http://schemas.openxmlformats.org/drawingml/2006/main" noGrp="1"/>
          </p:cNvSpPr>
          <p:nvPr/>
        </p:nvSpPr>
        <p:spPr>
          <a:xfrm xmlns:a="http://schemas.openxmlformats.org/drawingml/2006/main">
            <a:off x="609600" y="640080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96773"/>
                </a:solidFill>
                <a:latin typeface="Arial"/>
                <a:ea typeface="Arial"/>
                <a:cs typeface="Arial"/>
              </a:defRPr>
            </a:defPPr>
            <a:lvl1pPr>
              <a:defRPr sz="1275" b="0">
                <a:solidFill>
                  <a:srgbClr val="596773"/>
                </a:solidFill>
                <a:latin typeface="Arial"/>
                <a:ea typeface="Arial"/>
                <a:cs typeface="Arial"/>
              </a:defRPr>
            </a:lvl1pPr>
            <a:lvl2pPr>
              <a:defRPr sz="1275" b="0">
                <a:solidFill>
                  <a:srgbClr val="596773"/>
                </a:solidFill>
                <a:latin typeface="Arial"/>
                <a:ea typeface="Arial"/>
                <a:cs typeface="Arial"/>
              </a:defRPr>
            </a:lvl2pPr>
            <a:lvl3pPr>
              <a:defRPr sz="1275" b="0">
                <a:solidFill>
                  <a:srgbClr val="596773"/>
                </a:solidFill>
                <a:latin typeface="Arial"/>
                <a:ea typeface="Arial"/>
                <a:cs typeface="Arial"/>
              </a:defRPr>
            </a:lvl3pPr>
            <a:lvl4pPr>
              <a:defRPr sz="1275" b="0">
                <a:solidFill>
                  <a:srgbClr val="596773"/>
                </a:solidFill>
                <a:latin typeface="Arial"/>
                <a:ea typeface="Arial"/>
                <a:cs typeface="Arial"/>
              </a:defRPr>
            </a:lvl4pPr>
            <a:lvl5pPr>
              <a:defRPr sz="1275" b="0">
                <a:solidFill>
                  <a:srgbClr val="596773"/>
                </a:solidFill>
                <a:latin typeface="Arial"/>
                <a:ea typeface="Arial"/>
                <a:cs typeface="Arial"/>
              </a:defRPr>
            </a:lvl5pPr>
            <a:lvl6pPr>
              <a:defRPr sz="1275" b="0">
                <a:solidFill>
                  <a:srgbClr val="596773"/>
                </a:solidFill>
                <a:latin typeface="Arial"/>
                <a:ea typeface="Arial"/>
                <a:cs typeface="Arial"/>
              </a:defRPr>
            </a:lvl6pPr>
            <a:lvl7pPr>
              <a:defRPr sz="1275" b="0">
                <a:solidFill>
                  <a:srgbClr val="596773"/>
                </a:solidFill>
                <a:latin typeface="Arial"/>
                <a:ea typeface="Arial"/>
                <a:cs typeface="Arial"/>
              </a:defRPr>
            </a:lvl7pPr>
            <a:lvl8pPr>
              <a:defRPr sz="1275" b="0">
                <a:solidFill>
                  <a:srgbClr val="596773"/>
                </a:solidFill>
                <a:latin typeface="Arial"/>
                <a:ea typeface="Arial"/>
                <a:cs typeface="Arial"/>
              </a:defRPr>
            </a:lvl8pPr>
            <a:lvl9pPr>
              <a:defRPr sz="1275" b="0">
                <a:solidFill>
                  <a:srgbClr val="596773"/>
                </a:solidFill>
                <a:latin typeface="Arial"/>
                <a:ea typeface="Arial"/>
                <a:cs typeface="Arial"/>
              </a:defRPr>
            </a:lvl9pPr>
          </a:lstStyle>
          <a:p xmlns:a="http://schemas.openxmlformats.org/drawingml/2006/main">
            <a:pPr>
              <a:defRPr sz="1275" b="0">
                <a:solidFill>
                  <a:srgbClr val="596773"/>
                </a:solidFill>
                <a:latin typeface="Arial"/>
                <a:ea typeface="Arial"/>
                <a:cs typeface="Arial"/>
              </a:defRPr>
            </a:pPr>
            <a:r>
              <a:rPr sz="1275" b="0">
                <a:solidFill>
                  <a:srgbClr val="596773"/>
                </a:solidFill>
                <a:latin typeface="Arial"/>
                <a:ea typeface="Arial"/>
                <a:cs typeface="Arial"/>
              </a:rPr>
              <a:t>Grundlagen: Datenbanken · WiSe 2026/27</a:t>
            </a:r>
          </a:p>
        </p:txBody>
      </p:sp>
      <p:sp>
        <p:nvSpPr>
          <p:cNvPr id="3" name="">
            <a:extLst xmlns:a="http://schemas.openxmlformats.org/drawingml/2006/main">
              <a:ext uri="{FF2B5EF4-FFF2-40B4-BE49-F238E27FC236}">
                <a16:creationId xmlns:a16="http://schemas.microsoft.com/office/drawing/2014/main" id="{4811E24E-92AE-4372-9B72-32167B6D39A8}"/>
              </a:ext>
            </a:extLst>
          </p:cNvPr>
          <p:cNvSpPr>
            <a:spLocks xmlns:a="http://schemas.openxmlformats.org/drawingml/2006/main" noGrp="1"/>
          </p:cNvSpPr>
          <p:nvPr/>
        </p:nvSpPr>
        <p:spPr>
          <a:xfrm xmlns:a="http://schemas.openxmlformats.org/drawingml/2006/main">
            <a:off x="11191875" y="6400800"/>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96773"/>
                </a:solidFill>
                <a:latin typeface="Arial"/>
                <a:ea typeface="Arial"/>
                <a:cs typeface="Arial"/>
              </a:defRPr>
            </a:defPPr>
            <a:lvl1pPr>
              <a:defRPr sz="1275" b="0">
                <a:solidFill>
                  <a:srgbClr val="596773"/>
                </a:solidFill>
                <a:latin typeface="Arial"/>
                <a:ea typeface="Arial"/>
                <a:cs typeface="Arial"/>
              </a:defRPr>
            </a:lvl1pPr>
            <a:lvl2pPr>
              <a:defRPr sz="1275" b="0">
                <a:solidFill>
                  <a:srgbClr val="596773"/>
                </a:solidFill>
                <a:latin typeface="Arial"/>
                <a:ea typeface="Arial"/>
                <a:cs typeface="Arial"/>
              </a:defRPr>
            </a:lvl2pPr>
            <a:lvl3pPr>
              <a:defRPr sz="1275" b="0">
                <a:solidFill>
                  <a:srgbClr val="596773"/>
                </a:solidFill>
                <a:latin typeface="Arial"/>
                <a:ea typeface="Arial"/>
                <a:cs typeface="Arial"/>
              </a:defRPr>
            </a:lvl3pPr>
            <a:lvl4pPr>
              <a:defRPr sz="1275" b="0">
                <a:solidFill>
                  <a:srgbClr val="596773"/>
                </a:solidFill>
                <a:latin typeface="Arial"/>
                <a:ea typeface="Arial"/>
                <a:cs typeface="Arial"/>
              </a:defRPr>
            </a:lvl4pPr>
            <a:lvl5pPr>
              <a:defRPr sz="1275" b="0">
                <a:solidFill>
                  <a:srgbClr val="596773"/>
                </a:solidFill>
                <a:latin typeface="Arial"/>
                <a:ea typeface="Arial"/>
                <a:cs typeface="Arial"/>
              </a:defRPr>
            </a:lvl5pPr>
            <a:lvl6pPr>
              <a:defRPr sz="1275" b="0">
                <a:solidFill>
                  <a:srgbClr val="596773"/>
                </a:solidFill>
                <a:latin typeface="Arial"/>
                <a:ea typeface="Arial"/>
                <a:cs typeface="Arial"/>
              </a:defRPr>
            </a:lvl6pPr>
            <a:lvl7pPr>
              <a:defRPr sz="1275" b="0">
                <a:solidFill>
                  <a:srgbClr val="596773"/>
                </a:solidFill>
                <a:latin typeface="Arial"/>
                <a:ea typeface="Arial"/>
                <a:cs typeface="Arial"/>
              </a:defRPr>
            </a:lvl7pPr>
            <a:lvl8pPr>
              <a:defRPr sz="1275" b="0">
                <a:solidFill>
                  <a:srgbClr val="596773"/>
                </a:solidFill>
                <a:latin typeface="Arial"/>
                <a:ea typeface="Arial"/>
                <a:cs typeface="Arial"/>
              </a:defRPr>
            </a:lvl8pPr>
            <a:lvl9pPr>
              <a:defRPr sz="1275" b="0">
                <a:solidFill>
                  <a:srgbClr val="596773"/>
                </a:solidFill>
                <a:latin typeface="Arial"/>
                <a:ea typeface="Arial"/>
                <a:cs typeface="Arial"/>
              </a:defRPr>
            </a:lvl9pPr>
          </a:lstStyle>
          <a:p xmlns:a="http://schemas.openxmlformats.org/drawingml/2006/main">
            <a:pPr>
              <a:defRPr sz="1275" b="0">
                <a:solidFill>
                  <a:srgbClr val="596773"/>
                </a:solidFill>
                <a:latin typeface="Arial"/>
                <a:ea typeface="Arial"/>
                <a:cs typeface="Arial"/>
              </a:defRPr>
            </a:pPr>
            <a:r>
              <a:rPr sz="1275" b="0">
                <a:solidFill>
                  <a:srgbClr val="596773"/>
                </a:solidFill>
                <a:latin typeface="Arial"/>
                <a:ea typeface="Arial"/>
                <a:cs typeface="Arial"/>
              </a:rPr>
              <a:t>2</a:t>
            </a:r>
          </a:p>
        </p:txBody>
      </p:sp>
      <p:sp>
        <p:nvSpPr>
          <p:cNvPr id="4" name="">
            <a:extLst xmlns:a="http://schemas.openxmlformats.org/drawingml/2006/main">
              <a:ext uri="{FF2B5EF4-FFF2-40B4-BE49-F238E27FC236}">
                <a16:creationId xmlns:a16="http://schemas.microsoft.com/office/drawing/2014/main" id="{DBA11A65-F1CC-444F-8F37-EA1F7319C5B4}"/>
              </a:ext>
            </a:extLst>
          </p:cNvPr>
          <p:cNvSpPr>
            <a:spLocks xmlns:a="http://schemas.openxmlformats.org/drawingml/2006/main" noGrp="1"/>
          </p:cNvSpPr>
          <p:nvPr/>
        </p:nvSpPr>
        <p:spPr>
          <a:xfrm xmlns:a="http://schemas.openxmlformats.org/drawingml/2006/main">
            <a:off x="609600" y="14763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05293"/>
                </a:solidFill>
                <a:latin typeface="Arial"/>
                <a:ea typeface="Arial"/>
                <a:cs typeface="Arial"/>
              </a:defRPr>
            </a:defPPr>
            <a:lvl1pPr>
              <a:defRPr sz="2400" b="1">
                <a:solidFill>
                  <a:srgbClr val="005293"/>
                </a:solidFill>
                <a:latin typeface="Arial"/>
                <a:ea typeface="Arial"/>
                <a:cs typeface="Arial"/>
              </a:defRPr>
            </a:lvl1pPr>
            <a:lvl2pPr>
              <a:defRPr sz="2400" b="1">
                <a:solidFill>
                  <a:srgbClr val="005293"/>
                </a:solidFill>
                <a:latin typeface="Arial"/>
                <a:ea typeface="Arial"/>
                <a:cs typeface="Arial"/>
              </a:defRPr>
            </a:lvl2pPr>
            <a:lvl3pPr>
              <a:defRPr sz="2400" b="1">
                <a:solidFill>
                  <a:srgbClr val="005293"/>
                </a:solidFill>
                <a:latin typeface="Arial"/>
                <a:ea typeface="Arial"/>
                <a:cs typeface="Arial"/>
              </a:defRPr>
            </a:lvl3pPr>
            <a:lvl4pPr>
              <a:defRPr sz="2400" b="1">
                <a:solidFill>
                  <a:srgbClr val="005293"/>
                </a:solidFill>
                <a:latin typeface="Arial"/>
                <a:ea typeface="Arial"/>
                <a:cs typeface="Arial"/>
              </a:defRPr>
            </a:lvl4pPr>
            <a:lvl5pPr>
              <a:defRPr sz="2400" b="1">
                <a:solidFill>
                  <a:srgbClr val="005293"/>
                </a:solidFill>
                <a:latin typeface="Arial"/>
                <a:ea typeface="Arial"/>
                <a:cs typeface="Arial"/>
              </a:defRPr>
            </a:lvl5pPr>
            <a:lvl6pPr>
              <a:defRPr sz="2400" b="1">
                <a:solidFill>
                  <a:srgbClr val="005293"/>
                </a:solidFill>
                <a:latin typeface="Arial"/>
                <a:ea typeface="Arial"/>
                <a:cs typeface="Arial"/>
              </a:defRPr>
            </a:lvl6pPr>
            <a:lvl7pPr>
              <a:defRPr sz="2400" b="1">
                <a:solidFill>
                  <a:srgbClr val="005293"/>
                </a:solidFill>
                <a:latin typeface="Arial"/>
                <a:ea typeface="Arial"/>
                <a:cs typeface="Arial"/>
              </a:defRPr>
            </a:lvl7pPr>
            <a:lvl8pPr>
              <a:defRPr sz="2400" b="1">
                <a:solidFill>
                  <a:srgbClr val="005293"/>
                </a:solidFill>
                <a:latin typeface="Arial"/>
                <a:ea typeface="Arial"/>
                <a:cs typeface="Arial"/>
              </a:defRPr>
            </a:lvl8pPr>
            <a:lvl9pPr>
              <a:defRPr sz="2400" b="1">
                <a:solidFill>
                  <a:srgbClr val="005293"/>
                </a:solidFill>
                <a:latin typeface="Arial"/>
                <a:ea typeface="Arial"/>
                <a:cs typeface="Arial"/>
              </a:defRPr>
            </a:lvl9pPr>
          </a:lstStyle>
          <a:p xmlns:a="http://schemas.openxmlformats.org/drawingml/2006/main">
            <a:pPr>
              <a:defRPr sz="2400" b="1">
                <a:solidFill>
                  <a:srgbClr val="005293"/>
                </a:solidFill>
                <a:latin typeface="Arial"/>
                <a:ea typeface="Arial"/>
                <a:cs typeface="Arial"/>
              </a:defRPr>
            </a:pPr>
            <a:r>
              <a:rPr sz="2400" b="1">
                <a:solidFill>
                  <a:srgbClr val="005293"/>
                </a:solidFill>
                <a:latin typeface="Arial"/>
                <a:ea typeface="Arial"/>
                <a:cs typeface="Arial"/>
              </a:rPr>
              <a:t>1. Übungen</a:t>
            </a:r>
          </a:p>
        </p:txBody>
      </p:sp>
      <p:sp>
        <p:nvSpPr>
          <p:cNvPr id="5" name="">
            <a:extLst xmlns:a="http://schemas.openxmlformats.org/drawingml/2006/main">
              <a:ext uri="{FF2B5EF4-FFF2-40B4-BE49-F238E27FC236}">
                <a16:creationId xmlns:a16="http://schemas.microsoft.com/office/drawing/2014/main" id="{C932B52A-A4B0-4C48-9E74-F21BB4E530A8}"/>
              </a:ext>
            </a:extLst>
          </p:cNvPr>
          <p:cNvSpPr>
            <a:spLocks xmlns:a="http://schemas.openxmlformats.org/drawingml/2006/main" noGrp="1"/>
          </p:cNvSpPr>
          <p:nvPr/>
        </p:nvSpPr>
        <p:spPr>
          <a:xfrm xmlns:a="http://schemas.openxmlformats.org/drawingml/2006/main">
            <a:off x="609600" y="2038350"/>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Start mit 0 Punkten</a:t>
            </a:r>
          </a:p>
        </p:txBody>
      </p:sp>
      <p:sp>
        <p:nvSpPr>
          <p:cNvPr id="6" name="">
            <a:extLst xmlns:a="http://schemas.openxmlformats.org/drawingml/2006/main">
              <a:ext uri="{FF2B5EF4-FFF2-40B4-BE49-F238E27FC236}">
                <a16:creationId xmlns:a16="http://schemas.microsoft.com/office/drawing/2014/main" id="{75FA3FAC-4029-4AA7-BB84-8E99203DCC2C}"/>
              </a:ext>
            </a:extLst>
          </p:cNvPr>
          <p:cNvSpPr>
            <a:spLocks xmlns:a="http://schemas.openxmlformats.org/drawingml/2006/main" noGrp="1"/>
          </p:cNvSpPr>
          <p:nvPr/>
        </p:nvSpPr>
        <p:spPr>
          <a:xfrm xmlns:a="http://schemas.openxmlformats.org/drawingml/2006/main">
            <a:off x="609600" y="2476500"/>
            <a:ext cx="5238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Aktive Teilnahme: +1 Punkt</a:t>
            </a:r>
          </a:p>
        </p:txBody>
      </p:sp>
      <p:sp>
        <p:nvSpPr>
          <p:cNvPr id="7" name="">
            <a:extLst xmlns:a="http://schemas.openxmlformats.org/drawingml/2006/main">
              <a:ext uri="{FF2B5EF4-FFF2-40B4-BE49-F238E27FC236}">
                <a16:creationId xmlns:a16="http://schemas.microsoft.com/office/drawing/2014/main" id="{9C1FFA38-ADA1-45CD-8EC7-4C55087CBD7D}"/>
              </a:ext>
            </a:extLst>
          </p:cNvPr>
          <p:cNvSpPr>
            <a:spLocks xmlns:a="http://schemas.openxmlformats.org/drawingml/2006/main" noGrp="1"/>
          </p:cNvSpPr>
          <p:nvPr/>
        </p:nvSpPr>
        <p:spPr>
          <a:xfrm xmlns:a="http://schemas.openxmlformats.org/drawingml/2006/main">
            <a:off x="609600" y="2914650"/>
            <a:ext cx="5429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Erfolgreiches Vorrechnen: +1 Punkt</a:t>
            </a:r>
          </a:p>
        </p:txBody>
      </p:sp>
      <p:sp>
        <p:nvSpPr>
          <p:cNvPr id="8" name="">
            <a:extLst xmlns:a="http://schemas.openxmlformats.org/drawingml/2006/main">
              <a:ext uri="{FF2B5EF4-FFF2-40B4-BE49-F238E27FC236}">
                <a16:creationId xmlns:a16="http://schemas.microsoft.com/office/drawing/2014/main" id="{19B6D953-D15C-4E22-B150-8E85BA26B603}"/>
              </a:ext>
            </a:extLst>
          </p:cNvPr>
          <p:cNvSpPr>
            <a:spLocks xmlns:a="http://schemas.openxmlformats.org/drawingml/2006/main" noGrp="1"/>
          </p:cNvSpPr>
          <p:nvPr/>
        </p:nvSpPr>
        <p:spPr>
          <a:xfrm xmlns:a="http://schemas.openxmlformats.org/drawingml/2006/main">
            <a:off x="609600" y="34194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202B33"/>
                </a:solidFill>
                <a:latin typeface="Arial"/>
                <a:ea typeface="Arial"/>
                <a:cs typeface="Arial"/>
              </a:defRPr>
            </a:defPPr>
            <a:lvl1pPr>
              <a:defRPr sz="1950" b="0">
                <a:solidFill>
                  <a:srgbClr val="202B33"/>
                </a:solidFill>
                <a:latin typeface="Arial"/>
                <a:ea typeface="Arial"/>
                <a:cs typeface="Arial"/>
              </a:defRPr>
            </a:lvl1pPr>
            <a:lvl2pPr>
              <a:defRPr sz="1950" b="0">
                <a:solidFill>
                  <a:srgbClr val="202B33"/>
                </a:solidFill>
                <a:latin typeface="Arial"/>
                <a:ea typeface="Arial"/>
                <a:cs typeface="Arial"/>
              </a:defRPr>
            </a:lvl2pPr>
            <a:lvl3pPr>
              <a:defRPr sz="1950" b="0">
                <a:solidFill>
                  <a:srgbClr val="202B33"/>
                </a:solidFill>
                <a:latin typeface="Arial"/>
                <a:ea typeface="Arial"/>
                <a:cs typeface="Arial"/>
              </a:defRPr>
            </a:lvl3pPr>
            <a:lvl4pPr>
              <a:defRPr sz="1950" b="0">
                <a:solidFill>
                  <a:srgbClr val="202B33"/>
                </a:solidFill>
                <a:latin typeface="Arial"/>
                <a:ea typeface="Arial"/>
                <a:cs typeface="Arial"/>
              </a:defRPr>
            </a:lvl4pPr>
            <a:lvl5pPr>
              <a:defRPr sz="1950" b="0">
                <a:solidFill>
                  <a:srgbClr val="202B33"/>
                </a:solidFill>
                <a:latin typeface="Arial"/>
                <a:ea typeface="Arial"/>
                <a:cs typeface="Arial"/>
              </a:defRPr>
            </a:lvl5pPr>
            <a:lvl6pPr>
              <a:defRPr sz="1950" b="0">
                <a:solidFill>
                  <a:srgbClr val="202B33"/>
                </a:solidFill>
                <a:latin typeface="Arial"/>
                <a:ea typeface="Arial"/>
                <a:cs typeface="Arial"/>
              </a:defRPr>
            </a:lvl6pPr>
            <a:lvl7pPr>
              <a:defRPr sz="1950" b="0">
                <a:solidFill>
                  <a:srgbClr val="202B33"/>
                </a:solidFill>
                <a:latin typeface="Arial"/>
                <a:ea typeface="Arial"/>
                <a:cs typeface="Arial"/>
              </a:defRPr>
            </a:lvl7pPr>
            <a:lvl8pPr>
              <a:defRPr sz="1950" b="0">
                <a:solidFill>
                  <a:srgbClr val="202B33"/>
                </a:solidFill>
                <a:latin typeface="Arial"/>
                <a:ea typeface="Arial"/>
                <a:cs typeface="Arial"/>
              </a:defRPr>
            </a:lvl8pPr>
            <a:lvl9pPr>
              <a:defRPr sz="1950" b="0">
                <a:solidFill>
                  <a:srgbClr val="202B33"/>
                </a:solidFill>
                <a:latin typeface="Arial"/>
                <a:ea typeface="Arial"/>
                <a:cs typeface="Arial"/>
              </a:defRPr>
            </a:lvl9pPr>
          </a:lstStyle>
          <a:p xmlns:a="http://schemas.openxmlformats.org/drawingml/2006/main">
            <a:pPr>
              <a:defRPr sz="1950" b="0">
                <a:solidFill>
                  <a:srgbClr val="202B33"/>
                </a:solidFill>
                <a:latin typeface="Arial"/>
                <a:ea typeface="Arial"/>
                <a:cs typeface="Arial"/>
              </a:defRPr>
            </a:pPr>
            <a:r>
              <a:rPr sz="1950" b="0">
                <a:solidFill>
                  <a:srgbClr val="202B33"/>
                </a:solidFill>
                <a:latin typeface="Arial"/>
                <a:ea typeface="Arial"/>
                <a:cs typeface="Arial"/>
              </a:rPr>
              <a:t>Pro Woche zählt nur eine Übungsteilnahme.</a:t>
            </a:r>
          </a:p>
        </p:txBody>
      </p:sp>
      <p:sp>
        <p:nvSpPr>
          <p:cNvPr id="9" name="">
            <a:extLst xmlns:a="http://schemas.openxmlformats.org/drawingml/2006/main">
              <a:ext uri="{FF2B5EF4-FFF2-40B4-BE49-F238E27FC236}">
                <a16:creationId xmlns:a16="http://schemas.microsoft.com/office/drawing/2014/main" id="{B9EB874C-106F-4464-A59F-89A5CFCB0A63}"/>
              </a:ext>
            </a:extLst>
          </p:cNvPr>
          <p:cNvSpPr>
            <a:spLocks xmlns:a="http://schemas.openxmlformats.org/drawingml/2006/main" noGrp="1"/>
          </p:cNvSpPr>
          <p:nvPr/>
        </p:nvSpPr>
        <p:spPr>
          <a:xfrm xmlns:a="http://schemas.openxmlformats.org/drawingml/2006/main">
            <a:off x="609600" y="4248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5293"/>
                </a:solidFill>
                <a:latin typeface="Arial"/>
                <a:ea typeface="Arial"/>
                <a:cs typeface="Arial"/>
              </a:defRPr>
            </a:defPPr>
            <a:lvl1pPr>
              <a:defRPr sz="2100" b="1">
                <a:solidFill>
                  <a:srgbClr val="005293"/>
                </a:solidFill>
                <a:latin typeface="Arial"/>
                <a:ea typeface="Arial"/>
                <a:cs typeface="Arial"/>
              </a:defRPr>
            </a:lvl1pPr>
            <a:lvl2pPr>
              <a:defRPr sz="2100" b="1">
                <a:solidFill>
                  <a:srgbClr val="005293"/>
                </a:solidFill>
                <a:latin typeface="Arial"/>
                <a:ea typeface="Arial"/>
                <a:cs typeface="Arial"/>
              </a:defRPr>
            </a:lvl2pPr>
            <a:lvl3pPr>
              <a:defRPr sz="2100" b="1">
                <a:solidFill>
                  <a:srgbClr val="005293"/>
                </a:solidFill>
                <a:latin typeface="Arial"/>
                <a:ea typeface="Arial"/>
                <a:cs typeface="Arial"/>
              </a:defRPr>
            </a:lvl3pPr>
            <a:lvl4pPr>
              <a:defRPr sz="2100" b="1">
                <a:solidFill>
                  <a:srgbClr val="005293"/>
                </a:solidFill>
                <a:latin typeface="Arial"/>
                <a:ea typeface="Arial"/>
                <a:cs typeface="Arial"/>
              </a:defRPr>
            </a:lvl4pPr>
            <a:lvl5pPr>
              <a:defRPr sz="2100" b="1">
                <a:solidFill>
                  <a:srgbClr val="005293"/>
                </a:solidFill>
                <a:latin typeface="Arial"/>
                <a:ea typeface="Arial"/>
                <a:cs typeface="Arial"/>
              </a:defRPr>
            </a:lvl5pPr>
            <a:lvl6pPr>
              <a:defRPr sz="2100" b="1">
                <a:solidFill>
                  <a:srgbClr val="005293"/>
                </a:solidFill>
                <a:latin typeface="Arial"/>
                <a:ea typeface="Arial"/>
                <a:cs typeface="Arial"/>
              </a:defRPr>
            </a:lvl6pPr>
            <a:lvl7pPr>
              <a:defRPr sz="2100" b="1">
                <a:solidFill>
                  <a:srgbClr val="005293"/>
                </a:solidFill>
                <a:latin typeface="Arial"/>
                <a:ea typeface="Arial"/>
                <a:cs typeface="Arial"/>
              </a:defRPr>
            </a:lvl7pPr>
            <a:lvl8pPr>
              <a:defRPr sz="2100" b="1">
                <a:solidFill>
                  <a:srgbClr val="005293"/>
                </a:solidFill>
                <a:latin typeface="Arial"/>
                <a:ea typeface="Arial"/>
                <a:cs typeface="Arial"/>
              </a:defRPr>
            </a:lvl8pPr>
            <a:lvl9pPr>
              <a:defRPr sz="2100" b="1">
                <a:solidFill>
                  <a:srgbClr val="005293"/>
                </a:solidFill>
                <a:latin typeface="Arial"/>
                <a:ea typeface="Arial"/>
                <a:cs typeface="Arial"/>
              </a:defRPr>
            </a:lvl9pPr>
          </a:lstStyle>
          <a:p xmlns:a="http://schemas.openxmlformats.org/drawingml/2006/main">
            <a:pPr>
              <a:defRPr sz="2100" b="1">
                <a:solidFill>
                  <a:srgbClr val="005293"/>
                </a:solidFill>
                <a:latin typeface="Arial"/>
                <a:ea typeface="Arial"/>
                <a:cs typeface="Arial"/>
              </a:defRPr>
            </a:pPr>
            <a:r>
              <a:rPr sz="2100" b="1">
                <a:solidFill>
                  <a:srgbClr val="005293"/>
                </a:solidFill>
                <a:latin typeface="Arial"/>
                <a:ea typeface="Arial"/>
                <a:cs typeface="Arial"/>
              </a:rPr>
              <a:t>Erfüllt ab: Anzahl der Übungswochen</a:t>
            </a:r>
          </a:p>
          <a:p xmlns:a="http://schemas.openxmlformats.org/drawingml/2006/main">
            <a:pPr>
              <a:defRPr sz="2100" b="1">
                <a:solidFill>
                  <a:srgbClr val="005293"/>
                </a:solidFill>
                <a:latin typeface="Arial"/>
                <a:ea typeface="Arial"/>
                <a:cs typeface="Arial"/>
              </a:defRPr>
            </a:pPr>
            <a:r>
              <a:rPr sz="2100" b="1">
                <a:solidFill>
                  <a:srgbClr val="005293"/>
                </a:solidFill>
                <a:latin typeface="Arial"/>
                <a:ea typeface="Arial"/>
                <a:cs typeface="Arial"/>
              </a:rPr>
              <a:t>+ 2 Punkte</a:t>
            </a:r>
          </a:p>
        </p:txBody>
      </p:sp>
      <p:sp>
        <p:nvSpPr>
          <p:cNvPr id="10" name="">
            <a:extLst xmlns:a="http://schemas.openxmlformats.org/drawingml/2006/main">
              <a:ext uri="{FF2B5EF4-FFF2-40B4-BE49-F238E27FC236}">
                <a16:creationId xmlns:a16="http://schemas.microsoft.com/office/drawing/2014/main" id="{46015E44-A133-4B68-ACAB-5226461C2689}"/>
              </a:ext>
            </a:extLst>
          </p:cNvPr>
          <p:cNvSpPr>
            <a:spLocks xmlns:a="http://schemas.openxmlformats.org/drawingml/2006/main" noGrp="1"/>
          </p:cNvSpPr>
          <p:nvPr/>
        </p:nvSpPr>
        <p:spPr>
          <a:xfrm xmlns:a="http://schemas.openxmlformats.org/drawingml/2006/main">
            <a:off x="6496050" y="14763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05293"/>
                </a:solidFill>
                <a:latin typeface="Arial"/>
                <a:ea typeface="Arial"/>
                <a:cs typeface="Arial"/>
              </a:defRPr>
            </a:defPPr>
            <a:lvl1pPr>
              <a:defRPr sz="2400" b="1">
                <a:solidFill>
                  <a:srgbClr val="005293"/>
                </a:solidFill>
                <a:latin typeface="Arial"/>
                <a:ea typeface="Arial"/>
                <a:cs typeface="Arial"/>
              </a:defRPr>
            </a:lvl1pPr>
            <a:lvl2pPr>
              <a:defRPr sz="2400" b="1">
                <a:solidFill>
                  <a:srgbClr val="005293"/>
                </a:solidFill>
                <a:latin typeface="Arial"/>
                <a:ea typeface="Arial"/>
                <a:cs typeface="Arial"/>
              </a:defRPr>
            </a:lvl2pPr>
            <a:lvl3pPr>
              <a:defRPr sz="2400" b="1">
                <a:solidFill>
                  <a:srgbClr val="005293"/>
                </a:solidFill>
                <a:latin typeface="Arial"/>
                <a:ea typeface="Arial"/>
                <a:cs typeface="Arial"/>
              </a:defRPr>
            </a:lvl3pPr>
            <a:lvl4pPr>
              <a:defRPr sz="2400" b="1">
                <a:solidFill>
                  <a:srgbClr val="005293"/>
                </a:solidFill>
                <a:latin typeface="Arial"/>
                <a:ea typeface="Arial"/>
                <a:cs typeface="Arial"/>
              </a:defRPr>
            </a:lvl4pPr>
            <a:lvl5pPr>
              <a:defRPr sz="2400" b="1">
                <a:solidFill>
                  <a:srgbClr val="005293"/>
                </a:solidFill>
                <a:latin typeface="Arial"/>
                <a:ea typeface="Arial"/>
                <a:cs typeface="Arial"/>
              </a:defRPr>
            </a:lvl5pPr>
            <a:lvl6pPr>
              <a:defRPr sz="2400" b="1">
                <a:solidFill>
                  <a:srgbClr val="005293"/>
                </a:solidFill>
                <a:latin typeface="Arial"/>
                <a:ea typeface="Arial"/>
                <a:cs typeface="Arial"/>
              </a:defRPr>
            </a:lvl6pPr>
            <a:lvl7pPr>
              <a:defRPr sz="2400" b="1">
                <a:solidFill>
                  <a:srgbClr val="005293"/>
                </a:solidFill>
                <a:latin typeface="Arial"/>
                <a:ea typeface="Arial"/>
                <a:cs typeface="Arial"/>
              </a:defRPr>
            </a:lvl7pPr>
            <a:lvl8pPr>
              <a:defRPr sz="2400" b="1">
                <a:solidFill>
                  <a:srgbClr val="005293"/>
                </a:solidFill>
                <a:latin typeface="Arial"/>
                <a:ea typeface="Arial"/>
                <a:cs typeface="Arial"/>
              </a:defRPr>
            </a:lvl8pPr>
            <a:lvl9pPr>
              <a:defRPr sz="2400" b="1">
                <a:solidFill>
                  <a:srgbClr val="005293"/>
                </a:solidFill>
                <a:latin typeface="Arial"/>
                <a:ea typeface="Arial"/>
                <a:cs typeface="Arial"/>
              </a:defRPr>
            </a:lvl9pPr>
          </a:lstStyle>
          <a:p xmlns:a="http://schemas.openxmlformats.org/drawingml/2006/main">
            <a:pPr>
              <a:defRPr sz="2400" b="1">
                <a:solidFill>
                  <a:srgbClr val="005293"/>
                </a:solidFill>
                <a:latin typeface="Arial"/>
                <a:ea typeface="Arial"/>
                <a:cs typeface="Arial"/>
              </a:defRPr>
            </a:pPr>
            <a:r>
              <a:rPr sz="2400" b="1">
                <a:solidFill>
                  <a:srgbClr val="005293"/>
                </a:solidFill>
                <a:latin typeface="Arial"/>
                <a:ea typeface="Arial"/>
                <a:cs typeface="Arial"/>
              </a:rPr>
              <a:t>2. Moodle-Quiz</a:t>
            </a:r>
          </a:p>
        </p:txBody>
      </p:sp>
      <p:sp>
        <p:nvSpPr>
          <p:cNvPr id="11" name="">
            <a:extLst xmlns:a="http://schemas.openxmlformats.org/drawingml/2006/main">
              <a:ext uri="{FF2B5EF4-FFF2-40B4-BE49-F238E27FC236}">
                <a16:creationId xmlns:a16="http://schemas.microsoft.com/office/drawing/2014/main" id="{903B500A-205E-4649-A4B2-322E07C04166}"/>
              </a:ext>
            </a:extLst>
          </p:cNvPr>
          <p:cNvSpPr>
            <a:spLocks xmlns:a="http://schemas.openxmlformats.org/drawingml/2006/main" noGrp="1"/>
          </p:cNvSpPr>
          <p:nvPr/>
        </p:nvSpPr>
        <p:spPr>
          <a:xfrm xmlns:a="http://schemas.openxmlformats.org/drawingml/2006/main">
            <a:off x="6496050" y="2038350"/>
            <a:ext cx="5048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Ab der zweiten Woche:</a:t>
            </a:r>
          </a:p>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ein kurzes Quiz pro Woche</a:t>
            </a:r>
          </a:p>
        </p:txBody>
      </p:sp>
      <p:sp>
        <p:nvSpPr>
          <p:cNvPr id="12" name="">
            <a:extLst xmlns:a="http://schemas.openxmlformats.org/drawingml/2006/main">
              <a:ext uri="{FF2B5EF4-FFF2-40B4-BE49-F238E27FC236}">
                <a16:creationId xmlns:a16="http://schemas.microsoft.com/office/drawing/2014/main" id="{55000745-1F78-4A0E-9D3C-FA196E2F0A51}"/>
              </a:ext>
            </a:extLst>
          </p:cNvPr>
          <p:cNvSpPr>
            <a:spLocks xmlns:a="http://schemas.openxmlformats.org/drawingml/2006/main" noGrp="1"/>
          </p:cNvSpPr>
          <p:nvPr/>
        </p:nvSpPr>
        <p:spPr>
          <a:xfrm xmlns:a="http://schemas.openxmlformats.org/drawingml/2006/main">
            <a:off x="6496050" y="3133725"/>
            <a:ext cx="5048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005293"/>
                </a:solidFill>
                <a:latin typeface="Arial"/>
                <a:ea typeface="Arial"/>
                <a:cs typeface="Arial"/>
              </a:defRPr>
            </a:defPPr>
            <a:lvl1pPr>
              <a:defRPr sz="2100" b="1">
                <a:solidFill>
                  <a:srgbClr val="005293"/>
                </a:solidFill>
                <a:latin typeface="Arial"/>
                <a:ea typeface="Arial"/>
                <a:cs typeface="Arial"/>
              </a:defRPr>
            </a:lvl1pPr>
            <a:lvl2pPr>
              <a:defRPr sz="2100" b="1">
                <a:solidFill>
                  <a:srgbClr val="005293"/>
                </a:solidFill>
                <a:latin typeface="Arial"/>
                <a:ea typeface="Arial"/>
                <a:cs typeface="Arial"/>
              </a:defRPr>
            </a:lvl2pPr>
            <a:lvl3pPr>
              <a:defRPr sz="2100" b="1">
                <a:solidFill>
                  <a:srgbClr val="005293"/>
                </a:solidFill>
                <a:latin typeface="Arial"/>
                <a:ea typeface="Arial"/>
                <a:cs typeface="Arial"/>
              </a:defRPr>
            </a:lvl3pPr>
            <a:lvl4pPr>
              <a:defRPr sz="2100" b="1">
                <a:solidFill>
                  <a:srgbClr val="005293"/>
                </a:solidFill>
                <a:latin typeface="Arial"/>
                <a:ea typeface="Arial"/>
                <a:cs typeface="Arial"/>
              </a:defRPr>
            </a:lvl4pPr>
            <a:lvl5pPr>
              <a:defRPr sz="2100" b="1">
                <a:solidFill>
                  <a:srgbClr val="005293"/>
                </a:solidFill>
                <a:latin typeface="Arial"/>
                <a:ea typeface="Arial"/>
                <a:cs typeface="Arial"/>
              </a:defRPr>
            </a:lvl5pPr>
            <a:lvl6pPr>
              <a:defRPr sz="2100" b="1">
                <a:solidFill>
                  <a:srgbClr val="005293"/>
                </a:solidFill>
                <a:latin typeface="Arial"/>
                <a:ea typeface="Arial"/>
                <a:cs typeface="Arial"/>
              </a:defRPr>
            </a:lvl6pPr>
            <a:lvl7pPr>
              <a:defRPr sz="2100" b="1">
                <a:solidFill>
                  <a:srgbClr val="005293"/>
                </a:solidFill>
                <a:latin typeface="Arial"/>
                <a:ea typeface="Arial"/>
                <a:cs typeface="Arial"/>
              </a:defRPr>
            </a:lvl7pPr>
            <a:lvl8pPr>
              <a:defRPr sz="2100" b="1">
                <a:solidFill>
                  <a:srgbClr val="005293"/>
                </a:solidFill>
                <a:latin typeface="Arial"/>
                <a:ea typeface="Arial"/>
                <a:cs typeface="Arial"/>
              </a:defRPr>
            </a:lvl8pPr>
            <a:lvl9pPr>
              <a:defRPr sz="2100" b="1">
                <a:solidFill>
                  <a:srgbClr val="005293"/>
                </a:solidFill>
                <a:latin typeface="Arial"/>
                <a:ea typeface="Arial"/>
                <a:cs typeface="Arial"/>
              </a:defRPr>
            </a:lvl9pPr>
          </a:lstStyle>
          <a:p xmlns:a="http://schemas.openxmlformats.org/drawingml/2006/main">
            <a:pPr>
              <a:defRPr sz="2100" b="1">
                <a:solidFill>
                  <a:srgbClr val="005293"/>
                </a:solidFill>
                <a:latin typeface="Arial"/>
                <a:ea typeface="Arial"/>
                <a:cs typeface="Arial"/>
              </a:defRPr>
            </a:pPr>
            <a:r>
              <a:rPr sz="2100" b="1">
                <a:solidFill>
                  <a:srgbClr val="005293"/>
                </a:solidFill>
                <a:latin typeface="Arial"/>
                <a:ea typeface="Arial"/>
                <a:cs typeface="Arial"/>
              </a:rPr>
              <a:t>Erfüllt mit mindestens 25 %</a:t>
            </a:r>
          </a:p>
          <a:p xmlns:a="http://schemas.openxmlformats.org/drawingml/2006/main">
            <a:pPr>
              <a:defRPr sz="2100" b="1">
                <a:solidFill>
                  <a:srgbClr val="005293"/>
                </a:solidFill>
                <a:latin typeface="Arial"/>
                <a:ea typeface="Arial"/>
                <a:cs typeface="Arial"/>
              </a:defRPr>
            </a:pPr>
            <a:r>
              <a:rPr sz="2100" b="1">
                <a:solidFill>
                  <a:srgbClr val="005293"/>
                </a:solidFill>
                <a:latin typeface="Arial"/>
                <a:ea typeface="Arial"/>
                <a:cs typeface="Arial"/>
              </a:rPr>
              <a:t>der insgesamt möglichen Quizpunkte</a:t>
            </a:r>
          </a:p>
          <a:p xmlns:a="http://schemas.openxmlformats.org/drawingml/2006/main">
            <a:pPr>
              <a:defRPr sz="2100" b="1">
                <a:solidFill>
                  <a:srgbClr val="005293"/>
                </a:solidFill>
                <a:latin typeface="Arial"/>
                <a:ea typeface="Arial"/>
                <a:cs typeface="Arial"/>
              </a:defRPr>
            </a:pPr>
            <a:r>
              <a:rPr sz="2100" b="1">
                <a:solidFill>
                  <a:srgbClr val="005293"/>
                </a:solidFill>
                <a:latin typeface="Arial"/>
                <a:ea typeface="Arial"/>
                <a:cs typeface="Arial"/>
              </a:rPr>
              <a:t>bis zum Ende der Vorlesungszeit.</a:t>
            </a:r>
          </a:p>
        </p:txBody>
      </p:sp>
      <p:sp>
        <p:nvSpPr>
          <p:cNvPr id="13" name="">
            <a:extLst xmlns:a="http://schemas.openxmlformats.org/drawingml/2006/main">
              <a:ext uri="{FF2B5EF4-FFF2-40B4-BE49-F238E27FC236}">
                <a16:creationId xmlns:a16="http://schemas.microsoft.com/office/drawing/2014/main" id="{E41E2BF3-686D-4C53-8537-FA2B67417072}"/>
              </a:ext>
            </a:extLst>
          </p:cNvPr>
          <p:cNvSpPr>
            <a:spLocks xmlns:a="http://schemas.openxmlformats.org/drawingml/2006/main" noGrp="1"/>
          </p:cNvSpPr>
          <p:nvPr/>
        </p:nvSpPr>
        <p:spPr>
          <a:xfrm xmlns:a="http://schemas.openxmlformats.org/drawingml/2006/main">
            <a:off x="609600" y="5353050"/>
            <a:ext cx="1095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005293"/>
                </a:solidFill>
                <a:latin typeface="Arial"/>
                <a:ea typeface="Arial"/>
                <a:cs typeface="Arial"/>
              </a:defRPr>
            </a:defPPr>
            <a:lvl1pPr>
              <a:defRPr sz="2400" b="1">
                <a:solidFill>
                  <a:srgbClr val="005293"/>
                </a:solidFill>
                <a:latin typeface="Arial"/>
                <a:ea typeface="Arial"/>
                <a:cs typeface="Arial"/>
              </a:defRPr>
            </a:lvl1pPr>
            <a:lvl2pPr>
              <a:defRPr sz="2400" b="1">
                <a:solidFill>
                  <a:srgbClr val="005293"/>
                </a:solidFill>
                <a:latin typeface="Arial"/>
                <a:ea typeface="Arial"/>
                <a:cs typeface="Arial"/>
              </a:defRPr>
            </a:lvl2pPr>
            <a:lvl3pPr>
              <a:defRPr sz="2400" b="1">
                <a:solidFill>
                  <a:srgbClr val="005293"/>
                </a:solidFill>
                <a:latin typeface="Arial"/>
                <a:ea typeface="Arial"/>
                <a:cs typeface="Arial"/>
              </a:defRPr>
            </a:lvl3pPr>
            <a:lvl4pPr>
              <a:defRPr sz="2400" b="1">
                <a:solidFill>
                  <a:srgbClr val="005293"/>
                </a:solidFill>
                <a:latin typeface="Arial"/>
                <a:ea typeface="Arial"/>
                <a:cs typeface="Arial"/>
              </a:defRPr>
            </a:lvl4pPr>
            <a:lvl5pPr>
              <a:defRPr sz="2400" b="1">
                <a:solidFill>
                  <a:srgbClr val="005293"/>
                </a:solidFill>
                <a:latin typeface="Arial"/>
                <a:ea typeface="Arial"/>
                <a:cs typeface="Arial"/>
              </a:defRPr>
            </a:lvl5pPr>
            <a:lvl6pPr>
              <a:defRPr sz="2400" b="1">
                <a:solidFill>
                  <a:srgbClr val="005293"/>
                </a:solidFill>
                <a:latin typeface="Arial"/>
                <a:ea typeface="Arial"/>
                <a:cs typeface="Arial"/>
              </a:defRPr>
            </a:lvl6pPr>
            <a:lvl7pPr>
              <a:defRPr sz="2400" b="1">
                <a:solidFill>
                  <a:srgbClr val="005293"/>
                </a:solidFill>
                <a:latin typeface="Arial"/>
                <a:ea typeface="Arial"/>
                <a:cs typeface="Arial"/>
              </a:defRPr>
            </a:lvl7pPr>
            <a:lvl8pPr>
              <a:defRPr sz="2400" b="1">
                <a:solidFill>
                  <a:srgbClr val="005293"/>
                </a:solidFill>
                <a:latin typeface="Arial"/>
                <a:ea typeface="Arial"/>
                <a:cs typeface="Arial"/>
              </a:defRPr>
            </a:lvl8pPr>
            <a:lvl9pPr>
              <a:defRPr sz="2400" b="1">
                <a:solidFill>
                  <a:srgbClr val="005293"/>
                </a:solidFill>
                <a:latin typeface="Arial"/>
                <a:ea typeface="Arial"/>
                <a:cs typeface="Arial"/>
              </a:defRPr>
            </a:lvl9pPr>
          </a:lstStyle>
          <a:p xmlns:a="http://schemas.openxmlformats.org/drawingml/2006/main">
            <a:pPr>
              <a:defRPr sz="2400" b="1">
                <a:solidFill>
                  <a:srgbClr val="005293"/>
                </a:solidFill>
                <a:latin typeface="Arial"/>
                <a:ea typeface="Arial"/>
                <a:cs typeface="Arial"/>
              </a:defRPr>
            </a:pPr>
            <a:r>
              <a:rPr sz="2400" b="1">
                <a:solidFill>
                  <a:srgbClr val="005293"/>
                </a:solidFill>
                <a:latin typeface="Arial"/>
                <a:ea typeface="Arial"/>
                <a:cs typeface="Arial"/>
              </a:rPr>
              <a:t>Beide Bedingungen erfüllt: genau 0,3 Notenbonus</a:t>
            </a:r>
          </a:p>
        </p:txBody>
      </p:sp>
      <p:sp>
        <p:nvSpPr>
          <p:cNvPr id="14" name="">
            <a:extLst xmlns:a="http://schemas.openxmlformats.org/drawingml/2006/main">
              <a:ext uri="{FF2B5EF4-FFF2-40B4-BE49-F238E27FC236}">
                <a16:creationId xmlns:a16="http://schemas.microsoft.com/office/drawing/2014/main" id="{25F98D42-4855-4386-A292-9092339A0D47}"/>
              </a:ext>
            </a:extLst>
          </p:cNvPr>
          <p:cNvSpPr>
            <a:spLocks xmlns:a="http://schemas.openxmlformats.org/drawingml/2006/main" noGrp="1"/>
          </p:cNvSpPr>
          <p:nvPr/>
        </p:nvSpPr>
        <p:spPr>
          <a:xfrm xmlns:a="http://schemas.openxmlformats.org/drawingml/2006/main">
            <a:off x="609600" y="58293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02B33"/>
                </a:solidFill>
                <a:latin typeface="Arial"/>
                <a:ea typeface="Arial"/>
                <a:cs typeface="Arial"/>
              </a:defRPr>
            </a:defPPr>
            <a:lvl1pPr>
              <a:defRPr sz="1875" b="0">
                <a:solidFill>
                  <a:srgbClr val="202B33"/>
                </a:solidFill>
                <a:latin typeface="Arial"/>
                <a:ea typeface="Arial"/>
                <a:cs typeface="Arial"/>
              </a:defRPr>
            </a:lvl1pPr>
            <a:lvl2pPr>
              <a:defRPr sz="1875" b="0">
                <a:solidFill>
                  <a:srgbClr val="202B33"/>
                </a:solidFill>
                <a:latin typeface="Arial"/>
                <a:ea typeface="Arial"/>
                <a:cs typeface="Arial"/>
              </a:defRPr>
            </a:lvl2pPr>
            <a:lvl3pPr>
              <a:defRPr sz="1875" b="0">
                <a:solidFill>
                  <a:srgbClr val="202B33"/>
                </a:solidFill>
                <a:latin typeface="Arial"/>
                <a:ea typeface="Arial"/>
                <a:cs typeface="Arial"/>
              </a:defRPr>
            </a:lvl3pPr>
            <a:lvl4pPr>
              <a:defRPr sz="1875" b="0">
                <a:solidFill>
                  <a:srgbClr val="202B33"/>
                </a:solidFill>
                <a:latin typeface="Arial"/>
                <a:ea typeface="Arial"/>
                <a:cs typeface="Arial"/>
              </a:defRPr>
            </a:lvl4pPr>
            <a:lvl5pPr>
              <a:defRPr sz="1875" b="0">
                <a:solidFill>
                  <a:srgbClr val="202B33"/>
                </a:solidFill>
                <a:latin typeface="Arial"/>
                <a:ea typeface="Arial"/>
                <a:cs typeface="Arial"/>
              </a:defRPr>
            </a:lvl5pPr>
            <a:lvl6pPr>
              <a:defRPr sz="1875" b="0">
                <a:solidFill>
                  <a:srgbClr val="202B33"/>
                </a:solidFill>
                <a:latin typeface="Arial"/>
                <a:ea typeface="Arial"/>
                <a:cs typeface="Arial"/>
              </a:defRPr>
            </a:lvl6pPr>
            <a:lvl7pPr>
              <a:defRPr sz="1875" b="0">
                <a:solidFill>
                  <a:srgbClr val="202B33"/>
                </a:solidFill>
                <a:latin typeface="Arial"/>
                <a:ea typeface="Arial"/>
                <a:cs typeface="Arial"/>
              </a:defRPr>
            </a:lvl7pPr>
            <a:lvl8pPr>
              <a:defRPr sz="1875" b="0">
                <a:solidFill>
                  <a:srgbClr val="202B33"/>
                </a:solidFill>
                <a:latin typeface="Arial"/>
                <a:ea typeface="Arial"/>
                <a:cs typeface="Arial"/>
              </a:defRPr>
            </a:lvl8pPr>
            <a:lvl9pPr>
              <a:defRPr sz="1875" b="0">
                <a:solidFill>
                  <a:srgbClr val="202B33"/>
                </a:solidFill>
                <a:latin typeface="Arial"/>
                <a:ea typeface="Arial"/>
                <a:cs typeface="Arial"/>
              </a:defRPr>
            </a:lvl9pPr>
          </a:lstStyle>
          <a:p xmlns:a="http://schemas.openxmlformats.org/drawingml/2006/main">
            <a:pPr>
              <a:defRPr sz="1875" b="0">
                <a:solidFill>
                  <a:srgbClr val="202B33"/>
                </a:solidFill>
                <a:latin typeface="Arial"/>
                <a:ea typeface="Arial"/>
                <a:cs typeface="Arial"/>
              </a:defRPr>
            </a:pPr>
            <a:r>
              <a:rPr sz="1875" b="0">
                <a:solidFill>
                  <a:srgbClr val="202B33"/>
                </a:solidFill>
                <a:latin typeface="Arial"/>
                <a:ea typeface="Arial"/>
                <a:cs typeface="Arial"/>
              </a:rPr>
              <a:t>Gilt für Klausurnoten von 1,3 bis 4,0 einschließlich (vor Anwendung des Bonus).</a:t>
            </a:r>
          </a:p>
        </p:txBody>
      </p:sp>
    </p:spTree>
    <p:extLst>
      <p:ext uri="{BB962C8B-B14F-4D97-AF65-F5344CB8AC3E}">
        <p14:creationId xmlns:p14="http://schemas.microsoft.com/office/powerpoint/2010/main" val="240185473"/>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A2B0001-63A9-4A4F-972A-A85114B9F730}"/>
              </a:ext>
            </a:extLst>
          </p:cNvPr>
          <p:cNvSpPr>
            <a:spLocks xmlns:a="http://schemas.openxmlformats.org/drawingml/2006/main" noGrp="1"/>
          </p:cNvSpPr>
          <p:nvPr/>
        </p:nvSpPr>
        <p:spPr>
          <a:xfrm xmlns:a="http://schemas.openxmlformats.org/drawingml/2006/main">
            <a:off x="609600" y="428625"/>
            <a:ext cx="10953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450" b="1">
                <a:solidFill>
                  <a:srgbClr val="005293"/>
                </a:solidFill>
                <a:latin typeface="Arial"/>
                <a:ea typeface="Arial"/>
                <a:cs typeface="Arial"/>
              </a:defRPr>
            </a:defPPr>
            <a:lvl1pPr>
              <a:defRPr sz="3450" b="1">
                <a:solidFill>
                  <a:srgbClr val="005293"/>
                </a:solidFill>
                <a:latin typeface="Arial"/>
                <a:ea typeface="Arial"/>
                <a:cs typeface="Arial"/>
              </a:defRPr>
            </a:lvl1pPr>
            <a:lvl2pPr>
              <a:defRPr sz="3450" b="1">
                <a:solidFill>
                  <a:srgbClr val="005293"/>
                </a:solidFill>
                <a:latin typeface="Arial"/>
                <a:ea typeface="Arial"/>
                <a:cs typeface="Arial"/>
              </a:defRPr>
            </a:lvl2pPr>
            <a:lvl3pPr>
              <a:defRPr sz="3450" b="1">
                <a:solidFill>
                  <a:srgbClr val="005293"/>
                </a:solidFill>
                <a:latin typeface="Arial"/>
                <a:ea typeface="Arial"/>
                <a:cs typeface="Arial"/>
              </a:defRPr>
            </a:lvl3pPr>
            <a:lvl4pPr>
              <a:defRPr sz="3450" b="1">
                <a:solidFill>
                  <a:srgbClr val="005293"/>
                </a:solidFill>
                <a:latin typeface="Arial"/>
                <a:ea typeface="Arial"/>
                <a:cs typeface="Arial"/>
              </a:defRPr>
            </a:lvl4pPr>
            <a:lvl5pPr>
              <a:defRPr sz="3450" b="1">
                <a:solidFill>
                  <a:srgbClr val="005293"/>
                </a:solidFill>
                <a:latin typeface="Arial"/>
                <a:ea typeface="Arial"/>
                <a:cs typeface="Arial"/>
              </a:defRPr>
            </a:lvl5pPr>
            <a:lvl6pPr>
              <a:defRPr sz="3450" b="1">
                <a:solidFill>
                  <a:srgbClr val="005293"/>
                </a:solidFill>
                <a:latin typeface="Arial"/>
                <a:ea typeface="Arial"/>
                <a:cs typeface="Arial"/>
              </a:defRPr>
            </a:lvl6pPr>
            <a:lvl7pPr>
              <a:defRPr sz="3450" b="1">
                <a:solidFill>
                  <a:srgbClr val="005293"/>
                </a:solidFill>
                <a:latin typeface="Arial"/>
                <a:ea typeface="Arial"/>
                <a:cs typeface="Arial"/>
              </a:defRPr>
            </a:lvl7pPr>
            <a:lvl8pPr>
              <a:defRPr sz="3450" b="1">
                <a:solidFill>
                  <a:srgbClr val="005293"/>
                </a:solidFill>
                <a:latin typeface="Arial"/>
                <a:ea typeface="Arial"/>
                <a:cs typeface="Arial"/>
              </a:defRPr>
            </a:lvl8pPr>
            <a:lvl9pPr>
              <a:defRPr sz="3450" b="1">
                <a:solidFill>
                  <a:srgbClr val="005293"/>
                </a:solidFill>
                <a:latin typeface="Arial"/>
                <a:ea typeface="Arial"/>
                <a:cs typeface="Arial"/>
              </a:defRPr>
            </a:lvl9pPr>
          </a:lstStyle>
          <a:p xmlns:a="http://schemas.openxmlformats.org/drawingml/2006/main">
            <a:pPr>
              <a:defRPr sz="3450" b="1">
                <a:solidFill>
                  <a:srgbClr val="005293"/>
                </a:solidFill>
                <a:latin typeface="Arial"/>
                <a:ea typeface="Arial"/>
                <a:cs typeface="Arial"/>
              </a:defRPr>
            </a:pPr>
            <a:r>
              <a:rPr sz="3450" b="1">
                <a:solidFill>
                  <a:srgbClr val="005293"/>
                </a:solidFill>
                <a:latin typeface="Arial"/>
                <a:ea typeface="Arial"/>
                <a:cs typeface="Arial"/>
              </a:rPr>
              <a:t>Literatur zum Nacharbeiten und Üben</a:t>
            </a:r>
          </a:p>
        </p:txBody>
      </p:sp>
      <p:sp>
        <p:nvSpPr>
          <p:cNvPr id="2" name="">
            <a:extLst xmlns:a="http://schemas.openxmlformats.org/drawingml/2006/main">
              <a:ext uri="{FF2B5EF4-FFF2-40B4-BE49-F238E27FC236}">
                <a16:creationId xmlns:a16="http://schemas.microsoft.com/office/drawing/2014/main" id="{84E1A922-95CE-44CA-9574-9C860F04A532}"/>
              </a:ext>
            </a:extLst>
          </p:cNvPr>
          <p:cNvSpPr>
            <a:spLocks xmlns:a="http://schemas.openxmlformats.org/drawingml/2006/main" noGrp="1"/>
          </p:cNvSpPr>
          <p:nvPr/>
        </p:nvSpPr>
        <p:spPr>
          <a:xfrm xmlns:a="http://schemas.openxmlformats.org/drawingml/2006/main">
            <a:off x="609600" y="6400800"/>
            <a:ext cx="95250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96773"/>
                </a:solidFill>
                <a:latin typeface="Arial"/>
                <a:ea typeface="Arial"/>
                <a:cs typeface="Arial"/>
              </a:defRPr>
            </a:defPPr>
            <a:lvl1pPr>
              <a:defRPr sz="1275" b="0">
                <a:solidFill>
                  <a:srgbClr val="596773"/>
                </a:solidFill>
                <a:latin typeface="Arial"/>
                <a:ea typeface="Arial"/>
                <a:cs typeface="Arial"/>
              </a:defRPr>
            </a:lvl1pPr>
            <a:lvl2pPr>
              <a:defRPr sz="1275" b="0">
                <a:solidFill>
                  <a:srgbClr val="596773"/>
                </a:solidFill>
                <a:latin typeface="Arial"/>
                <a:ea typeface="Arial"/>
                <a:cs typeface="Arial"/>
              </a:defRPr>
            </a:lvl2pPr>
            <a:lvl3pPr>
              <a:defRPr sz="1275" b="0">
                <a:solidFill>
                  <a:srgbClr val="596773"/>
                </a:solidFill>
                <a:latin typeface="Arial"/>
                <a:ea typeface="Arial"/>
                <a:cs typeface="Arial"/>
              </a:defRPr>
            </a:lvl3pPr>
            <a:lvl4pPr>
              <a:defRPr sz="1275" b="0">
                <a:solidFill>
                  <a:srgbClr val="596773"/>
                </a:solidFill>
                <a:latin typeface="Arial"/>
                <a:ea typeface="Arial"/>
                <a:cs typeface="Arial"/>
              </a:defRPr>
            </a:lvl4pPr>
            <a:lvl5pPr>
              <a:defRPr sz="1275" b="0">
                <a:solidFill>
                  <a:srgbClr val="596773"/>
                </a:solidFill>
                <a:latin typeface="Arial"/>
                <a:ea typeface="Arial"/>
                <a:cs typeface="Arial"/>
              </a:defRPr>
            </a:lvl5pPr>
            <a:lvl6pPr>
              <a:defRPr sz="1275" b="0">
                <a:solidFill>
                  <a:srgbClr val="596773"/>
                </a:solidFill>
                <a:latin typeface="Arial"/>
                <a:ea typeface="Arial"/>
                <a:cs typeface="Arial"/>
              </a:defRPr>
            </a:lvl6pPr>
            <a:lvl7pPr>
              <a:defRPr sz="1275" b="0">
                <a:solidFill>
                  <a:srgbClr val="596773"/>
                </a:solidFill>
                <a:latin typeface="Arial"/>
                <a:ea typeface="Arial"/>
                <a:cs typeface="Arial"/>
              </a:defRPr>
            </a:lvl7pPr>
            <a:lvl8pPr>
              <a:defRPr sz="1275" b="0">
                <a:solidFill>
                  <a:srgbClr val="596773"/>
                </a:solidFill>
                <a:latin typeface="Arial"/>
                <a:ea typeface="Arial"/>
                <a:cs typeface="Arial"/>
              </a:defRPr>
            </a:lvl8pPr>
            <a:lvl9pPr>
              <a:defRPr sz="1275" b="0">
                <a:solidFill>
                  <a:srgbClr val="596773"/>
                </a:solidFill>
                <a:latin typeface="Arial"/>
                <a:ea typeface="Arial"/>
                <a:cs typeface="Arial"/>
              </a:defRPr>
            </a:lvl9pPr>
          </a:lstStyle>
          <a:p xmlns:a="http://schemas.openxmlformats.org/drawingml/2006/main">
            <a:pPr>
              <a:defRPr sz="1275" b="0">
                <a:solidFill>
                  <a:srgbClr val="596773"/>
                </a:solidFill>
                <a:latin typeface="Arial"/>
                <a:ea typeface="Arial"/>
                <a:cs typeface="Arial"/>
              </a:defRPr>
            </a:pPr>
            <a:r>
              <a:rPr sz="1275" b="0">
                <a:solidFill>
                  <a:srgbClr val="596773"/>
                </a:solidFill>
                <a:latin typeface="Arial"/>
                <a:ea typeface="Arial"/>
                <a:cs typeface="Arial"/>
              </a:rPr>
              <a:t>Grundlagen: Datenbanken · WiSe 2026/27</a:t>
            </a:r>
          </a:p>
        </p:txBody>
      </p:sp>
      <p:sp>
        <p:nvSpPr>
          <p:cNvPr id="3" name="">
            <a:extLst xmlns:a="http://schemas.openxmlformats.org/drawingml/2006/main">
              <a:ext uri="{FF2B5EF4-FFF2-40B4-BE49-F238E27FC236}">
                <a16:creationId xmlns:a16="http://schemas.microsoft.com/office/drawing/2014/main" id="{0A12CAFA-DEAD-4A73-8442-FBB3F35BB0A2}"/>
              </a:ext>
            </a:extLst>
          </p:cNvPr>
          <p:cNvSpPr>
            <a:spLocks xmlns:a="http://schemas.openxmlformats.org/drawingml/2006/main" noGrp="1"/>
          </p:cNvSpPr>
          <p:nvPr/>
        </p:nvSpPr>
        <p:spPr>
          <a:xfrm xmlns:a="http://schemas.openxmlformats.org/drawingml/2006/main">
            <a:off x="11191875" y="6400800"/>
            <a:ext cx="428625"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96773"/>
                </a:solidFill>
                <a:latin typeface="Arial"/>
                <a:ea typeface="Arial"/>
                <a:cs typeface="Arial"/>
              </a:defRPr>
            </a:defPPr>
            <a:lvl1pPr>
              <a:defRPr sz="1275" b="0">
                <a:solidFill>
                  <a:srgbClr val="596773"/>
                </a:solidFill>
                <a:latin typeface="Arial"/>
                <a:ea typeface="Arial"/>
                <a:cs typeface="Arial"/>
              </a:defRPr>
            </a:lvl1pPr>
            <a:lvl2pPr>
              <a:defRPr sz="1275" b="0">
                <a:solidFill>
                  <a:srgbClr val="596773"/>
                </a:solidFill>
                <a:latin typeface="Arial"/>
                <a:ea typeface="Arial"/>
                <a:cs typeface="Arial"/>
              </a:defRPr>
            </a:lvl2pPr>
            <a:lvl3pPr>
              <a:defRPr sz="1275" b="0">
                <a:solidFill>
                  <a:srgbClr val="596773"/>
                </a:solidFill>
                <a:latin typeface="Arial"/>
                <a:ea typeface="Arial"/>
                <a:cs typeface="Arial"/>
              </a:defRPr>
            </a:lvl3pPr>
            <a:lvl4pPr>
              <a:defRPr sz="1275" b="0">
                <a:solidFill>
                  <a:srgbClr val="596773"/>
                </a:solidFill>
                <a:latin typeface="Arial"/>
                <a:ea typeface="Arial"/>
                <a:cs typeface="Arial"/>
              </a:defRPr>
            </a:lvl4pPr>
            <a:lvl5pPr>
              <a:defRPr sz="1275" b="0">
                <a:solidFill>
                  <a:srgbClr val="596773"/>
                </a:solidFill>
                <a:latin typeface="Arial"/>
                <a:ea typeface="Arial"/>
                <a:cs typeface="Arial"/>
              </a:defRPr>
            </a:lvl5pPr>
            <a:lvl6pPr>
              <a:defRPr sz="1275" b="0">
                <a:solidFill>
                  <a:srgbClr val="596773"/>
                </a:solidFill>
                <a:latin typeface="Arial"/>
                <a:ea typeface="Arial"/>
                <a:cs typeface="Arial"/>
              </a:defRPr>
            </a:lvl6pPr>
            <a:lvl7pPr>
              <a:defRPr sz="1275" b="0">
                <a:solidFill>
                  <a:srgbClr val="596773"/>
                </a:solidFill>
                <a:latin typeface="Arial"/>
                <a:ea typeface="Arial"/>
                <a:cs typeface="Arial"/>
              </a:defRPr>
            </a:lvl7pPr>
            <a:lvl8pPr>
              <a:defRPr sz="1275" b="0">
                <a:solidFill>
                  <a:srgbClr val="596773"/>
                </a:solidFill>
                <a:latin typeface="Arial"/>
                <a:ea typeface="Arial"/>
                <a:cs typeface="Arial"/>
              </a:defRPr>
            </a:lvl8pPr>
            <a:lvl9pPr>
              <a:defRPr sz="1275" b="0">
                <a:solidFill>
                  <a:srgbClr val="596773"/>
                </a:solidFill>
                <a:latin typeface="Arial"/>
                <a:ea typeface="Arial"/>
                <a:cs typeface="Arial"/>
              </a:defRPr>
            </a:lvl9pPr>
          </a:lstStyle>
          <a:p xmlns:a="http://schemas.openxmlformats.org/drawingml/2006/main">
            <a:pPr>
              <a:defRPr sz="1275" b="0">
                <a:solidFill>
                  <a:srgbClr val="596773"/>
                </a:solidFill>
                <a:latin typeface="Arial"/>
                <a:ea typeface="Arial"/>
                <a:cs typeface="Arial"/>
              </a:defRPr>
            </a:pPr>
            <a:r>
              <a:rPr sz="1275" b="0">
                <a:solidFill>
                  <a:srgbClr val="596773"/>
                </a:solidFill>
                <a:latin typeface="Arial"/>
                <a:ea typeface="Arial"/>
                <a:cs typeface="Arial"/>
              </a:rPr>
              <a:t>3</a:t>
            </a:r>
          </a:p>
        </p:txBody>
      </p:sp>
      <p:sp>
        <p:nvSpPr>
          <p:cNvPr id="4" name="">
            <a:extLst xmlns:a="http://schemas.openxmlformats.org/drawingml/2006/main">
              <a:ext uri="{FF2B5EF4-FFF2-40B4-BE49-F238E27FC236}">
                <a16:creationId xmlns:a16="http://schemas.microsoft.com/office/drawing/2014/main" id="{4D49C72E-1FBE-4BAB-83FF-C11E5F2AE9FE}"/>
              </a:ext>
            </a:extLst>
          </p:cNvPr>
          <p:cNvSpPr>
            <a:spLocks xmlns:a="http://schemas.openxmlformats.org/drawingml/2006/main" noGrp="1"/>
          </p:cNvSpPr>
          <p:nvPr/>
        </p:nvSpPr>
        <p:spPr>
          <a:xfrm xmlns:a="http://schemas.openxmlformats.org/drawingml/2006/main">
            <a:off x="609600" y="1695450"/>
            <a:ext cx="104775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005293"/>
                </a:solidFill>
                <a:latin typeface="Arial"/>
                <a:ea typeface="Arial"/>
                <a:cs typeface="Arial"/>
              </a:defRPr>
            </a:defPPr>
            <a:lvl1pPr>
              <a:defRPr sz="2850" b="1">
                <a:solidFill>
                  <a:srgbClr val="005293"/>
                </a:solidFill>
                <a:latin typeface="Arial"/>
                <a:ea typeface="Arial"/>
                <a:cs typeface="Arial"/>
              </a:defRPr>
            </a:lvl1pPr>
            <a:lvl2pPr>
              <a:defRPr sz="2850" b="1">
                <a:solidFill>
                  <a:srgbClr val="005293"/>
                </a:solidFill>
                <a:latin typeface="Arial"/>
                <a:ea typeface="Arial"/>
                <a:cs typeface="Arial"/>
              </a:defRPr>
            </a:lvl2pPr>
            <a:lvl3pPr>
              <a:defRPr sz="2850" b="1">
                <a:solidFill>
                  <a:srgbClr val="005293"/>
                </a:solidFill>
                <a:latin typeface="Arial"/>
                <a:ea typeface="Arial"/>
                <a:cs typeface="Arial"/>
              </a:defRPr>
            </a:lvl3pPr>
            <a:lvl4pPr>
              <a:defRPr sz="2850" b="1">
                <a:solidFill>
                  <a:srgbClr val="005293"/>
                </a:solidFill>
                <a:latin typeface="Arial"/>
                <a:ea typeface="Arial"/>
                <a:cs typeface="Arial"/>
              </a:defRPr>
            </a:lvl4pPr>
            <a:lvl5pPr>
              <a:defRPr sz="2850" b="1">
                <a:solidFill>
                  <a:srgbClr val="005293"/>
                </a:solidFill>
                <a:latin typeface="Arial"/>
                <a:ea typeface="Arial"/>
                <a:cs typeface="Arial"/>
              </a:defRPr>
            </a:lvl5pPr>
            <a:lvl6pPr>
              <a:defRPr sz="2850" b="1">
                <a:solidFill>
                  <a:srgbClr val="005293"/>
                </a:solidFill>
                <a:latin typeface="Arial"/>
                <a:ea typeface="Arial"/>
                <a:cs typeface="Arial"/>
              </a:defRPr>
            </a:lvl6pPr>
            <a:lvl7pPr>
              <a:defRPr sz="2850" b="1">
                <a:solidFill>
                  <a:srgbClr val="005293"/>
                </a:solidFill>
                <a:latin typeface="Arial"/>
                <a:ea typeface="Arial"/>
                <a:cs typeface="Arial"/>
              </a:defRPr>
            </a:lvl7pPr>
            <a:lvl8pPr>
              <a:defRPr sz="2850" b="1">
                <a:solidFill>
                  <a:srgbClr val="005293"/>
                </a:solidFill>
                <a:latin typeface="Arial"/>
                <a:ea typeface="Arial"/>
                <a:cs typeface="Arial"/>
              </a:defRPr>
            </a:lvl8pPr>
            <a:lvl9pPr>
              <a:defRPr sz="2850" b="1">
                <a:solidFill>
                  <a:srgbClr val="005293"/>
                </a:solidFill>
                <a:latin typeface="Arial"/>
                <a:ea typeface="Arial"/>
                <a:cs typeface="Arial"/>
              </a:defRPr>
            </a:lvl9pPr>
          </a:lstStyle>
          <a:p xmlns:a="http://schemas.openxmlformats.org/drawingml/2006/main">
            <a:pPr>
              <a:defRPr sz="2850" b="1">
                <a:solidFill>
                  <a:srgbClr val="005293"/>
                </a:solidFill>
                <a:latin typeface="Arial"/>
                <a:ea typeface="Arial"/>
                <a:cs typeface="Arial"/>
              </a:defRPr>
            </a:pPr>
            <a:r>
              <a:rPr sz="2850" b="1">
                <a:solidFill>
                  <a:srgbClr val="005293"/>
                </a:solidFill>
                <a:latin typeface="Arial"/>
                <a:ea typeface="Arial"/>
                <a:cs typeface="Arial"/>
              </a:rPr>
              <a:t>Datenbanksysteme</a:t>
            </a:r>
          </a:p>
        </p:txBody>
      </p:sp>
      <p:sp>
        <p:nvSpPr>
          <p:cNvPr id="5" name="">
            <a:extLst xmlns:a="http://schemas.openxmlformats.org/drawingml/2006/main">
              <a:ext uri="{FF2B5EF4-FFF2-40B4-BE49-F238E27FC236}">
                <a16:creationId xmlns:a16="http://schemas.microsoft.com/office/drawing/2014/main" id="{603CA1C3-65E6-47D8-BCAC-7584D3702026}"/>
              </a:ext>
            </a:extLst>
          </p:cNvPr>
          <p:cNvSpPr>
            <a:spLocks xmlns:a="http://schemas.openxmlformats.org/drawingml/2006/main" noGrp="1"/>
          </p:cNvSpPr>
          <p:nvPr/>
        </p:nvSpPr>
        <p:spPr>
          <a:xfrm xmlns:a="http://schemas.openxmlformats.org/drawingml/2006/main">
            <a:off x="609600" y="2190750"/>
            <a:ext cx="1047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202B33"/>
                </a:solidFill>
                <a:latin typeface="Arial"/>
                <a:ea typeface="Arial"/>
                <a:cs typeface="Arial"/>
              </a:defRPr>
            </a:defPPr>
            <a:lvl1pPr>
              <a:defRPr sz="2325" b="0">
                <a:solidFill>
                  <a:srgbClr val="202B33"/>
                </a:solidFill>
                <a:latin typeface="Arial"/>
                <a:ea typeface="Arial"/>
                <a:cs typeface="Arial"/>
              </a:defRPr>
            </a:lvl1pPr>
            <a:lvl2pPr>
              <a:defRPr sz="2325" b="0">
                <a:solidFill>
                  <a:srgbClr val="202B33"/>
                </a:solidFill>
                <a:latin typeface="Arial"/>
                <a:ea typeface="Arial"/>
                <a:cs typeface="Arial"/>
              </a:defRPr>
            </a:lvl2pPr>
            <a:lvl3pPr>
              <a:defRPr sz="2325" b="0">
                <a:solidFill>
                  <a:srgbClr val="202B33"/>
                </a:solidFill>
                <a:latin typeface="Arial"/>
                <a:ea typeface="Arial"/>
                <a:cs typeface="Arial"/>
              </a:defRPr>
            </a:lvl3pPr>
            <a:lvl4pPr>
              <a:defRPr sz="2325" b="0">
                <a:solidFill>
                  <a:srgbClr val="202B33"/>
                </a:solidFill>
                <a:latin typeface="Arial"/>
                <a:ea typeface="Arial"/>
                <a:cs typeface="Arial"/>
              </a:defRPr>
            </a:lvl4pPr>
            <a:lvl5pPr>
              <a:defRPr sz="2325" b="0">
                <a:solidFill>
                  <a:srgbClr val="202B33"/>
                </a:solidFill>
                <a:latin typeface="Arial"/>
                <a:ea typeface="Arial"/>
                <a:cs typeface="Arial"/>
              </a:defRPr>
            </a:lvl5pPr>
            <a:lvl6pPr>
              <a:defRPr sz="2325" b="0">
                <a:solidFill>
                  <a:srgbClr val="202B33"/>
                </a:solidFill>
                <a:latin typeface="Arial"/>
                <a:ea typeface="Arial"/>
                <a:cs typeface="Arial"/>
              </a:defRPr>
            </a:lvl6pPr>
            <a:lvl7pPr>
              <a:defRPr sz="2325" b="0">
                <a:solidFill>
                  <a:srgbClr val="202B33"/>
                </a:solidFill>
                <a:latin typeface="Arial"/>
                <a:ea typeface="Arial"/>
                <a:cs typeface="Arial"/>
              </a:defRPr>
            </a:lvl7pPr>
            <a:lvl8pPr>
              <a:defRPr sz="2325" b="0">
                <a:solidFill>
                  <a:srgbClr val="202B33"/>
                </a:solidFill>
                <a:latin typeface="Arial"/>
                <a:ea typeface="Arial"/>
                <a:cs typeface="Arial"/>
              </a:defRPr>
            </a:lvl8pPr>
            <a:lvl9pPr>
              <a:defRPr sz="2325" b="0">
                <a:solidFill>
                  <a:srgbClr val="202B33"/>
                </a:solidFill>
                <a:latin typeface="Arial"/>
                <a:ea typeface="Arial"/>
                <a:cs typeface="Arial"/>
              </a:defRPr>
            </a:lvl9pPr>
          </a:lstStyle>
          <a:p xmlns:a="http://schemas.openxmlformats.org/drawingml/2006/main">
            <a:pPr>
              <a:defRPr sz="2325" b="0">
                <a:solidFill>
                  <a:srgbClr val="202B33"/>
                </a:solidFill>
                <a:latin typeface="Arial"/>
                <a:ea typeface="Arial"/>
                <a:cs typeface="Arial"/>
              </a:defRPr>
            </a:pPr>
            <a:r>
              <a:rPr sz="2325" b="0">
                <a:solidFill>
                  <a:srgbClr val="202B33"/>
                </a:solidFill>
                <a:latin typeface="Arial"/>
                <a:ea typeface="Arial"/>
                <a:cs typeface="Arial"/>
              </a:rPr>
              <a:t>Eine Einführung</a:t>
            </a:r>
          </a:p>
        </p:txBody>
      </p:sp>
      <p:sp>
        <p:nvSpPr>
          <p:cNvPr id="6" name="">
            <a:extLst xmlns:a="http://schemas.openxmlformats.org/drawingml/2006/main">
              <a:ext uri="{FF2B5EF4-FFF2-40B4-BE49-F238E27FC236}">
                <a16:creationId xmlns:a16="http://schemas.microsoft.com/office/drawing/2014/main" id="{60CF29EF-D630-473A-9F4D-1D32222020B2}"/>
              </a:ext>
            </a:extLst>
          </p:cNvPr>
          <p:cNvSpPr>
            <a:spLocks xmlns:a="http://schemas.openxmlformats.org/drawingml/2006/main" noGrp="1"/>
          </p:cNvSpPr>
          <p:nvPr/>
        </p:nvSpPr>
        <p:spPr>
          <a:xfrm xmlns:a="http://schemas.openxmlformats.org/drawingml/2006/main">
            <a:off x="609600" y="27146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96773"/>
                </a:solidFill>
                <a:latin typeface="Arial"/>
                <a:ea typeface="Arial"/>
                <a:cs typeface="Arial"/>
              </a:defRPr>
            </a:defPPr>
            <a:lvl1pPr>
              <a:defRPr sz="1950" b="0">
                <a:solidFill>
                  <a:srgbClr val="596773"/>
                </a:solidFill>
                <a:latin typeface="Arial"/>
                <a:ea typeface="Arial"/>
                <a:cs typeface="Arial"/>
              </a:defRPr>
            </a:lvl1pPr>
            <a:lvl2pPr>
              <a:defRPr sz="1950" b="0">
                <a:solidFill>
                  <a:srgbClr val="596773"/>
                </a:solidFill>
                <a:latin typeface="Arial"/>
                <a:ea typeface="Arial"/>
                <a:cs typeface="Arial"/>
              </a:defRPr>
            </a:lvl2pPr>
            <a:lvl3pPr>
              <a:defRPr sz="1950" b="0">
                <a:solidFill>
                  <a:srgbClr val="596773"/>
                </a:solidFill>
                <a:latin typeface="Arial"/>
                <a:ea typeface="Arial"/>
                <a:cs typeface="Arial"/>
              </a:defRPr>
            </a:lvl3pPr>
            <a:lvl4pPr>
              <a:defRPr sz="1950" b="0">
                <a:solidFill>
                  <a:srgbClr val="596773"/>
                </a:solidFill>
                <a:latin typeface="Arial"/>
                <a:ea typeface="Arial"/>
                <a:cs typeface="Arial"/>
              </a:defRPr>
            </a:lvl4pPr>
            <a:lvl5pPr>
              <a:defRPr sz="1950" b="0">
                <a:solidFill>
                  <a:srgbClr val="596773"/>
                </a:solidFill>
                <a:latin typeface="Arial"/>
                <a:ea typeface="Arial"/>
                <a:cs typeface="Arial"/>
              </a:defRPr>
            </a:lvl5pPr>
            <a:lvl6pPr>
              <a:defRPr sz="1950" b="0">
                <a:solidFill>
                  <a:srgbClr val="596773"/>
                </a:solidFill>
                <a:latin typeface="Arial"/>
                <a:ea typeface="Arial"/>
                <a:cs typeface="Arial"/>
              </a:defRPr>
            </a:lvl6pPr>
            <a:lvl7pPr>
              <a:defRPr sz="1950" b="0">
                <a:solidFill>
                  <a:srgbClr val="596773"/>
                </a:solidFill>
                <a:latin typeface="Arial"/>
                <a:ea typeface="Arial"/>
                <a:cs typeface="Arial"/>
              </a:defRPr>
            </a:lvl7pPr>
            <a:lvl8pPr>
              <a:defRPr sz="1950" b="0">
                <a:solidFill>
                  <a:srgbClr val="596773"/>
                </a:solidFill>
                <a:latin typeface="Arial"/>
                <a:ea typeface="Arial"/>
                <a:cs typeface="Arial"/>
              </a:defRPr>
            </a:lvl8pPr>
            <a:lvl9pPr>
              <a:defRPr sz="1950" b="0">
                <a:solidFill>
                  <a:srgbClr val="596773"/>
                </a:solidFill>
                <a:latin typeface="Arial"/>
                <a:ea typeface="Arial"/>
                <a:cs typeface="Arial"/>
              </a:defRPr>
            </a:lvl9pPr>
          </a:lstStyle>
          <a:p xmlns:a="http://schemas.openxmlformats.org/drawingml/2006/main">
            <a:pPr>
              <a:defRPr sz="1950" b="0">
                <a:solidFill>
                  <a:srgbClr val="596773"/>
                </a:solidFill>
                <a:latin typeface="Arial"/>
                <a:ea typeface="Arial"/>
                <a:cs typeface="Arial"/>
              </a:defRPr>
            </a:pPr>
            <a:r>
              <a:rPr sz="1950" b="0">
                <a:solidFill>
                  <a:srgbClr val="596773"/>
                </a:solidFill>
                <a:latin typeface="Arial"/>
                <a:ea typeface="Arial"/>
                <a:cs typeface="Arial"/>
              </a:rPr>
              <a:t>Alfons Kemper und André Eickler</a:t>
            </a:r>
          </a:p>
        </p:txBody>
      </p:sp>
      <p:sp>
        <p:nvSpPr>
          <p:cNvPr id="7" name="">
            <a:extLst xmlns:a="http://schemas.openxmlformats.org/drawingml/2006/main">
              <a:ext uri="{FF2B5EF4-FFF2-40B4-BE49-F238E27FC236}">
                <a16:creationId xmlns:a16="http://schemas.microsoft.com/office/drawing/2014/main" id="{BCDD0478-295D-4291-A628-BBE258D29320}"/>
              </a:ext>
            </a:extLst>
          </p:cNvPr>
          <p:cNvSpPr>
            <a:spLocks xmlns:a="http://schemas.openxmlformats.org/drawingml/2006/main" noGrp="1"/>
          </p:cNvSpPr>
          <p:nvPr/>
        </p:nvSpPr>
        <p:spPr>
          <a:xfrm xmlns:a="http://schemas.openxmlformats.org/drawingml/2006/main">
            <a:off x="609600" y="31527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Zum Nachlesen und Vertiefen der Vorlesungsinhalte</a:t>
            </a:r>
          </a:p>
        </p:txBody>
      </p:sp>
      <p:sp>
        <p:nvSpPr>
          <p:cNvPr id="8" name="">
            <a:extLst xmlns:a="http://schemas.openxmlformats.org/drawingml/2006/main">
              <a:ext uri="{FF2B5EF4-FFF2-40B4-BE49-F238E27FC236}">
                <a16:creationId xmlns:a16="http://schemas.microsoft.com/office/drawing/2014/main" id="{290FBBFB-A550-4529-A3A2-E7008F481888}"/>
              </a:ext>
            </a:extLst>
          </p:cNvPr>
          <p:cNvSpPr>
            <a:spLocks xmlns:a="http://schemas.openxmlformats.org/drawingml/2006/main" noGrp="1"/>
          </p:cNvSpPr>
          <p:nvPr/>
        </p:nvSpPr>
        <p:spPr>
          <a:xfrm xmlns:a="http://schemas.openxmlformats.org/drawingml/2006/main">
            <a:off x="609600" y="3933825"/>
            <a:ext cx="104775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005293"/>
                </a:solidFill>
                <a:latin typeface="Arial"/>
                <a:ea typeface="Arial"/>
                <a:cs typeface="Arial"/>
              </a:defRPr>
            </a:defPPr>
            <a:lvl1pPr>
              <a:defRPr sz="2850" b="1">
                <a:solidFill>
                  <a:srgbClr val="005293"/>
                </a:solidFill>
                <a:latin typeface="Arial"/>
                <a:ea typeface="Arial"/>
                <a:cs typeface="Arial"/>
              </a:defRPr>
            </a:lvl1pPr>
            <a:lvl2pPr>
              <a:defRPr sz="2850" b="1">
                <a:solidFill>
                  <a:srgbClr val="005293"/>
                </a:solidFill>
                <a:latin typeface="Arial"/>
                <a:ea typeface="Arial"/>
                <a:cs typeface="Arial"/>
              </a:defRPr>
            </a:lvl2pPr>
            <a:lvl3pPr>
              <a:defRPr sz="2850" b="1">
                <a:solidFill>
                  <a:srgbClr val="005293"/>
                </a:solidFill>
                <a:latin typeface="Arial"/>
                <a:ea typeface="Arial"/>
                <a:cs typeface="Arial"/>
              </a:defRPr>
            </a:lvl3pPr>
            <a:lvl4pPr>
              <a:defRPr sz="2850" b="1">
                <a:solidFill>
                  <a:srgbClr val="005293"/>
                </a:solidFill>
                <a:latin typeface="Arial"/>
                <a:ea typeface="Arial"/>
                <a:cs typeface="Arial"/>
              </a:defRPr>
            </a:lvl4pPr>
            <a:lvl5pPr>
              <a:defRPr sz="2850" b="1">
                <a:solidFill>
                  <a:srgbClr val="005293"/>
                </a:solidFill>
                <a:latin typeface="Arial"/>
                <a:ea typeface="Arial"/>
                <a:cs typeface="Arial"/>
              </a:defRPr>
            </a:lvl5pPr>
            <a:lvl6pPr>
              <a:defRPr sz="2850" b="1">
                <a:solidFill>
                  <a:srgbClr val="005293"/>
                </a:solidFill>
                <a:latin typeface="Arial"/>
                <a:ea typeface="Arial"/>
                <a:cs typeface="Arial"/>
              </a:defRPr>
            </a:lvl6pPr>
            <a:lvl7pPr>
              <a:defRPr sz="2850" b="1">
                <a:solidFill>
                  <a:srgbClr val="005293"/>
                </a:solidFill>
                <a:latin typeface="Arial"/>
                <a:ea typeface="Arial"/>
                <a:cs typeface="Arial"/>
              </a:defRPr>
            </a:lvl7pPr>
            <a:lvl8pPr>
              <a:defRPr sz="2850" b="1">
                <a:solidFill>
                  <a:srgbClr val="005293"/>
                </a:solidFill>
                <a:latin typeface="Arial"/>
                <a:ea typeface="Arial"/>
                <a:cs typeface="Arial"/>
              </a:defRPr>
            </a:lvl8pPr>
            <a:lvl9pPr>
              <a:defRPr sz="2850" b="1">
                <a:solidFill>
                  <a:srgbClr val="005293"/>
                </a:solidFill>
                <a:latin typeface="Arial"/>
                <a:ea typeface="Arial"/>
                <a:cs typeface="Arial"/>
              </a:defRPr>
            </a:lvl9pPr>
          </a:lstStyle>
          <a:p xmlns:a="http://schemas.openxmlformats.org/drawingml/2006/main">
            <a:pPr>
              <a:defRPr sz="2850" b="1">
                <a:solidFill>
                  <a:srgbClr val="005293"/>
                </a:solidFill>
                <a:latin typeface="Arial"/>
                <a:ea typeface="Arial"/>
                <a:cs typeface="Arial"/>
              </a:defRPr>
            </a:pPr>
            <a:r>
              <a:rPr sz="2850" b="1">
                <a:solidFill>
                  <a:srgbClr val="005293"/>
                </a:solidFill>
                <a:latin typeface="Arial"/>
                <a:ea typeface="Arial"/>
                <a:cs typeface="Arial"/>
              </a:rPr>
              <a:t>Übungsbuch Datenbanksysteme</a:t>
            </a:r>
          </a:p>
        </p:txBody>
      </p:sp>
      <p:sp>
        <p:nvSpPr>
          <p:cNvPr id="9" name="">
            <a:extLst xmlns:a="http://schemas.openxmlformats.org/drawingml/2006/main">
              <a:ext uri="{FF2B5EF4-FFF2-40B4-BE49-F238E27FC236}">
                <a16:creationId xmlns:a16="http://schemas.microsoft.com/office/drawing/2014/main" id="{AB1FF644-BB01-4501-988A-80DD9A2FA9FF}"/>
              </a:ext>
            </a:extLst>
          </p:cNvPr>
          <p:cNvSpPr>
            <a:spLocks xmlns:a="http://schemas.openxmlformats.org/drawingml/2006/main" noGrp="1"/>
          </p:cNvSpPr>
          <p:nvPr/>
        </p:nvSpPr>
        <p:spPr>
          <a:xfrm xmlns:a="http://schemas.openxmlformats.org/drawingml/2006/main">
            <a:off x="609600" y="4505325"/>
            <a:ext cx="1047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596773"/>
                </a:solidFill>
                <a:latin typeface="Arial"/>
                <a:ea typeface="Arial"/>
                <a:cs typeface="Arial"/>
              </a:defRPr>
            </a:defPPr>
            <a:lvl1pPr>
              <a:defRPr sz="1950" b="0">
                <a:solidFill>
                  <a:srgbClr val="596773"/>
                </a:solidFill>
                <a:latin typeface="Arial"/>
                <a:ea typeface="Arial"/>
                <a:cs typeface="Arial"/>
              </a:defRPr>
            </a:lvl1pPr>
            <a:lvl2pPr>
              <a:defRPr sz="1950" b="0">
                <a:solidFill>
                  <a:srgbClr val="596773"/>
                </a:solidFill>
                <a:latin typeface="Arial"/>
                <a:ea typeface="Arial"/>
                <a:cs typeface="Arial"/>
              </a:defRPr>
            </a:lvl2pPr>
            <a:lvl3pPr>
              <a:defRPr sz="1950" b="0">
                <a:solidFill>
                  <a:srgbClr val="596773"/>
                </a:solidFill>
                <a:latin typeface="Arial"/>
                <a:ea typeface="Arial"/>
                <a:cs typeface="Arial"/>
              </a:defRPr>
            </a:lvl3pPr>
            <a:lvl4pPr>
              <a:defRPr sz="1950" b="0">
                <a:solidFill>
                  <a:srgbClr val="596773"/>
                </a:solidFill>
                <a:latin typeface="Arial"/>
                <a:ea typeface="Arial"/>
                <a:cs typeface="Arial"/>
              </a:defRPr>
            </a:lvl4pPr>
            <a:lvl5pPr>
              <a:defRPr sz="1950" b="0">
                <a:solidFill>
                  <a:srgbClr val="596773"/>
                </a:solidFill>
                <a:latin typeface="Arial"/>
                <a:ea typeface="Arial"/>
                <a:cs typeface="Arial"/>
              </a:defRPr>
            </a:lvl5pPr>
            <a:lvl6pPr>
              <a:defRPr sz="1950" b="0">
                <a:solidFill>
                  <a:srgbClr val="596773"/>
                </a:solidFill>
                <a:latin typeface="Arial"/>
                <a:ea typeface="Arial"/>
                <a:cs typeface="Arial"/>
              </a:defRPr>
            </a:lvl6pPr>
            <a:lvl7pPr>
              <a:defRPr sz="1950" b="0">
                <a:solidFill>
                  <a:srgbClr val="596773"/>
                </a:solidFill>
                <a:latin typeface="Arial"/>
                <a:ea typeface="Arial"/>
                <a:cs typeface="Arial"/>
              </a:defRPr>
            </a:lvl7pPr>
            <a:lvl8pPr>
              <a:defRPr sz="1950" b="0">
                <a:solidFill>
                  <a:srgbClr val="596773"/>
                </a:solidFill>
                <a:latin typeface="Arial"/>
                <a:ea typeface="Arial"/>
                <a:cs typeface="Arial"/>
              </a:defRPr>
            </a:lvl8pPr>
            <a:lvl9pPr>
              <a:defRPr sz="1950" b="0">
                <a:solidFill>
                  <a:srgbClr val="596773"/>
                </a:solidFill>
                <a:latin typeface="Arial"/>
                <a:ea typeface="Arial"/>
                <a:cs typeface="Arial"/>
              </a:defRPr>
            </a:lvl9pPr>
          </a:lstStyle>
          <a:p xmlns:a="http://schemas.openxmlformats.org/drawingml/2006/main">
            <a:pPr>
              <a:defRPr sz="1950" b="0">
                <a:solidFill>
                  <a:srgbClr val="596773"/>
                </a:solidFill>
                <a:latin typeface="Arial"/>
                <a:ea typeface="Arial"/>
                <a:cs typeface="Arial"/>
              </a:defRPr>
            </a:pPr>
            <a:r>
              <a:rPr sz="1950" b="0">
                <a:solidFill>
                  <a:srgbClr val="596773"/>
                </a:solidFill>
                <a:latin typeface="Arial"/>
                <a:ea typeface="Arial"/>
                <a:cs typeface="Arial"/>
              </a:rPr>
              <a:t>Alfons Kemper und Martin Wimmer</a:t>
            </a:r>
          </a:p>
        </p:txBody>
      </p:sp>
      <p:sp>
        <p:nvSpPr>
          <p:cNvPr id="10" name="">
            <a:extLst xmlns:a="http://schemas.openxmlformats.org/drawingml/2006/main">
              <a:ext uri="{FF2B5EF4-FFF2-40B4-BE49-F238E27FC236}">
                <a16:creationId xmlns:a16="http://schemas.microsoft.com/office/drawing/2014/main" id="{70D8BE6F-D8A6-4CB5-92AB-338A8618322C}"/>
              </a:ext>
            </a:extLst>
          </p:cNvPr>
          <p:cNvSpPr>
            <a:spLocks xmlns:a="http://schemas.openxmlformats.org/drawingml/2006/main" noGrp="1"/>
          </p:cNvSpPr>
          <p:nvPr/>
        </p:nvSpPr>
        <p:spPr>
          <a:xfrm xmlns:a="http://schemas.openxmlformats.org/drawingml/2006/main">
            <a:off x="609600" y="49434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202B33"/>
                </a:solidFill>
                <a:latin typeface="Arial"/>
                <a:ea typeface="Arial"/>
                <a:cs typeface="Arial"/>
              </a:defRPr>
            </a:defPPr>
            <a:lvl1pPr>
              <a:defRPr sz="2100" b="0">
                <a:solidFill>
                  <a:srgbClr val="202B33"/>
                </a:solidFill>
                <a:latin typeface="Arial"/>
                <a:ea typeface="Arial"/>
                <a:cs typeface="Arial"/>
              </a:defRPr>
            </a:lvl1pPr>
            <a:lvl2pPr>
              <a:defRPr sz="2100" b="0">
                <a:solidFill>
                  <a:srgbClr val="202B33"/>
                </a:solidFill>
                <a:latin typeface="Arial"/>
                <a:ea typeface="Arial"/>
                <a:cs typeface="Arial"/>
              </a:defRPr>
            </a:lvl2pPr>
            <a:lvl3pPr>
              <a:defRPr sz="2100" b="0">
                <a:solidFill>
                  <a:srgbClr val="202B33"/>
                </a:solidFill>
                <a:latin typeface="Arial"/>
                <a:ea typeface="Arial"/>
                <a:cs typeface="Arial"/>
              </a:defRPr>
            </a:lvl3pPr>
            <a:lvl4pPr>
              <a:defRPr sz="2100" b="0">
                <a:solidFill>
                  <a:srgbClr val="202B33"/>
                </a:solidFill>
                <a:latin typeface="Arial"/>
                <a:ea typeface="Arial"/>
                <a:cs typeface="Arial"/>
              </a:defRPr>
            </a:lvl4pPr>
            <a:lvl5pPr>
              <a:defRPr sz="2100" b="0">
                <a:solidFill>
                  <a:srgbClr val="202B33"/>
                </a:solidFill>
                <a:latin typeface="Arial"/>
                <a:ea typeface="Arial"/>
                <a:cs typeface="Arial"/>
              </a:defRPr>
            </a:lvl5pPr>
            <a:lvl6pPr>
              <a:defRPr sz="2100" b="0">
                <a:solidFill>
                  <a:srgbClr val="202B33"/>
                </a:solidFill>
                <a:latin typeface="Arial"/>
                <a:ea typeface="Arial"/>
                <a:cs typeface="Arial"/>
              </a:defRPr>
            </a:lvl6pPr>
            <a:lvl7pPr>
              <a:defRPr sz="2100" b="0">
                <a:solidFill>
                  <a:srgbClr val="202B33"/>
                </a:solidFill>
                <a:latin typeface="Arial"/>
                <a:ea typeface="Arial"/>
                <a:cs typeface="Arial"/>
              </a:defRPr>
            </a:lvl7pPr>
            <a:lvl8pPr>
              <a:defRPr sz="2100" b="0">
                <a:solidFill>
                  <a:srgbClr val="202B33"/>
                </a:solidFill>
                <a:latin typeface="Arial"/>
                <a:ea typeface="Arial"/>
                <a:cs typeface="Arial"/>
              </a:defRPr>
            </a:lvl8pPr>
            <a:lvl9pPr>
              <a:defRPr sz="2100" b="0">
                <a:solidFill>
                  <a:srgbClr val="202B33"/>
                </a:solidFill>
                <a:latin typeface="Arial"/>
                <a:ea typeface="Arial"/>
                <a:cs typeface="Arial"/>
              </a:defRPr>
            </a:lvl9pPr>
          </a:lstStyle>
          <a:p xmlns:a="http://schemas.openxmlformats.org/drawingml/2006/main">
            <a:pPr>
              <a:defRPr sz="2100" b="0">
                <a:solidFill>
                  <a:srgbClr val="202B33"/>
                </a:solidFill>
                <a:latin typeface="Arial"/>
                <a:ea typeface="Arial"/>
                <a:cs typeface="Arial"/>
              </a:defRPr>
            </a:pPr>
            <a:r>
              <a:rPr sz="2100" b="0">
                <a:solidFill>
                  <a:srgbClr val="202B33"/>
                </a:solidFill>
                <a:latin typeface="Arial"/>
                <a:ea typeface="Arial"/>
                <a:cs typeface="Arial"/>
              </a:rPr>
              <a:t>Für zusätzliche Übungsaufgaben</a:t>
            </a:r>
          </a:p>
        </p:txBody>
      </p:sp>
      <p:sp>
        <p:nvSpPr>
          <p:cNvPr id="11" name="">
            <a:extLst xmlns:a="http://schemas.openxmlformats.org/drawingml/2006/main">
              <a:ext uri="{FF2B5EF4-FFF2-40B4-BE49-F238E27FC236}">
                <a16:creationId xmlns:a16="http://schemas.microsoft.com/office/drawing/2014/main" id="{697726A7-3E36-4940-9DE5-40142DAC19EA}"/>
              </a:ext>
            </a:extLst>
          </p:cNvPr>
          <p:cNvSpPr>
            <a:spLocks xmlns:a="http://schemas.openxmlformats.org/drawingml/2006/main" noGrp="1"/>
          </p:cNvSpPr>
          <p:nvPr/>
        </p:nvSpPr>
        <p:spPr>
          <a:xfrm xmlns:a="http://schemas.openxmlformats.org/drawingml/2006/main">
            <a:off x="609600" y="5753100"/>
            <a:ext cx="1095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005293"/>
                </a:solidFill>
                <a:latin typeface="Arial"/>
                <a:ea typeface="Arial"/>
                <a:cs typeface="Arial"/>
              </a:defRPr>
            </a:defPPr>
            <a:lvl1pPr>
              <a:defRPr sz="2250" b="1">
                <a:solidFill>
                  <a:srgbClr val="005293"/>
                </a:solidFill>
                <a:latin typeface="Arial"/>
                <a:ea typeface="Arial"/>
                <a:cs typeface="Arial"/>
              </a:defRPr>
            </a:lvl1pPr>
            <a:lvl2pPr>
              <a:defRPr sz="2250" b="1">
                <a:solidFill>
                  <a:srgbClr val="005293"/>
                </a:solidFill>
                <a:latin typeface="Arial"/>
                <a:ea typeface="Arial"/>
                <a:cs typeface="Arial"/>
              </a:defRPr>
            </a:lvl2pPr>
            <a:lvl3pPr>
              <a:defRPr sz="2250" b="1">
                <a:solidFill>
                  <a:srgbClr val="005293"/>
                </a:solidFill>
                <a:latin typeface="Arial"/>
                <a:ea typeface="Arial"/>
                <a:cs typeface="Arial"/>
              </a:defRPr>
            </a:lvl3pPr>
            <a:lvl4pPr>
              <a:defRPr sz="2250" b="1">
                <a:solidFill>
                  <a:srgbClr val="005293"/>
                </a:solidFill>
                <a:latin typeface="Arial"/>
                <a:ea typeface="Arial"/>
                <a:cs typeface="Arial"/>
              </a:defRPr>
            </a:lvl4pPr>
            <a:lvl5pPr>
              <a:defRPr sz="2250" b="1">
                <a:solidFill>
                  <a:srgbClr val="005293"/>
                </a:solidFill>
                <a:latin typeface="Arial"/>
                <a:ea typeface="Arial"/>
                <a:cs typeface="Arial"/>
              </a:defRPr>
            </a:lvl5pPr>
            <a:lvl6pPr>
              <a:defRPr sz="2250" b="1">
                <a:solidFill>
                  <a:srgbClr val="005293"/>
                </a:solidFill>
                <a:latin typeface="Arial"/>
                <a:ea typeface="Arial"/>
                <a:cs typeface="Arial"/>
              </a:defRPr>
            </a:lvl6pPr>
            <a:lvl7pPr>
              <a:defRPr sz="2250" b="1">
                <a:solidFill>
                  <a:srgbClr val="005293"/>
                </a:solidFill>
                <a:latin typeface="Arial"/>
                <a:ea typeface="Arial"/>
                <a:cs typeface="Arial"/>
              </a:defRPr>
            </a:lvl7pPr>
            <a:lvl8pPr>
              <a:defRPr sz="2250" b="1">
                <a:solidFill>
                  <a:srgbClr val="005293"/>
                </a:solidFill>
                <a:latin typeface="Arial"/>
                <a:ea typeface="Arial"/>
                <a:cs typeface="Arial"/>
              </a:defRPr>
            </a:lvl8pPr>
            <a:lvl9pPr>
              <a:defRPr sz="2250" b="1">
                <a:solidFill>
                  <a:srgbClr val="005293"/>
                </a:solidFill>
                <a:latin typeface="Arial"/>
                <a:ea typeface="Arial"/>
                <a:cs typeface="Arial"/>
              </a:defRPr>
            </a:lvl9pPr>
          </a:lstStyle>
          <a:p xmlns:a="http://schemas.openxmlformats.org/drawingml/2006/main">
            <a:pPr>
              <a:defRPr sz="2250" b="1">
                <a:solidFill>
                  <a:srgbClr val="005293"/>
                </a:solidFill>
                <a:latin typeface="Arial"/>
                <a:ea typeface="Arial"/>
                <a:cs typeface="Arial"/>
              </a:defRPr>
            </a:pPr>
            <a:r>
              <a:rPr sz="2250" b="1">
                <a:solidFill>
                  <a:srgbClr val="005293"/>
                </a:solidFill>
                <a:latin typeface="Arial"/>
                <a:ea typeface="Arial"/>
                <a:cs typeface="Arial"/>
              </a:rPr>
              <a:t>Meine Empfehlung: kaufen oder in der Bibliothek ausleihen.</a:t>
            </a:r>
          </a:p>
        </p:txBody>
      </p:sp>
    </p:spTree>
    <p:extLst>
      <p:ext uri="{BB962C8B-B14F-4D97-AF65-F5344CB8AC3E}">
        <p14:creationId xmlns:p14="http://schemas.microsoft.com/office/powerpoint/2010/main" val="187937023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2026-10-19T11:16:10.5420000Z</dcterms:created>
  <dcterms:modified xsi:type="dcterms:W3CDTF">2026-10-19T11:16:10.5420000Z</dcterms:modified>
</coreProperties>
</file>