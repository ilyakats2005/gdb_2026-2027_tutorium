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5cd928f4153478a" /><Relationship Type="http://schemas.openxmlformats.org/officeDocument/2006/relationships/extended-properties" Target="/docProps/app.xml" Id="R56487bcc97b64ced" /><Relationship Type="http://schemas.openxmlformats.org/officeDocument/2006/relationships/officeDocument" Target="/ppt/presentation.xml" Id="Ra6a88a303a9a4036" /></Relationships>
</file>

<file path=ppt/presentation.xml><?xml version="1.0" encoding="utf-8"?>
<p:presentation xmlns:p="http://schemas.openxmlformats.org/presentationml/2006/main">
  <p:sldMasterIdLst>
    <p:sldMasterId xmlns:r="http://schemas.openxmlformats.org/officeDocument/2006/relationships" id="2147483648" r:id="R6a47a14399aa499b"/>
  </p:sldMasterIdLst>
  <p:notesMasterIdLst>
    <p:notesMasterId xmlns:r="http://schemas.openxmlformats.org/officeDocument/2006/relationships" r:id="Rbc00c2d2a9544fff"/>
  </p:notesMasterIdLst>
  <p:sldIdLst>
    <p:sldId xmlns:r="http://schemas.openxmlformats.org/officeDocument/2006/relationships" id="256" r:id="R8b7c706337d344dd"/>
    <p:sldId xmlns:r="http://schemas.openxmlformats.org/officeDocument/2006/relationships" id="257" r:id="R4ea91fac03a14119"/>
    <p:sldId xmlns:r="http://schemas.openxmlformats.org/officeDocument/2006/relationships" id="258" r:id="Rd48206ecd7bd4e62"/>
    <p:sldId xmlns:r="http://schemas.openxmlformats.org/officeDocument/2006/relationships" id="259" r:id="Rd0ec14b1991a4e6f"/>
    <p:sldId xmlns:r="http://schemas.openxmlformats.org/officeDocument/2006/relationships" id="260" r:id="R1d8422c3125d4631"/>
    <p:sldId xmlns:r="http://schemas.openxmlformats.org/officeDocument/2006/relationships" id="261" r:id="Ra74f87bf2a1c4f67"/>
    <p:sldId xmlns:r="http://schemas.openxmlformats.org/officeDocument/2006/relationships" id="262" r:id="R1e394041db6f4db2"/>
    <p:sldId xmlns:r="http://schemas.openxmlformats.org/officeDocument/2006/relationships" id="263" r:id="Rbf7ecc848e93430b"/>
    <p:sldId xmlns:r="http://schemas.openxmlformats.org/officeDocument/2006/relationships" id="264" r:id="R01aa312752574275"/>
    <p:sldId xmlns:r="http://schemas.openxmlformats.org/officeDocument/2006/relationships" id="265" r:id="R4ac984e1a2b441ac"/>
    <p:sldId xmlns:r="http://schemas.openxmlformats.org/officeDocument/2006/relationships" id="266" r:id="R95e9242f04f14af0"/>
    <p:sldId xmlns:r="http://schemas.openxmlformats.org/officeDocument/2006/relationships" id="267" r:id="R311bba0940cd46fc"/>
    <p:sldId xmlns:r="http://schemas.openxmlformats.org/officeDocument/2006/relationships" id="268" r:id="R8875d3f3da8444fa"/>
    <p:sldId xmlns:r="http://schemas.openxmlformats.org/officeDocument/2006/relationships" id="269" r:id="Ra86ef88725f64d80"/>
    <p:sldId xmlns:r="http://schemas.openxmlformats.org/officeDocument/2006/relationships" id="270" r:id="R1708ac7252e34274"/>
    <p:sldId xmlns:r="http://schemas.openxmlformats.org/officeDocument/2006/relationships" id="271" r:id="R80f9c2720f814c97"/>
    <p:sldId xmlns:r="http://schemas.openxmlformats.org/officeDocument/2006/relationships" id="272" r:id="Rf9d2f1d49e524399"/>
    <p:sldId xmlns:r="http://schemas.openxmlformats.org/officeDocument/2006/relationships" id="273" r:id="R99bcbaf0c3e549bc"/>
    <p:sldId xmlns:r="http://schemas.openxmlformats.org/officeDocument/2006/relationships" id="274" r:id="Rdee63be0889f4b81"/>
    <p:sldId xmlns:r="http://schemas.openxmlformats.org/officeDocument/2006/relationships" id="275" r:id="Rda7a0ccb5c1d4211"/>
    <p:sldId xmlns:r="http://schemas.openxmlformats.org/officeDocument/2006/relationships" id="276" r:id="R87eff6484a1b484d"/>
    <p:sldId xmlns:r="http://schemas.openxmlformats.org/officeDocument/2006/relationships" id="277" r:id="R5ddb85be888545ff"/>
    <p:sldId xmlns:r="http://schemas.openxmlformats.org/officeDocument/2006/relationships" id="278" r:id="Rd5d4f6aca6bf4f18"/>
    <p:sldId xmlns:r="http://schemas.openxmlformats.org/officeDocument/2006/relationships" id="279" r:id="R3ad67e71972b47f5"/>
    <p:sldId xmlns:r="http://schemas.openxmlformats.org/officeDocument/2006/relationships" id="280" r:id="R81679f9fc6174c11"/>
    <p:sldId xmlns:r="http://schemas.openxmlformats.org/officeDocument/2006/relationships" id="281" r:id="Rba262711513a4ce1"/>
    <p:sldId xmlns:r="http://schemas.openxmlformats.org/officeDocument/2006/relationships" id="282" r:id="R81355a1edd484085"/>
    <p:sldId xmlns:r="http://schemas.openxmlformats.org/officeDocument/2006/relationships" id="283" r:id="R11afd747efcd4322"/>
    <p:sldId xmlns:r="http://schemas.openxmlformats.org/officeDocument/2006/relationships" id="284" r:id="R078c1a818bce47b5"/>
    <p:sldId xmlns:r="http://schemas.openxmlformats.org/officeDocument/2006/relationships" id="285" r:id="R0a9ddf4441e04c0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f19bd4c05b04c8e" /><Relationship Type="http://schemas.openxmlformats.org/officeDocument/2006/relationships/slideMaster" Target="/ppt/slideMasters/slideMaster1.xml" Id="R6a47a14399aa499b" /><Relationship Type="http://schemas.openxmlformats.org/officeDocument/2006/relationships/notesMaster" Target="/ppt/notesMasters/notesMaster1.xml" Id="Rbc00c2d2a9544fff" /><Relationship Type="http://schemas.openxmlformats.org/officeDocument/2006/relationships/presProps" Target="/ppt/presProps.xml" Id="Ree446c529b8742bd" /><Relationship Type="http://schemas.openxmlformats.org/officeDocument/2006/relationships/tableStyles" Target="/ppt/tableStyles.xml" Id="R21d25beb3b2e4c42" /><Relationship Type="http://schemas.openxmlformats.org/officeDocument/2006/relationships/slide" Target="/ppt/slides/slide1.xml" Id="R8b7c706337d344dd" /><Relationship Type="http://schemas.openxmlformats.org/officeDocument/2006/relationships/slide" Target="/ppt/slides/slide2.xml" Id="R4ea91fac03a14119" /><Relationship Type="http://schemas.openxmlformats.org/officeDocument/2006/relationships/slide" Target="/ppt/slides/slide3.xml" Id="Rd48206ecd7bd4e62" /><Relationship Type="http://schemas.openxmlformats.org/officeDocument/2006/relationships/slide" Target="/ppt/slides/slide4.xml" Id="Rd0ec14b1991a4e6f" /><Relationship Type="http://schemas.openxmlformats.org/officeDocument/2006/relationships/slide" Target="/ppt/slides/slide5.xml" Id="R1d8422c3125d4631" /><Relationship Type="http://schemas.openxmlformats.org/officeDocument/2006/relationships/slide" Target="/ppt/slides/slide6.xml" Id="Ra74f87bf2a1c4f67" /><Relationship Type="http://schemas.openxmlformats.org/officeDocument/2006/relationships/slide" Target="/ppt/slides/slide7.xml" Id="R1e394041db6f4db2" /><Relationship Type="http://schemas.openxmlformats.org/officeDocument/2006/relationships/slide" Target="/ppt/slides/slide8.xml" Id="Rbf7ecc848e93430b" /><Relationship Type="http://schemas.openxmlformats.org/officeDocument/2006/relationships/slide" Target="/ppt/slides/slide9.xml" Id="R01aa312752574275" /><Relationship Type="http://schemas.openxmlformats.org/officeDocument/2006/relationships/slide" Target="/ppt/slides/slide10.xml" Id="R4ac984e1a2b441ac" /><Relationship Type="http://schemas.openxmlformats.org/officeDocument/2006/relationships/slide" Target="/ppt/slides/slide11.xml" Id="R95e9242f04f14af0" /><Relationship Type="http://schemas.openxmlformats.org/officeDocument/2006/relationships/slide" Target="/ppt/slides/slide12.xml" Id="R311bba0940cd46fc" /><Relationship Type="http://schemas.openxmlformats.org/officeDocument/2006/relationships/slide" Target="/ppt/slides/slide13.xml" Id="R8875d3f3da8444fa" /><Relationship Type="http://schemas.openxmlformats.org/officeDocument/2006/relationships/slide" Target="/ppt/slides/slide14.xml" Id="Ra86ef88725f64d80" /><Relationship Type="http://schemas.openxmlformats.org/officeDocument/2006/relationships/slide" Target="/ppt/slides/slide15.xml" Id="R1708ac7252e34274" /><Relationship Type="http://schemas.openxmlformats.org/officeDocument/2006/relationships/slide" Target="/ppt/slides/slide16.xml" Id="R80f9c2720f814c97" /><Relationship Type="http://schemas.openxmlformats.org/officeDocument/2006/relationships/slide" Target="/ppt/slides/slide17.xml" Id="Rf9d2f1d49e524399" /><Relationship Type="http://schemas.openxmlformats.org/officeDocument/2006/relationships/slide" Target="/ppt/slides/slide18.xml" Id="R99bcbaf0c3e549bc" /><Relationship Type="http://schemas.openxmlformats.org/officeDocument/2006/relationships/slide" Target="/ppt/slides/slide19.xml" Id="Rdee63be0889f4b81" /><Relationship Type="http://schemas.openxmlformats.org/officeDocument/2006/relationships/slide" Target="/ppt/slides/slide20.xml" Id="Rda7a0ccb5c1d4211" /><Relationship Type="http://schemas.openxmlformats.org/officeDocument/2006/relationships/slide" Target="/ppt/slides/slide21.xml" Id="R87eff6484a1b484d" /><Relationship Type="http://schemas.openxmlformats.org/officeDocument/2006/relationships/slide" Target="/ppt/slides/slide22.xml" Id="R5ddb85be888545ff" /><Relationship Type="http://schemas.openxmlformats.org/officeDocument/2006/relationships/slide" Target="/ppt/slides/slide23.xml" Id="Rd5d4f6aca6bf4f18" /><Relationship Type="http://schemas.openxmlformats.org/officeDocument/2006/relationships/slide" Target="/ppt/slides/slide24.xml" Id="R3ad67e71972b47f5" /><Relationship Type="http://schemas.openxmlformats.org/officeDocument/2006/relationships/slide" Target="/ppt/slides/slide25.xml" Id="R81679f9fc6174c11" /><Relationship Type="http://schemas.openxmlformats.org/officeDocument/2006/relationships/slide" Target="/ppt/slides/slide26.xml" Id="Rba262711513a4ce1" /><Relationship Type="http://schemas.openxmlformats.org/officeDocument/2006/relationships/slide" Target="/ppt/slides/slide27.xml" Id="R81355a1edd484085" /><Relationship Type="http://schemas.openxmlformats.org/officeDocument/2006/relationships/slide" Target="/ppt/slides/slide28.xml" Id="R11afd747efcd4322" /><Relationship Type="http://schemas.openxmlformats.org/officeDocument/2006/relationships/slide" Target="/ppt/slides/slide29.xml" Id="R078c1a818bce47b5" /><Relationship Type="http://schemas.openxmlformats.org/officeDocument/2006/relationships/slide" Target="/ppt/slides/slide30.xml" Id="R0a9ddf4441e04c0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b94c79661f84ed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62fb94a0c994f91" /><Relationship Type="http://schemas.openxmlformats.org/officeDocument/2006/relationships/notesMaster" Target="/ppt/notesMasters/notesMaster1.xml" Id="R77920b308aa148e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fa6ee59d184f8c" /><Relationship Type="http://schemas.openxmlformats.org/officeDocument/2006/relationships/notesMaster" Target="/ppt/notesMasters/notesMaster1.xml" Id="R20c4319a4f464a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f288edc9ddbe4222" /><Relationship Type="http://schemas.openxmlformats.org/officeDocument/2006/relationships/notesMaster" Target="/ppt/notesMasters/notesMaster1.xml" Id="R155017df893943b4" /></Relationships>
</file>

<file path=ppt/notesSlides/_rels/notesSlide4.xml.rels>&#65279;<?xml version="1.0" encoding="utf-8"?><Relationships xmlns="http://schemas.openxmlformats.org/package/2006/relationships"><Relationship Type="http://schemas.openxmlformats.org/officeDocument/2006/relationships/slide" Target="/ppt/slides/slide4.xml" Id="Rc8b866e04dda4b5a" /><Relationship Type="http://schemas.openxmlformats.org/officeDocument/2006/relationships/notesMaster" Target="/ppt/notesMasters/notesMaster1.xml" Id="Re0f76a091b2f44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6519346fa9f435a" /><Relationship Type="http://schemas.openxmlformats.org/officeDocument/2006/relationships/notesMaster" Target="/ppt/notesMasters/notesMaster1.xml" Id="R36c59f1c1a6b46f8" /></Relationships>
</file>

<file path=ppt/notesSlides/_rels/notesSlide6.xml.rels>&#65279;<?xml version="1.0" encoding="utf-8"?><Relationships xmlns="http://schemas.openxmlformats.org/package/2006/relationships"><Relationship Type="http://schemas.openxmlformats.org/officeDocument/2006/relationships/slide" Target="/ppt/slides/slide6.xml" Id="Re20927c13db24c6c" /><Relationship Type="http://schemas.openxmlformats.org/officeDocument/2006/relationships/notesMaster" Target="/ppt/notesMasters/notesMaster1.xml" Id="R416aea279b2247a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7c7ae3a99a4281" /><Relationship Type="http://schemas.openxmlformats.org/officeDocument/2006/relationships/notesMaster" Target="/ppt/notesMasters/notesMaster1.xml" Id="Rc67f1f98d7cf42c0" /></Relationships>
</file>

<file path=ppt/notesSlides/_rels/notesSlide8.xml.rels>&#65279;<?xml version="1.0" encoding="utf-8"?><Relationships xmlns="http://schemas.openxmlformats.org/package/2006/relationships"><Relationship Type="http://schemas.openxmlformats.org/officeDocument/2006/relationships/slide" Target="/ppt/slides/slide8.xml" Id="R1ade355138054855" /><Relationship Type="http://schemas.openxmlformats.org/officeDocument/2006/relationships/notesMaster" Target="/ppt/notesMasters/notesMaster1.xml" Id="Rda8db571db7e4220" /></Relationships>
</file>

<file path=ppt/notesSlides/_rels/notesSlide9.xml.rels>&#65279;<?xml version="1.0" encoding="utf-8"?><Relationships xmlns="http://schemas.openxmlformats.org/package/2006/relationships"><Relationship Type="http://schemas.openxmlformats.org/officeDocument/2006/relationships/slide" Target="/ppt/slides/slide9.xml" Id="R46ceb7968ce547cd" /><Relationship Type="http://schemas.openxmlformats.org/officeDocument/2006/relationships/notesMaster" Target="/ppt/notesMasters/notesMaster1.xml" Id="R7636d278acbb4ac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b1d76371d374bfc" /><Relationship Type="http://schemas.openxmlformats.org/officeDocument/2006/relationships/notesMaster" Target="/ppt/notesMasters/notesMaster1.xml" Id="Rcbe20ad6d14a453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33043c327014dfd" /><Relationship Type="http://schemas.openxmlformats.org/officeDocument/2006/relationships/notesMaster" Target="/ppt/notesMasters/notesMaster1.xml" Id="R9ec8f9158319426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d25238e474f4648" /><Relationship Type="http://schemas.openxmlformats.org/officeDocument/2006/relationships/notesMaster" Target="/ppt/notesMasters/notesMaster1.xml" Id="R6c25233b23224d1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56d64df93dc46fd" /><Relationship Type="http://schemas.openxmlformats.org/officeDocument/2006/relationships/notesMaster" Target="/ppt/notesMasters/notesMaster1.xml" Id="Rd5a22a0441ab423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541f28b39fc41e1" /><Relationship Type="http://schemas.openxmlformats.org/officeDocument/2006/relationships/notesMaster" Target="/ppt/notesMasters/notesMaster1.xml" Id="R441d105947824c2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08ea9fb1067456a" /><Relationship Type="http://schemas.openxmlformats.org/officeDocument/2006/relationships/notesMaster" Target="/ppt/notesMasters/notesMaster1.xml" Id="Rf23003492453404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29102e9a43b4605" /><Relationship Type="http://schemas.openxmlformats.org/officeDocument/2006/relationships/notesMaster" Target="/ppt/notesMasters/notesMaster1.xml" Id="Rdc51612dc50c419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36ae564db414185" /><Relationship Type="http://schemas.openxmlformats.org/officeDocument/2006/relationships/notesMaster" Target="/ppt/notesMasters/notesMaster1.xml" Id="R7572657dd3464e4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8db216da60d4b29" /><Relationship Type="http://schemas.openxmlformats.org/officeDocument/2006/relationships/notesMaster" Target="/ppt/notesMasters/notesMaster1.xml" Id="R1e1f3efa3ad84ea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20d18d8a4994d29" /><Relationship Type="http://schemas.openxmlformats.org/officeDocument/2006/relationships/notesMaster" Target="/ppt/notesMasters/notesMaster1.xml" Id="R331ed95fe8504e1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a59ec138b3c4c7f" /><Relationship Type="http://schemas.openxmlformats.org/officeDocument/2006/relationships/notesMaster" Target="/ppt/notesMasters/notesMaster1.xml" Id="R57f64fc73cfa467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da13408669e4e77" /><Relationship Type="http://schemas.openxmlformats.org/officeDocument/2006/relationships/notesMaster" Target="/ppt/notesMasters/notesMaster1.xml" Id="R531b0258b4f74fc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6d60228bf5e4a46" /><Relationship Type="http://schemas.openxmlformats.org/officeDocument/2006/relationships/notesMaster" Target="/ppt/notesMasters/notesMaster1.xml" Id="Rb497cba8576e41d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bfb69d3bfd8488a" /><Relationship Type="http://schemas.openxmlformats.org/officeDocument/2006/relationships/notesMaster" Target="/ppt/notesMasters/notesMaster1.xml" Id="R54a8973acf09434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f9ce08ce2604d6c" /><Relationship Type="http://schemas.openxmlformats.org/officeDocument/2006/relationships/notesMaster" Target="/ppt/notesMasters/notesMaster1.xml" Id="R6b268e686b214f6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73bd33374ae454b" /><Relationship Type="http://schemas.openxmlformats.org/officeDocument/2006/relationships/notesMaster" Target="/ppt/notesMasters/notesMaster1.xml" Id="R967e2579d5494a3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4ae582d22ce4911" /><Relationship Type="http://schemas.openxmlformats.org/officeDocument/2006/relationships/notesMaster" Target="/ppt/notesMasters/notesMaster1.xml" Id="Rbc86a94bde424b0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0e43feca4814bed" /><Relationship Type="http://schemas.openxmlformats.org/officeDocument/2006/relationships/notesMaster" Target="/ppt/notesMasters/notesMaster1.xml" Id="R744ad85cabb24b4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75984df716c4cc6" /><Relationship Type="http://schemas.openxmlformats.org/officeDocument/2006/relationships/notesMaster" Target="/ppt/notesMasters/notesMaster1.xml" Id="R81fdc9c357314c0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3e2e1315582454c" /><Relationship Type="http://schemas.openxmlformats.org/officeDocument/2006/relationships/notesMaster" Target="/ppt/notesMasters/notesMaster1.xml" Id="R19925ce9ed5e40f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4a7703ced664f04" /><Relationship Type="http://schemas.openxmlformats.org/officeDocument/2006/relationships/notesMaster" Target="/ppt/notesMasters/notesMaster1.xml" Id="Re887c0f2e9754be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Tutor: Ilya Kats. Termine und Räume aus der bestehenden Intro-Präsentation. Woche 2 behandelt n-stellige ER-Beziehungen, Funktionalitäten und Min-max-Bedingungen. Der QR-Code verweist auf https://github.com/IlyaKats2005/GDB_2026-2027_Tutorium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Eigene Darstellung der üblichen ER-Notation. Die beiden Ausschnitte zeigen Attributanbindungen, kein vollständiges ER-Schema. MatrNr identifiziert einen Studenten. Note gehört zum gesamten Prüfungstupel. In einem konkreten Kurs können Schlüsselkonventionen abweichen. Notation anhand der vom Nutzer bereitgestellten Screenshots aus Loesung02.pdf, insbesondere Abbildungen zu prüfen und Zugverbindungen.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kapitel2.pdf, Vorlesung Datenbanksysteme, Folie(n) 24–28, 36. Ergänzende Erklärungen und Tabellenwerte sind didaktische Beispiele.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kapitel2.pdf, Vorlesung Datenbanksysteme, Folie(n) 26, 30, 36, 44. Ergänzende Erklärungen und Tabellenwerte sind didaktische Beispiele.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kapitel2.pdf, Vorlesung Datenbanksysteme, Folie(n) 35–36. Ergänzende Erklärungen und Tabellenwerte sind didaktische Beispiele.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Eigene Beispielrelation. Schema und Ausprägung unterscheiden. Die Domänen bestimmen erlaubte Attributwerte. Eine Relation ist eine Menge von Tupeln ohne Duplikate und ohne relevante Reihenfolge. Attribute gehören zur Struktur, die Werte zu den einzelnen Tupeln.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Eigene Beispiele. Minimal bedeutet: Kein Attribut lässt sich entfernen, ohne die Eindeutigkeit für zulässige Datenbankzustände zu verlieren. Eindeutigkeit darf nicht nur zufällig in der Beispieltabelle gelten. Beim zusammengesetzten Schlüssel muss nicht jeder einzelne Wert eindeutig sein. Weitere Kandidatenschlüssel sind möglich. SQL-Primärschlüssel erlauben außerdem keine NULL-Werte.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Übliche Mengen-von-Tupeln-Schreibweise. Der Doppelpunkt markiert die Schema- bzw. Typbeschreibung; das Gleichheitszeichen beschreibt eine konkrete Ausprägung. Ohne Domänen schreibt man auch Studenten: {[MatrNr, Name, Semester]}. Die Reihenfolge der Werte entspricht den angegebenen Attributen. Schema Züge aus Loesung02.pdf, Hausaufgabe 4 b, sichtbar im Screenshot 2026-10-25 at 20.40.06.png. Die konkreten Tupel sind eigene Beispiele. Die Unterstreichung markiert ZugNr als Primärschlüssel.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 2 (öffentliche Buchfolien), Folien 9–30. Quelle: https://db.in.tum.de/teaching/bookDBMSeinf/folien/pdf/Kapitel2.pdf. Eigene didaktische Beispiele, sofern nicht anders vermerkt.  Schematisches n-stelliges ER-Diagramm, kein auf vier Rollen beschränktes Modell. Die Kästen bezeichnen Entitymengen je Rolle. Ein Entitytyp kann mehrere Rollen übernehmen. Die k-Markierungen sind allgemeine obere Ergänzungsgrenzen. Die klassische 1/N-Notation ist ein Spezialfall.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 2 (öffentliche Buchfolien), Folien 9–30. Quelle: https://db.in.tum.de/teaching/bookDBMSeinf/folien/pdf/Kapitel2.pdf. Eigene didaktische Beispiele, sofern nicht anders vermerkt.  Allgemeine Kardinalitätsobergrenze pro Kombination der übrigen Rollen. * bedeutet keine feste obere Schranke. Bei k_i=1 ist die Relation in Richtung E_i funktional im engeren Sinn. Für k_i&gt;1 handelt es sich um eine beschränkte mehrwertige Zuordnung. F_i(q) kann leer sein.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 2 (öffentliche Buchfolien), Folien 9–30. Quelle: https://db.in.tum.de/teaching/bookDBMSeinf/folien/pdf/Kapitel2.pdf. Eigene didaktische Beispiele, sofern nicht anders vermerkt.  Für jede neue Kombination q wird die Ergänzungsmenge erneut gezählt. Zusätzliche, durch Punkte angedeutete Rollen sind ebenfalls fest. Die Grenze gilt nicht für die Gesamtzahl aller Tupel mit einem bestimmten Entity aus E_i.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 2 (öffentliche Buchfolien), Folien 9–30. Quelle: https://db.in.tum.de/teaching/bookDBMSeinf/folien/pdf/Kapitel2.pdf. Eigene didaktische Beispiele, sofern nicht anders vermerkt.  Die allgemeinen numerischen Grenzen erweitern die im Kapitel verwendete 1/N/M-Notation. Bei k_i=1 entsteht f_i: Produkt der anderen Entitymengen ⇀ E_i. Total wäre die Funktion erst bei genau einer Ergänzung für jedes q. k_i=0 erzwingt eine leere Beziehung.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 2 (öffentliche Buchfolien), Folien 9–30. Quelle: https://db.in.tum.de/teaching/bookDBMSeinf/folien/pdf/Kapitel2.pdf. Eigene didaktische Beispiele, sofern nicht anders vermerkt.  Eigene symbolische Darstellung für ein beliebiges k≥1. Werte innerhalb einer angegebenen Menge sind paarweise verschieden. q_3 bezeichnet eine Kombination ohne Beziehungstupel. q_1, q_2 und q_3 sind unterschiedliche vollständige Kombinationen der anderen Rollen.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kapitel2.pdf, Vorlesung Datenbanksysteme, Folie(n) 48–50. Ergänzende Erklärungen und Tabellenwerte sind didaktische Beispiele.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kapitel2.pdf, Vorlesung Datenbanksysteme, Folie(n) 29–30, 50. Ergänzende Erklärungen und Tabellenwerte sind didaktische Beispiele.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kapitel2.pdf, Vorlesung Datenbanksysteme, Folie(n) 50–52. Ergänzende Erklärungen und Tabellenwerte sind didaktische Beispiele.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kapitel2.pdf, Vorlesung Datenbanksysteme, Folie(n) 51–53. Ergänzende Erklärungen und Tabellenwerte sind didaktische Beispiele.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kapitel2.pdf, Vorlesung Datenbanksysteme, Folie(n) 52–53. Ergänzende Erklärungen und Tabellenwerte sind didaktische Beispiele.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kapitel2.pdf, Vorlesung Datenbanksysteme, Folie(n) 52–53; Ergänzung zur optionalen Teilnahme. Ergänzende Erklärungen und Tabellenwerte sind didaktische Beispiele.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kapitel2.pdf, Vorlesung Datenbanksysteme, Folie(n) 28, 50–52. Ergänzende Erklärungen und Tabellenwerte sind didaktische Beispiele.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kapitel2.pdf, Vorlesung Datenbanksysteme, Folie(n) 29, 36, 44, 50. Ergänzende Erklärungen und Tabellenwerte sind didaktische Beispiele.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kapitel2.pdf, Vorlesung Datenbanksysteme, Folie(n) 30–31, 50–52. Ergänzende Erklärungen und Tabellenwerte sind didaktische Beispiele.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kapitel2.pdf, Vorlesung Datenbanksysteme, Folie(n) 36, 48–53. Ergänzende Erklärungen und Tabellenwerte sind didaktische Beispiele.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 2 (öffentliche Buchfolien), Folien 9–30. Quelle: https://db.in.tum.de/teaching/bookDBMSeinf/folien/pdf/Kapitel2.pdf. Eigene didaktische Beispiele, sofern nicht anders vermerkt.  Jede Rolle hat ein eigenes Intervall. Die Bedingung gilt auch für Entities, die in keinem Tupel vorkommen: deren Teilnahmegrad ist 0. Die Grenzen sind nichtnegative ganze Zahlen, die obere Grenze darf * sein. Mehrere Rollen desselben Entitytyps werden getrennt gezählt.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 2 (öffentliche Buchfolien), Folien 9–30. Quelle: https://db.in.tum.de/teaching/bookDBMSeinf/folien/pdf/Kapitel2.pdf. Eigene didaktische Beispiele, sofern nicht anders vermerkt.  Die Zeichnung betrachtet die Bedingung an Rolle i. Zur Prüfung der anderen Rollen wird jeweils dort ein Entity fixiert. Alle Min-max-Bedingungen gelten gleichzeitig. Die Ellipsen stehen für zusätzliche variable Rollen.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 2 (öffentliche Buchfolien), Folien 9–30. Quelle: https://db.in.tum.de/teaching/bookDBMSeinf/folien/pdf/Kapitel2.pdf. Eigene didaktische Beispiele, sofern nicht anders vermerkt.  l und u sind beliebige zulässige ganzzahlige Grenzen. Ein Minimum größer 0 verlangt Teilnahme. Fehlende Entities dürfen bei der Prüfung nicht übersehen werden. Die klassische binäre Partnerzählung ist nur der Fall n=2.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 2 (öffentliche Buchfolien), Folien 9–30. Quelle: https://db.in.tum.de/teaching/bookDBMSeinf/folien/pdf/Kapitel2.pdf. Eigene didaktische Beispiele, sofern nicht anders vermerkt.  Abstrakte Tupelbilder für beliebiges n. Die Punkte symbolisieren beliebig viele weitere Positionen. Bei Funktionalität sind alle diese weiteren Positionen fest; bei Min-max dürfen sie variieren.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 2 (öffentliche Buchfolien), Folien 9–30. Quelle: https://db.in.tum.de/teaching/bookDBMSeinf/folien/pdf/Kapitel2.pdf. Eigene didaktische Beispiele, sofern nicht anders vermerkt.  Symbolische Gegenbeispiele für die Grenze 1 als einfachsten Spezialfall. Unterschiedliche Indizes bedeuten unterschiedliche Werte. Für n&gt;3 lassen sich in beiden Tupeln gleiche feste Werte in weiteren Rollen ergänzen. Für n=2 entsprechen Ergänzungsobergrenzen den Min-max-Obergrenzen auf der jeweils anderen Seite. Mindestteilnahmen folgen daraus weiterhin nicht.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 2 (öffentliche Buchfolien), Folien 9–30. Quelle: https://db.in.tum.de/teaching/bookDBMSeinf/folien/pdf/Kapitel2.pdf. Eigene didaktische Beispiele, sofern nicht anders vermerkt.  Zusammenfassung der allgemeinen Definitionen für n-stellige Beziehungen. Die Stelligkeit n und die Grenzen k_i, min_i, max_i sind voneinander unabhängige Größen.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 2 (öffentliche Buchfolien), Folien 9–30. Quelle: https://db.in.tum.de/teaching/bookDBMSeinf/folien/pdf/Kapitel2.pdf. Eigene didaktische Beispiele, sofern nicht anders vermerkt.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4283ac3a3dd41d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a67f0668d77484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cf55d602c744fe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f21c43daa16466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11f8fbb9f29442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8886e1325034bc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06E94E8-3252-498C-A17C-B0EC047FD45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D756C29-A83F-4386-895B-8024B5B8ACB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E67A394-5D02-4CA2-B407-4AF8FB5E388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41B060-FED9-48C9-80A7-139166B9E49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C3274F5-DC83-4C0F-96F9-1BECCF845AA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3C88A72-CF50-4DFD-9EE6-E1C0594CF0C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26FB83B-55AE-4A71-96F8-0FB42E0D13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265285A-DBDF-45D3-A93D-B8CB1B2C50C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9F2497-1488-431F-86E4-84AD143C55F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360304A-CFA4-43D5-ABAA-7129EBC44AB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90b026daf7475f" /><Relationship Type="http://schemas.openxmlformats.org/officeDocument/2006/relationships/slideLayout" Target="/ppt/slideLayouts/slideLayout1.xml" Id="Rb5c4cc509ce349be" /><Relationship Type="http://schemas.openxmlformats.org/officeDocument/2006/relationships/slideLayout" Target="/ppt/slideLayouts/slideLayout2.xml" Id="R160a45057fb14a7e" /><Relationship Type="http://schemas.openxmlformats.org/officeDocument/2006/relationships/slideLayout" Target="/ppt/slideLayouts/slideLayout3.xml" Id="R191ea2e675ac420a" /><Relationship Type="http://schemas.openxmlformats.org/officeDocument/2006/relationships/slideLayout" Target="/ppt/slideLayouts/slideLayout4.xml" Id="R44feee7be51641dc" /><Relationship Type="http://schemas.openxmlformats.org/officeDocument/2006/relationships/slideLayout" Target="/ppt/slideLayouts/slideLayout5.xml" Id="R8223ee78dc1d4465" /><Relationship Type="http://schemas.openxmlformats.org/officeDocument/2006/relationships/slideLayout" Target="/ppt/slideLayouts/slideLayout6.xml" Id="Ra9a9c30160a346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5c4cc509ce349be"/>
    <p:sldLayoutId xmlns:r="http://schemas.openxmlformats.org/officeDocument/2006/relationships" id="2147483650" r:id="R160a45057fb14a7e"/>
    <p:sldLayoutId xmlns:r="http://schemas.openxmlformats.org/officeDocument/2006/relationships" id="2147483651" r:id="R191ea2e675ac420a"/>
    <p:sldLayoutId xmlns:r="http://schemas.openxmlformats.org/officeDocument/2006/relationships" id="2147483652" r:id="R44feee7be51641dc"/>
    <p:sldLayoutId xmlns:r="http://schemas.openxmlformats.org/officeDocument/2006/relationships" id="2147483653" r:id="R8223ee78dc1d4465"/>
    <p:sldLayoutId xmlns:r="http://schemas.openxmlformats.org/officeDocument/2006/relationships" id="2147483654" r:id="Ra9a9c30160a346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a36d7b3c86144ac" /><Relationship Type="http://schemas.openxmlformats.org/officeDocument/2006/relationships/image" Target="/ppt/media/image.png" Id="R95a5805ffc934c42" /><Relationship Type="http://schemas.openxmlformats.org/officeDocument/2006/relationships/hyperlink" Target="https://github.com/IlyaKats2005/GDB_2026-2027_Tutorium" TargetMode="External" Id="R0cf34947aac9452c" /><Relationship Type="http://schemas.openxmlformats.org/officeDocument/2006/relationships/notesSlide" Target="/ppt/notesSlides/notesSlide1.xml" Id="Rb8db211fee4f425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4a57cf12ea74b54" /><Relationship Type="http://schemas.openxmlformats.org/officeDocument/2006/relationships/notesSlide" Target="/ppt/notesSlides/notesSlide2.xml" Id="R651863b6f80f46c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e1a9f3764994f84" /><Relationship Type="http://schemas.openxmlformats.org/officeDocument/2006/relationships/notesSlide" Target="/ppt/notesSlides/notesSlide3.xml" Id="R3b2947deb1d845a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16ddfd49a3a4921" /><Relationship Type="http://schemas.openxmlformats.org/officeDocument/2006/relationships/notesSlide" Target="/ppt/notesSlides/notesSlide4.xml" Id="R1f56c1c3433e431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cd69b86896a463d" /><Relationship Type="http://schemas.openxmlformats.org/officeDocument/2006/relationships/notesSlide" Target="/ppt/notesSlides/notesSlide5.xml" Id="Re6f1dfc32e0041a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cf642e3fda64f3b" /><Relationship Type="http://schemas.openxmlformats.org/officeDocument/2006/relationships/notesSlide" Target="/ppt/notesSlides/notesSlide6.xml" Id="R4f3cc257da5f429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1fa9ff2ffcc4c21" /><Relationship Type="http://schemas.openxmlformats.org/officeDocument/2006/relationships/notesSlide" Target="/ppt/notesSlides/notesSlide7.xml" Id="R7040a75dd1924e9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e0ef5362e2e4e3c" /><Relationship Type="http://schemas.openxmlformats.org/officeDocument/2006/relationships/notesSlide" Target="/ppt/notesSlides/notesSlide8.xml" Id="Rc4b157598a374d3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fa1ddf863cf420d" /><Relationship Type="http://schemas.openxmlformats.org/officeDocument/2006/relationships/notesSlide" Target="/ppt/notesSlides/notesSlide9.xml" Id="Rf42c9fd1bdd9427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433d02bf8e54992" /><Relationship Type="http://schemas.openxmlformats.org/officeDocument/2006/relationships/notesSlide" Target="/ppt/notesSlides/notesSlide10.xml" Id="R944533256492485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c286853093a4b38" /><Relationship Type="http://schemas.openxmlformats.org/officeDocument/2006/relationships/notesSlide" Target="/ppt/notesSlides/notesSlide11.xml" Id="R6c475cc477bd447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4c5ca889ba04c16" /><Relationship Type="http://schemas.openxmlformats.org/officeDocument/2006/relationships/notesSlide" Target="/ppt/notesSlides/notesSlide12.xml" Id="R726d08ef24af4f7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4e8ddce323048ce" /><Relationship Type="http://schemas.openxmlformats.org/officeDocument/2006/relationships/notesSlide" Target="/ppt/notesSlides/notesSlide13.xml" Id="R30dabece385c438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f8ab09163e84e14" /><Relationship Type="http://schemas.openxmlformats.org/officeDocument/2006/relationships/notesSlide" Target="/ppt/notesSlides/notesSlide14.xml" Id="R78d856565b8f46e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03c1530bf6b427d" /><Relationship Type="http://schemas.openxmlformats.org/officeDocument/2006/relationships/notesSlide" Target="/ppt/notesSlides/notesSlide15.xml" Id="R345bd39fd15a452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d3416241e87416f" /><Relationship Type="http://schemas.openxmlformats.org/officeDocument/2006/relationships/notesSlide" Target="/ppt/notesSlides/notesSlide16.xml" Id="Rb5a396bb312b45e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da95215bc31447a" /><Relationship Type="http://schemas.openxmlformats.org/officeDocument/2006/relationships/notesSlide" Target="/ppt/notesSlides/notesSlide17.xml" Id="R1af84dcda3ed479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93f86b43d3d46b8" /><Relationship Type="http://schemas.openxmlformats.org/officeDocument/2006/relationships/notesSlide" Target="/ppt/notesSlides/notesSlide18.xml" Id="R08e817df53474ae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1cae5e434b44fce" /><Relationship Type="http://schemas.openxmlformats.org/officeDocument/2006/relationships/notesSlide" Target="/ppt/notesSlides/notesSlide19.xml" Id="Rbe45dc4a572f408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bde226ffe88488d" /><Relationship Type="http://schemas.openxmlformats.org/officeDocument/2006/relationships/notesSlide" Target="/ppt/notesSlides/notesSlide20.xml" Id="R17999c03b65a4b8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adac79671824b8e" /><Relationship Type="http://schemas.openxmlformats.org/officeDocument/2006/relationships/notesSlide" Target="/ppt/notesSlides/notesSlide21.xml" Id="Ree82008c5fca44c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b095b5ad7834fee" /><Relationship Type="http://schemas.openxmlformats.org/officeDocument/2006/relationships/notesSlide" Target="/ppt/notesSlides/notesSlide22.xml" Id="Rf04fa72434b343b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1307cc6e94c4d82" /><Relationship Type="http://schemas.openxmlformats.org/officeDocument/2006/relationships/notesSlide" Target="/ppt/notesSlides/notesSlide23.xml" Id="R709909a4f74b42b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ad341dafed245a5" /><Relationship Type="http://schemas.openxmlformats.org/officeDocument/2006/relationships/notesSlide" Target="/ppt/notesSlides/notesSlide24.xml" Id="Rd1fb068885164e3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7bbba87506e4951" /><Relationship Type="http://schemas.openxmlformats.org/officeDocument/2006/relationships/notesSlide" Target="/ppt/notesSlides/notesSlide25.xml" Id="R333e3c2192ef492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c3bbeadad8b488c" /><Relationship Type="http://schemas.openxmlformats.org/officeDocument/2006/relationships/notesSlide" Target="/ppt/notesSlides/notesSlide26.xml" Id="Re13247bdbf634ef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1c5abbdbc4446c9" /><Relationship Type="http://schemas.openxmlformats.org/officeDocument/2006/relationships/notesSlide" Target="/ppt/notesSlides/notesSlide27.xml" Id="R8cc0776ab8414df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82a82f052eee4025" /><Relationship Type="http://schemas.openxmlformats.org/officeDocument/2006/relationships/notesSlide" Target="/ppt/notesSlides/notesSlide28.xml" Id="Rb70bbf1d09a7435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0c88b88e41f420c" /><Relationship Type="http://schemas.openxmlformats.org/officeDocument/2006/relationships/notesSlide" Target="/ppt/notesSlides/notesSlide29.xml" Id="R4c6531dd6de44db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9457f68b7ed74491" /><Relationship Type="http://schemas.openxmlformats.org/officeDocument/2006/relationships/notesSlide" Target="/ppt/notesSlides/notesSlide30.xml" Id="Rc0c8700252fb4ec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203E65-7E51-4B44-B1F5-5B809149FEE1}"/>
              </a:ext>
            </a:extLst>
          </p:cNvPr>
          <p:cNvSpPr>
            <a:spLocks xmlns:a="http://schemas.openxmlformats.org/drawingml/2006/main" noGrp="1"/>
          </p:cNvSpPr>
          <p:nvPr/>
        </p:nvSpPr>
        <p:spPr>
          <a:xfrm xmlns:a="http://schemas.openxmlformats.org/drawingml/2006/main">
            <a:off x="609600" y="5905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005293"/>
                </a:solidFill>
                <a:latin typeface="Arial"/>
                <a:ea typeface="Arial"/>
                <a:cs typeface="Arial"/>
              </a:defRPr>
            </a:defPPr>
            <a:lvl1pPr>
              <a:buNone/>
              <a:defRPr sz="3600" b="1">
                <a:solidFill>
                  <a:srgbClr val="005293"/>
                </a:solidFill>
                <a:latin typeface="Arial"/>
                <a:ea typeface="Arial"/>
                <a:cs typeface="Arial"/>
              </a:defRPr>
            </a:lvl1pPr>
            <a:lvl2pPr>
              <a:buNone/>
              <a:defRPr sz="3600" b="1">
                <a:solidFill>
                  <a:srgbClr val="005293"/>
                </a:solidFill>
                <a:latin typeface="Arial"/>
                <a:ea typeface="Arial"/>
                <a:cs typeface="Arial"/>
              </a:defRPr>
            </a:lvl2pPr>
            <a:lvl3pPr>
              <a:buNone/>
              <a:defRPr sz="3600" b="1">
                <a:solidFill>
                  <a:srgbClr val="005293"/>
                </a:solidFill>
                <a:latin typeface="Arial"/>
                <a:ea typeface="Arial"/>
                <a:cs typeface="Arial"/>
              </a:defRPr>
            </a:lvl3pPr>
            <a:lvl4pPr>
              <a:buNone/>
              <a:defRPr sz="3600" b="1">
                <a:solidFill>
                  <a:srgbClr val="005293"/>
                </a:solidFill>
                <a:latin typeface="Arial"/>
                <a:ea typeface="Arial"/>
                <a:cs typeface="Arial"/>
              </a:defRPr>
            </a:lvl4pPr>
            <a:lvl5pPr>
              <a:buNone/>
              <a:defRPr sz="3600" b="1">
                <a:solidFill>
                  <a:srgbClr val="005293"/>
                </a:solidFill>
                <a:latin typeface="Arial"/>
                <a:ea typeface="Arial"/>
                <a:cs typeface="Arial"/>
              </a:defRPr>
            </a:lvl5pPr>
            <a:lvl6pPr>
              <a:buNone/>
              <a:defRPr sz="3600" b="1">
                <a:solidFill>
                  <a:srgbClr val="005293"/>
                </a:solidFill>
                <a:latin typeface="Arial"/>
                <a:ea typeface="Arial"/>
                <a:cs typeface="Arial"/>
              </a:defRPr>
            </a:lvl6pPr>
            <a:lvl7pPr>
              <a:buNone/>
              <a:defRPr sz="3600" b="1">
                <a:solidFill>
                  <a:srgbClr val="005293"/>
                </a:solidFill>
                <a:latin typeface="Arial"/>
                <a:ea typeface="Arial"/>
                <a:cs typeface="Arial"/>
              </a:defRPr>
            </a:lvl7pPr>
            <a:lvl8pPr>
              <a:buNone/>
              <a:defRPr sz="3600" b="1">
                <a:solidFill>
                  <a:srgbClr val="005293"/>
                </a:solidFill>
                <a:latin typeface="Arial"/>
                <a:ea typeface="Arial"/>
                <a:cs typeface="Arial"/>
              </a:defRPr>
            </a:lvl8pPr>
            <a:lvl9pPr>
              <a:buNone/>
              <a:defRPr sz="3600" b="1">
                <a:solidFill>
                  <a:srgbClr val="005293"/>
                </a:solidFill>
                <a:latin typeface="Arial"/>
                <a:ea typeface="Arial"/>
                <a:cs typeface="Arial"/>
              </a:defRPr>
            </a:lvl9pPr>
          </a:lstStyle>
          <a:p xmlns:a="http://schemas.openxmlformats.org/drawingml/2006/main">
            <a:pPr>
              <a:buNone/>
              <a:defRPr sz="3600" b="1">
                <a:solidFill>
                  <a:srgbClr val="005293"/>
                </a:solidFill>
                <a:latin typeface="Arial"/>
                <a:ea typeface="Arial"/>
                <a:cs typeface="Arial"/>
              </a:defRPr>
            </a:pPr>
            <a:r>
              <a:rPr sz="3600" b="1">
                <a:solidFill>
                  <a:srgbClr val="005293"/>
                </a:solidFill>
                <a:latin typeface="Arial"/>
                <a:ea typeface="Arial"/>
                <a:cs typeface="Arial"/>
              </a:rPr>
              <a:t>Grundlagen: Datenbanken</a:t>
            </a:r>
          </a:p>
        </p:txBody>
      </p:sp>
      <p:sp>
        <p:nvSpPr>
          <p:cNvPr id="2" name="">
            <a:extLst xmlns:a="http://schemas.openxmlformats.org/drawingml/2006/main">
              <a:ext uri="{FF2B5EF4-FFF2-40B4-BE49-F238E27FC236}">
                <a16:creationId xmlns:a16="http://schemas.microsoft.com/office/drawing/2014/main" id="{A2B44D7D-CC59-49AA-A11B-8EC00934BF93}"/>
              </a:ext>
            </a:extLst>
          </p:cNvPr>
          <p:cNvSpPr>
            <a:spLocks xmlns:a="http://schemas.openxmlformats.org/drawingml/2006/main" noGrp="1"/>
          </p:cNvSpPr>
          <p:nvPr/>
        </p:nvSpPr>
        <p:spPr>
          <a:xfrm xmlns:a="http://schemas.openxmlformats.org/drawingml/2006/main">
            <a:off x="609600" y="13906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596773"/>
                </a:solidFill>
                <a:latin typeface="Arial"/>
                <a:ea typeface="Arial"/>
                <a:cs typeface="Arial"/>
              </a:defRPr>
            </a:defPPr>
            <a:lvl1pPr>
              <a:buNone/>
              <a:defRPr sz="2250" b="0">
                <a:solidFill>
                  <a:srgbClr val="596773"/>
                </a:solidFill>
                <a:latin typeface="Arial"/>
                <a:ea typeface="Arial"/>
                <a:cs typeface="Arial"/>
              </a:defRPr>
            </a:lvl1pPr>
            <a:lvl2pPr>
              <a:buNone/>
              <a:defRPr sz="2250" b="0">
                <a:solidFill>
                  <a:srgbClr val="596773"/>
                </a:solidFill>
                <a:latin typeface="Arial"/>
                <a:ea typeface="Arial"/>
                <a:cs typeface="Arial"/>
              </a:defRPr>
            </a:lvl2pPr>
            <a:lvl3pPr>
              <a:buNone/>
              <a:defRPr sz="2250" b="0">
                <a:solidFill>
                  <a:srgbClr val="596773"/>
                </a:solidFill>
                <a:latin typeface="Arial"/>
                <a:ea typeface="Arial"/>
                <a:cs typeface="Arial"/>
              </a:defRPr>
            </a:lvl3pPr>
            <a:lvl4pPr>
              <a:buNone/>
              <a:defRPr sz="2250" b="0">
                <a:solidFill>
                  <a:srgbClr val="596773"/>
                </a:solidFill>
                <a:latin typeface="Arial"/>
                <a:ea typeface="Arial"/>
                <a:cs typeface="Arial"/>
              </a:defRPr>
            </a:lvl4pPr>
            <a:lvl5pPr>
              <a:buNone/>
              <a:defRPr sz="2250" b="0">
                <a:solidFill>
                  <a:srgbClr val="596773"/>
                </a:solidFill>
                <a:latin typeface="Arial"/>
                <a:ea typeface="Arial"/>
                <a:cs typeface="Arial"/>
              </a:defRPr>
            </a:lvl5pPr>
            <a:lvl6pPr>
              <a:buNone/>
              <a:defRPr sz="2250" b="0">
                <a:solidFill>
                  <a:srgbClr val="596773"/>
                </a:solidFill>
                <a:latin typeface="Arial"/>
                <a:ea typeface="Arial"/>
                <a:cs typeface="Arial"/>
              </a:defRPr>
            </a:lvl6pPr>
            <a:lvl7pPr>
              <a:buNone/>
              <a:defRPr sz="2250" b="0">
                <a:solidFill>
                  <a:srgbClr val="596773"/>
                </a:solidFill>
                <a:latin typeface="Arial"/>
                <a:ea typeface="Arial"/>
                <a:cs typeface="Arial"/>
              </a:defRPr>
            </a:lvl7pPr>
            <a:lvl8pPr>
              <a:buNone/>
              <a:defRPr sz="2250" b="0">
                <a:solidFill>
                  <a:srgbClr val="596773"/>
                </a:solidFill>
                <a:latin typeface="Arial"/>
                <a:ea typeface="Arial"/>
                <a:cs typeface="Arial"/>
              </a:defRPr>
            </a:lvl8pPr>
            <a:lvl9pPr>
              <a:buNone/>
              <a:defRPr sz="2250" b="0">
                <a:solidFill>
                  <a:srgbClr val="596773"/>
                </a:solidFill>
                <a:latin typeface="Arial"/>
                <a:ea typeface="Arial"/>
                <a:cs typeface="Arial"/>
              </a:defRPr>
            </a:lvl9pPr>
          </a:lstStyle>
          <a:p xmlns:a="http://schemas.openxmlformats.org/drawingml/2006/main">
            <a:pPr>
              <a:buNone/>
              <a:defRPr sz="2250" b="0">
                <a:solidFill>
                  <a:srgbClr val="596773"/>
                </a:solidFill>
                <a:latin typeface="Arial"/>
                <a:ea typeface="Arial"/>
                <a:cs typeface="Arial"/>
              </a:defRPr>
            </a:pPr>
            <a:r>
              <a:rPr sz="2250" b="0">
                <a:solidFill>
                  <a:srgbClr val="596773"/>
                </a:solidFill>
                <a:latin typeface="Arial"/>
                <a:ea typeface="Arial"/>
                <a:cs typeface="Arial"/>
              </a:rPr>
              <a:t>Tutorium · Wintersemester 2026/27</a:t>
            </a:r>
          </a:p>
        </p:txBody>
      </p:sp>
      <p:sp>
        <p:nvSpPr>
          <p:cNvPr id="3" name="">
            <a:extLst xmlns:a="http://schemas.openxmlformats.org/drawingml/2006/main">
              <a:ext uri="{FF2B5EF4-FFF2-40B4-BE49-F238E27FC236}">
                <a16:creationId xmlns:a16="http://schemas.microsoft.com/office/drawing/2014/main" id="{796B6534-C29C-40C0-BA86-DFA6CA300D7B}"/>
              </a:ext>
            </a:extLst>
          </p:cNvPr>
          <p:cNvSpPr>
            <a:spLocks xmlns:a="http://schemas.openxmlformats.org/drawingml/2006/main" noGrp="1"/>
          </p:cNvSpPr>
          <p:nvPr/>
        </p:nvSpPr>
        <p:spPr>
          <a:xfrm xmlns:a="http://schemas.openxmlformats.org/drawingml/2006/main">
            <a:off x="609600" y="2076450"/>
            <a:ext cx="704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00" b="1">
                <a:solidFill>
                  <a:srgbClr val="005293"/>
                </a:solidFill>
                <a:latin typeface="Arial"/>
                <a:ea typeface="Arial"/>
                <a:cs typeface="Arial"/>
              </a:defRPr>
            </a:defPPr>
            <a:lvl1pPr>
              <a:buNone/>
              <a:defRPr sz="5400" b="1">
                <a:solidFill>
                  <a:srgbClr val="005293"/>
                </a:solidFill>
                <a:latin typeface="Arial"/>
                <a:ea typeface="Arial"/>
                <a:cs typeface="Arial"/>
              </a:defRPr>
            </a:lvl1pPr>
            <a:lvl2pPr>
              <a:buNone/>
              <a:defRPr sz="5400" b="1">
                <a:solidFill>
                  <a:srgbClr val="005293"/>
                </a:solidFill>
                <a:latin typeface="Arial"/>
                <a:ea typeface="Arial"/>
                <a:cs typeface="Arial"/>
              </a:defRPr>
            </a:lvl2pPr>
            <a:lvl3pPr>
              <a:buNone/>
              <a:defRPr sz="5400" b="1">
                <a:solidFill>
                  <a:srgbClr val="005293"/>
                </a:solidFill>
                <a:latin typeface="Arial"/>
                <a:ea typeface="Arial"/>
                <a:cs typeface="Arial"/>
              </a:defRPr>
            </a:lvl3pPr>
            <a:lvl4pPr>
              <a:buNone/>
              <a:defRPr sz="5400" b="1">
                <a:solidFill>
                  <a:srgbClr val="005293"/>
                </a:solidFill>
                <a:latin typeface="Arial"/>
                <a:ea typeface="Arial"/>
                <a:cs typeface="Arial"/>
              </a:defRPr>
            </a:lvl4pPr>
            <a:lvl5pPr>
              <a:buNone/>
              <a:defRPr sz="5400" b="1">
                <a:solidFill>
                  <a:srgbClr val="005293"/>
                </a:solidFill>
                <a:latin typeface="Arial"/>
                <a:ea typeface="Arial"/>
                <a:cs typeface="Arial"/>
              </a:defRPr>
            </a:lvl5pPr>
            <a:lvl6pPr>
              <a:buNone/>
              <a:defRPr sz="5400" b="1">
                <a:solidFill>
                  <a:srgbClr val="005293"/>
                </a:solidFill>
                <a:latin typeface="Arial"/>
                <a:ea typeface="Arial"/>
                <a:cs typeface="Arial"/>
              </a:defRPr>
            </a:lvl6pPr>
            <a:lvl7pPr>
              <a:buNone/>
              <a:defRPr sz="5400" b="1">
                <a:solidFill>
                  <a:srgbClr val="005293"/>
                </a:solidFill>
                <a:latin typeface="Arial"/>
                <a:ea typeface="Arial"/>
                <a:cs typeface="Arial"/>
              </a:defRPr>
            </a:lvl7pPr>
            <a:lvl8pPr>
              <a:buNone/>
              <a:defRPr sz="5400" b="1">
                <a:solidFill>
                  <a:srgbClr val="005293"/>
                </a:solidFill>
                <a:latin typeface="Arial"/>
                <a:ea typeface="Arial"/>
                <a:cs typeface="Arial"/>
              </a:defRPr>
            </a:lvl8pPr>
            <a:lvl9pPr>
              <a:buNone/>
              <a:defRPr sz="5400" b="1">
                <a:solidFill>
                  <a:srgbClr val="005293"/>
                </a:solidFill>
                <a:latin typeface="Arial"/>
                <a:ea typeface="Arial"/>
                <a:cs typeface="Arial"/>
              </a:defRPr>
            </a:lvl9pPr>
          </a:lstStyle>
          <a:p xmlns:a="http://schemas.openxmlformats.org/drawingml/2006/main">
            <a:pPr>
              <a:buNone/>
              <a:defRPr sz="5400" b="1">
                <a:solidFill>
                  <a:srgbClr val="005293"/>
                </a:solidFill>
                <a:latin typeface="Arial"/>
                <a:ea typeface="Arial"/>
                <a:cs typeface="Arial"/>
              </a:defRPr>
            </a:pPr>
            <a:r>
              <a:rPr sz="5400" b="1">
                <a:solidFill>
                  <a:srgbClr val="005293"/>
                </a:solidFill>
                <a:latin typeface="Arial"/>
                <a:ea typeface="Arial"/>
                <a:cs typeface="Arial"/>
              </a:rPr>
              <a:t>Woche 2</a:t>
            </a:r>
          </a:p>
        </p:txBody>
      </p:sp>
      <p:sp>
        <p:nvSpPr>
          <p:cNvPr id="4" name="">
            <a:extLst xmlns:a="http://schemas.openxmlformats.org/drawingml/2006/main">
              <a:ext uri="{FF2B5EF4-FFF2-40B4-BE49-F238E27FC236}">
                <a16:creationId xmlns:a16="http://schemas.microsoft.com/office/drawing/2014/main" id="{976B65BB-ED64-4134-AB77-8EA657EDAEB8}"/>
              </a:ext>
            </a:extLst>
          </p:cNvPr>
          <p:cNvSpPr>
            <a:spLocks xmlns:a="http://schemas.openxmlformats.org/drawingml/2006/main" noGrp="1"/>
          </p:cNvSpPr>
          <p:nvPr/>
        </p:nvSpPr>
        <p:spPr>
          <a:xfrm xmlns:a="http://schemas.openxmlformats.org/drawingml/2006/main">
            <a:off x="609600" y="3000375"/>
            <a:ext cx="762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005293"/>
                </a:solidFill>
                <a:latin typeface="Arial"/>
                <a:ea typeface="Arial"/>
                <a:cs typeface="Arial"/>
              </a:defRPr>
            </a:defPPr>
            <a:lvl1pPr>
              <a:buNone/>
              <a:defRPr sz="2400" b="0">
                <a:solidFill>
                  <a:srgbClr val="005293"/>
                </a:solidFill>
                <a:latin typeface="Arial"/>
                <a:ea typeface="Arial"/>
                <a:cs typeface="Arial"/>
              </a:defRPr>
            </a:lvl1pPr>
            <a:lvl2pPr>
              <a:buNone/>
              <a:defRPr sz="2400" b="0">
                <a:solidFill>
                  <a:srgbClr val="005293"/>
                </a:solidFill>
                <a:latin typeface="Arial"/>
                <a:ea typeface="Arial"/>
                <a:cs typeface="Arial"/>
              </a:defRPr>
            </a:lvl2pPr>
            <a:lvl3pPr>
              <a:buNone/>
              <a:defRPr sz="2400" b="0">
                <a:solidFill>
                  <a:srgbClr val="005293"/>
                </a:solidFill>
                <a:latin typeface="Arial"/>
                <a:ea typeface="Arial"/>
                <a:cs typeface="Arial"/>
              </a:defRPr>
            </a:lvl3pPr>
            <a:lvl4pPr>
              <a:buNone/>
              <a:defRPr sz="2400" b="0">
                <a:solidFill>
                  <a:srgbClr val="005293"/>
                </a:solidFill>
                <a:latin typeface="Arial"/>
                <a:ea typeface="Arial"/>
                <a:cs typeface="Arial"/>
              </a:defRPr>
            </a:lvl4pPr>
            <a:lvl5pPr>
              <a:buNone/>
              <a:defRPr sz="2400" b="0">
                <a:solidFill>
                  <a:srgbClr val="005293"/>
                </a:solidFill>
                <a:latin typeface="Arial"/>
                <a:ea typeface="Arial"/>
                <a:cs typeface="Arial"/>
              </a:defRPr>
            </a:lvl5pPr>
            <a:lvl6pPr>
              <a:buNone/>
              <a:defRPr sz="2400" b="0">
                <a:solidFill>
                  <a:srgbClr val="005293"/>
                </a:solidFill>
                <a:latin typeface="Arial"/>
                <a:ea typeface="Arial"/>
                <a:cs typeface="Arial"/>
              </a:defRPr>
            </a:lvl6pPr>
            <a:lvl7pPr>
              <a:buNone/>
              <a:defRPr sz="2400" b="0">
                <a:solidFill>
                  <a:srgbClr val="005293"/>
                </a:solidFill>
                <a:latin typeface="Arial"/>
                <a:ea typeface="Arial"/>
                <a:cs typeface="Arial"/>
              </a:defRPr>
            </a:lvl7pPr>
            <a:lvl8pPr>
              <a:buNone/>
              <a:defRPr sz="2400" b="0">
                <a:solidFill>
                  <a:srgbClr val="005293"/>
                </a:solidFill>
                <a:latin typeface="Arial"/>
                <a:ea typeface="Arial"/>
                <a:cs typeface="Arial"/>
              </a:defRPr>
            </a:lvl8pPr>
            <a:lvl9pPr>
              <a:buNone/>
              <a:defRPr sz="2400" b="0">
                <a:solidFill>
                  <a:srgbClr val="005293"/>
                </a:solidFill>
                <a:latin typeface="Arial"/>
                <a:ea typeface="Arial"/>
                <a:cs typeface="Arial"/>
              </a:defRPr>
            </a:lvl9pPr>
          </a:lstStyle>
          <a:p xmlns:a="http://schemas.openxmlformats.org/drawingml/2006/main">
            <a:pPr>
              <a:buNone/>
              <a:defRPr sz="2400" b="0">
                <a:solidFill>
                  <a:srgbClr val="005293"/>
                </a:solidFill>
                <a:latin typeface="Arial"/>
                <a:ea typeface="Arial"/>
                <a:cs typeface="Arial"/>
              </a:defRPr>
            </a:pPr>
            <a:r>
              <a:rPr sz="2400" b="0">
                <a:solidFill>
                  <a:srgbClr val="005293"/>
                </a:solidFill>
                <a:latin typeface="Arial"/>
                <a:ea typeface="Arial"/>
                <a:cs typeface="Arial"/>
              </a:rPr>
              <a:t>ER-Modell: Funktionalitäten und Min–max</a:t>
            </a:r>
          </a:p>
        </p:txBody>
      </p:sp>
      <p:sp>
        <p:nvSpPr>
          <p:cNvPr id="5" name="">
            <a:extLst xmlns:a="http://schemas.openxmlformats.org/drawingml/2006/main">
              <a:ext uri="{FF2B5EF4-FFF2-40B4-BE49-F238E27FC236}">
                <a16:creationId xmlns:a16="http://schemas.microsoft.com/office/drawing/2014/main" id="{73E56C60-8E41-484D-8B0C-FA8656DDF648}"/>
              </a:ext>
            </a:extLst>
          </p:cNvPr>
          <p:cNvSpPr>
            <a:spLocks xmlns:a="http://schemas.openxmlformats.org/drawingml/2006/main" noGrp="1"/>
          </p:cNvSpPr>
          <p:nvPr/>
        </p:nvSpPr>
        <p:spPr>
          <a:xfrm xmlns:a="http://schemas.openxmlformats.org/drawingml/2006/main">
            <a:off x="609600" y="3695700"/>
            <a:ext cx="7048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202B33"/>
                </a:solidFill>
                <a:latin typeface="Arial"/>
                <a:ea typeface="Arial"/>
                <a:cs typeface="Arial"/>
              </a:defRPr>
            </a:defPPr>
            <a:lvl1pPr>
              <a:buNone/>
              <a:defRPr sz="2700" b="1">
                <a:solidFill>
                  <a:srgbClr val="202B33"/>
                </a:solidFill>
                <a:latin typeface="Arial"/>
                <a:ea typeface="Arial"/>
                <a:cs typeface="Arial"/>
              </a:defRPr>
            </a:lvl1pPr>
            <a:lvl2pPr>
              <a:buNone/>
              <a:defRPr sz="2700" b="1">
                <a:solidFill>
                  <a:srgbClr val="202B33"/>
                </a:solidFill>
                <a:latin typeface="Arial"/>
                <a:ea typeface="Arial"/>
                <a:cs typeface="Arial"/>
              </a:defRPr>
            </a:lvl2pPr>
            <a:lvl3pPr>
              <a:buNone/>
              <a:defRPr sz="2700" b="1">
                <a:solidFill>
                  <a:srgbClr val="202B33"/>
                </a:solidFill>
                <a:latin typeface="Arial"/>
                <a:ea typeface="Arial"/>
                <a:cs typeface="Arial"/>
              </a:defRPr>
            </a:lvl3pPr>
            <a:lvl4pPr>
              <a:buNone/>
              <a:defRPr sz="2700" b="1">
                <a:solidFill>
                  <a:srgbClr val="202B33"/>
                </a:solidFill>
                <a:latin typeface="Arial"/>
                <a:ea typeface="Arial"/>
                <a:cs typeface="Arial"/>
              </a:defRPr>
            </a:lvl4pPr>
            <a:lvl5pPr>
              <a:buNone/>
              <a:defRPr sz="2700" b="1">
                <a:solidFill>
                  <a:srgbClr val="202B33"/>
                </a:solidFill>
                <a:latin typeface="Arial"/>
                <a:ea typeface="Arial"/>
                <a:cs typeface="Arial"/>
              </a:defRPr>
            </a:lvl5pPr>
            <a:lvl6pPr>
              <a:buNone/>
              <a:defRPr sz="2700" b="1">
                <a:solidFill>
                  <a:srgbClr val="202B33"/>
                </a:solidFill>
                <a:latin typeface="Arial"/>
                <a:ea typeface="Arial"/>
                <a:cs typeface="Arial"/>
              </a:defRPr>
            </a:lvl6pPr>
            <a:lvl7pPr>
              <a:buNone/>
              <a:defRPr sz="2700" b="1">
                <a:solidFill>
                  <a:srgbClr val="202B33"/>
                </a:solidFill>
                <a:latin typeface="Arial"/>
                <a:ea typeface="Arial"/>
                <a:cs typeface="Arial"/>
              </a:defRPr>
            </a:lvl7pPr>
            <a:lvl8pPr>
              <a:buNone/>
              <a:defRPr sz="2700" b="1">
                <a:solidFill>
                  <a:srgbClr val="202B33"/>
                </a:solidFill>
                <a:latin typeface="Arial"/>
                <a:ea typeface="Arial"/>
                <a:cs typeface="Arial"/>
              </a:defRPr>
            </a:lvl8pPr>
            <a:lvl9pPr>
              <a:buNone/>
              <a:defRPr sz="2700" b="1">
                <a:solidFill>
                  <a:srgbClr val="202B33"/>
                </a:solidFill>
                <a:latin typeface="Arial"/>
                <a:ea typeface="Arial"/>
                <a:cs typeface="Arial"/>
              </a:defRPr>
            </a:lvl9pPr>
          </a:lstStyle>
          <a:p xmlns:a="http://schemas.openxmlformats.org/drawingml/2006/main">
            <a:pPr>
              <a:buNone/>
              <a:defRPr sz="2700" b="1">
                <a:solidFill>
                  <a:srgbClr val="202B33"/>
                </a:solidFill>
                <a:latin typeface="Arial"/>
                <a:ea typeface="Arial"/>
                <a:cs typeface="Arial"/>
              </a:defRPr>
            </a:pPr>
            <a:r>
              <a:rPr sz="2700" b="1">
                <a:solidFill>
                  <a:srgbClr val="202B33"/>
                </a:solidFill>
                <a:latin typeface="Arial"/>
                <a:ea typeface="Arial"/>
                <a:cs typeface="Arial"/>
              </a:rPr>
              <a:t>Ilya Kats</a:t>
            </a:r>
          </a:p>
        </p:txBody>
      </p:sp>
      <p:sp>
        <p:nvSpPr>
          <p:cNvPr id="6" name="">
            <a:extLst xmlns:a="http://schemas.openxmlformats.org/drawingml/2006/main">
              <a:ext uri="{FF2B5EF4-FFF2-40B4-BE49-F238E27FC236}">
                <a16:creationId xmlns:a16="http://schemas.microsoft.com/office/drawing/2014/main" id="{06A53EEB-15BF-4961-B021-CCF4EB680163}"/>
              </a:ext>
            </a:extLst>
          </p:cNvPr>
          <p:cNvSpPr>
            <a:spLocks xmlns:a="http://schemas.openxmlformats.org/drawingml/2006/main" noGrp="1"/>
          </p:cNvSpPr>
          <p:nvPr/>
        </p:nvSpPr>
        <p:spPr>
          <a:xfrm xmlns:a="http://schemas.openxmlformats.org/drawingml/2006/main">
            <a:off x="609600" y="4476750"/>
            <a:ext cx="723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buNone/>
              <a:defRPr sz="2100" b="0">
                <a:solidFill>
                  <a:srgbClr val="202B33"/>
                </a:solidFill>
                <a:latin typeface="Arial"/>
                <a:ea typeface="Arial"/>
                <a:cs typeface="Arial"/>
              </a:defRPr>
            </a:lvl1pPr>
            <a:lvl2pPr>
              <a:buNone/>
              <a:defRPr sz="2100" b="0">
                <a:solidFill>
                  <a:srgbClr val="202B33"/>
                </a:solidFill>
                <a:latin typeface="Arial"/>
                <a:ea typeface="Arial"/>
                <a:cs typeface="Arial"/>
              </a:defRPr>
            </a:lvl2pPr>
            <a:lvl3pPr>
              <a:buNone/>
              <a:defRPr sz="2100" b="0">
                <a:solidFill>
                  <a:srgbClr val="202B33"/>
                </a:solidFill>
                <a:latin typeface="Arial"/>
                <a:ea typeface="Arial"/>
                <a:cs typeface="Arial"/>
              </a:defRPr>
            </a:lvl3pPr>
            <a:lvl4pPr>
              <a:buNone/>
              <a:defRPr sz="2100" b="0">
                <a:solidFill>
                  <a:srgbClr val="202B33"/>
                </a:solidFill>
                <a:latin typeface="Arial"/>
                <a:ea typeface="Arial"/>
                <a:cs typeface="Arial"/>
              </a:defRPr>
            </a:lvl4pPr>
            <a:lvl5pPr>
              <a:buNone/>
              <a:defRPr sz="2100" b="0">
                <a:solidFill>
                  <a:srgbClr val="202B33"/>
                </a:solidFill>
                <a:latin typeface="Arial"/>
                <a:ea typeface="Arial"/>
                <a:cs typeface="Arial"/>
              </a:defRPr>
            </a:lvl5pPr>
            <a:lvl6pPr>
              <a:buNone/>
              <a:defRPr sz="2100" b="0">
                <a:solidFill>
                  <a:srgbClr val="202B33"/>
                </a:solidFill>
                <a:latin typeface="Arial"/>
                <a:ea typeface="Arial"/>
                <a:cs typeface="Arial"/>
              </a:defRPr>
            </a:lvl6pPr>
            <a:lvl7pPr>
              <a:buNone/>
              <a:defRPr sz="2100" b="0">
                <a:solidFill>
                  <a:srgbClr val="202B33"/>
                </a:solidFill>
                <a:latin typeface="Arial"/>
                <a:ea typeface="Arial"/>
                <a:cs typeface="Arial"/>
              </a:defRPr>
            </a:lvl7pPr>
            <a:lvl8pPr>
              <a:buNone/>
              <a:defRPr sz="2100" b="0">
                <a:solidFill>
                  <a:srgbClr val="202B33"/>
                </a:solidFill>
                <a:latin typeface="Arial"/>
                <a:ea typeface="Arial"/>
                <a:cs typeface="Arial"/>
              </a:defRPr>
            </a:lvl8pPr>
            <a:lvl9pPr>
              <a:buNone/>
              <a:defRPr sz="2100" b="0">
                <a:solidFill>
                  <a:srgbClr val="202B33"/>
                </a:solidFill>
                <a:latin typeface="Arial"/>
                <a:ea typeface="Arial"/>
                <a:cs typeface="Arial"/>
              </a:defRPr>
            </a:lvl9pPr>
          </a:lstStyle>
          <a:p xmlns:a="http://schemas.openxmlformats.org/drawingml/2006/main">
            <a:pPr>
              <a:buNone/>
              <a:defRPr sz="2100" b="0">
                <a:solidFill>
                  <a:srgbClr val="202B33"/>
                </a:solidFill>
                <a:latin typeface="Arial"/>
                <a:ea typeface="Arial"/>
                <a:cs typeface="Arial"/>
              </a:defRPr>
            </a:pPr>
            <a:r>
              <a:rPr sz="2100" b="0">
                <a:solidFill>
                  <a:srgbClr val="202B33"/>
                </a:solidFill>
                <a:latin typeface="Arial"/>
                <a:ea typeface="Arial"/>
                <a:cs typeface="Arial"/>
              </a:rPr>
              <a:t>Montag, 16:00 Uhr · Raum 02.11.018</a:t>
            </a:r>
          </a:p>
        </p:txBody>
      </p:sp>
      <p:sp>
        <p:nvSpPr>
          <p:cNvPr id="7" name="">
            <a:extLst xmlns:a="http://schemas.openxmlformats.org/drawingml/2006/main">
              <a:ext uri="{FF2B5EF4-FFF2-40B4-BE49-F238E27FC236}">
                <a16:creationId xmlns:a16="http://schemas.microsoft.com/office/drawing/2014/main" id="{5096A494-27AD-4029-A0C3-6EDA4A33BE42}"/>
              </a:ext>
            </a:extLst>
          </p:cNvPr>
          <p:cNvSpPr>
            <a:spLocks xmlns:a="http://schemas.openxmlformats.org/drawingml/2006/main" noGrp="1"/>
          </p:cNvSpPr>
          <p:nvPr/>
        </p:nvSpPr>
        <p:spPr>
          <a:xfrm xmlns:a="http://schemas.openxmlformats.org/drawingml/2006/main">
            <a:off x="609600" y="5086350"/>
            <a:ext cx="723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buNone/>
              <a:defRPr sz="2100" b="0">
                <a:solidFill>
                  <a:srgbClr val="202B33"/>
                </a:solidFill>
                <a:latin typeface="Arial"/>
                <a:ea typeface="Arial"/>
                <a:cs typeface="Arial"/>
              </a:defRPr>
            </a:lvl1pPr>
            <a:lvl2pPr>
              <a:buNone/>
              <a:defRPr sz="2100" b="0">
                <a:solidFill>
                  <a:srgbClr val="202B33"/>
                </a:solidFill>
                <a:latin typeface="Arial"/>
                <a:ea typeface="Arial"/>
                <a:cs typeface="Arial"/>
              </a:defRPr>
            </a:lvl2pPr>
            <a:lvl3pPr>
              <a:buNone/>
              <a:defRPr sz="2100" b="0">
                <a:solidFill>
                  <a:srgbClr val="202B33"/>
                </a:solidFill>
                <a:latin typeface="Arial"/>
                <a:ea typeface="Arial"/>
                <a:cs typeface="Arial"/>
              </a:defRPr>
            </a:lvl3pPr>
            <a:lvl4pPr>
              <a:buNone/>
              <a:defRPr sz="2100" b="0">
                <a:solidFill>
                  <a:srgbClr val="202B33"/>
                </a:solidFill>
                <a:latin typeface="Arial"/>
                <a:ea typeface="Arial"/>
                <a:cs typeface="Arial"/>
              </a:defRPr>
            </a:lvl4pPr>
            <a:lvl5pPr>
              <a:buNone/>
              <a:defRPr sz="2100" b="0">
                <a:solidFill>
                  <a:srgbClr val="202B33"/>
                </a:solidFill>
                <a:latin typeface="Arial"/>
                <a:ea typeface="Arial"/>
                <a:cs typeface="Arial"/>
              </a:defRPr>
            </a:lvl5pPr>
            <a:lvl6pPr>
              <a:buNone/>
              <a:defRPr sz="2100" b="0">
                <a:solidFill>
                  <a:srgbClr val="202B33"/>
                </a:solidFill>
                <a:latin typeface="Arial"/>
                <a:ea typeface="Arial"/>
                <a:cs typeface="Arial"/>
              </a:defRPr>
            </a:lvl6pPr>
            <a:lvl7pPr>
              <a:buNone/>
              <a:defRPr sz="2100" b="0">
                <a:solidFill>
                  <a:srgbClr val="202B33"/>
                </a:solidFill>
                <a:latin typeface="Arial"/>
                <a:ea typeface="Arial"/>
                <a:cs typeface="Arial"/>
              </a:defRPr>
            </a:lvl7pPr>
            <a:lvl8pPr>
              <a:buNone/>
              <a:defRPr sz="2100" b="0">
                <a:solidFill>
                  <a:srgbClr val="202B33"/>
                </a:solidFill>
                <a:latin typeface="Arial"/>
                <a:ea typeface="Arial"/>
                <a:cs typeface="Arial"/>
              </a:defRPr>
            </a:lvl8pPr>
            <a:lvl9pPr>
              <a:buNone/>
              <a:defRPr sz="2100" b="0">
                <a:solidFill>
                  <a:srgbClr val="202B33"/>
                </a:solidFill>
                <a:latin typeface="Arial"/>
                <a:ea typeface="Arial"/>
                <a:cs typeface="Arial"/>
              </a:defRPr>
            </a:lvl9pPr>
          </a:lstStyle>
          <a:p xmlns:a="http://schemas.openxmlformats.org/drawingml/2006/main">
            <a:pPr>
              <a:buNone/>
              <a:defRPr sz="2100" b="0">
                <a:solidFill>
                  <a:srgbClr val="202B33"/>
                </a:solidFill>
                <a:latin typeface="Arial"/>
                <a:ea typeface="Arial"/>
                <a:cs typeface="Arial"/>
              </a:defRPr>
            </a:pPr>
            <a:r>
              <a:rPr sz="2100" b="0">
                <a:solidFill>
                  <a:srgbClr val="202B33"/>
                </a:solidFill>
                <a:latin typeface="Arial"/>
                <a:ea typeface="Arial"/>
                <a:cs typeface="Arial"/>
              </a:rPr>
              <a:t>Mittwoch, 08:00 Uhr · Raum 02.09.014</a:t>
            </a:r>
          </a:p>
        </p:txBody>
      </p:sp>
      <p:pic>
        <p:nvPicPr>
          <p:cNvPr id="8" name="">
            <a:extLst xmlns:a="http://schemas.openxmlformats.org/drawingml/2006/main">
              <a:ext uri="{FF2B5EF4-FFF2-40B4-BE49-F238E27FC236}">
                <a16:creationId xmlns:a16="http://schemas.microsoft.com/office/drawing/2014/main" id="{448892B1-E142-4D5A-91BA-726D889502D5}"/>
              </a:ext>
            </a:extLst>
          </p:cNvPr>
          <p:cNvPicPr>
            <a:picLocks xmlns:a="http://schemas.openxmlformats.org/drawingml/2006/main" noChangeAspect="1"/>
          </p:cNvPicPr>
          <p:nvPr/>
        </p:nvPicPr>
        <p:blipFill>
          <a:blip xmlns:r="http://schemas.openxmlformats.org/officeDocument/2006/relationships" xmlns:a="http://schemas.openxmlformats.org/drawingml/2006/main" r:embed="R95a5805ffc934c42"/>
          <a:stretch xmlns:a="http://schemas.openxmlformats.org/drawingml/2006/main"/>
        </p:blipFill>
        <p:spPr>
          <a:xfrm xmlns:a="http://schemas.openxmlformats.org/drawingml/2006/main">
            <a:off x="8524875" y="2943225"/>
            <a:ext cx="2381250" cy="23812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8AA819BB-5E00-498E-A06A-E6CE885CC1BA}"/>
              </a:ext>
            </a:extLst>
          </p:cNvPr>
          <p:cNvSpPr>
            <a:spLocks xmlns:a="http://schemas.openxmlformats.org/drawingml/2006/main" noGrp="1"/>
          </p:cNvSpPr>
          <p:nvPr/>
        </p:nvSpPr>
        <p:spPr>
          <a:xfrm xmlns:a="http://schemas.openxmlformats.org/drawingml/2006/main">
            <a:off x="8010525" y="5476875"/>
            <a:ext cx="361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Folien und Materialien</a:t>
            </a:r>
          </a:p>
        </p:txBody>
      </p:sp>
      <p:sp>
        <p:nvSpPr>
          <p:cNvPr id="10" name="">
            <a:extLst xmlns:a="http://schemas.openxmlformats.org/drawingml/2006/main">
              <a:ext uri="{FF2B5EF4-FFF2-40B4-BE49-F238E27FC236}">
                <a16:creationId xmlns:a16="http://schemas.microsoft.com/office/drawing/2014/main" id="{F23B078D-9E00-47AE-BAC0-A7BBD7E5C767}"/>
              </a:ext>
            </a:extLst>
          </p:cNvPr>
          <p:cNvSpPr>
            <a:spLocks xmlns:a="http://schemas.openxmlformats.org/drawingml/2006/main" noGrp="1"/>
          </p:cNvSpPr>
          <p:nvPr/>
        </p:nvSpPr>
        <p:spPr>
          <a:xfrm xmlns:a="http://schemas.openxmlformats.org/drawingml/2006/main">
            <a:off x="609600" y="63150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005293"/>
                </a:solidFill>
                <a:latin typeface="Arial"/>
                <a:ea typeface="Arial"/>
                <a:cs typeface="Arial"/>
              </a:defRPr>
            </a:defPPr>
            <a:lvl1pPr>
              <a:buNone/>
              <a:defRPr sz="1575" b="0">
                <a:solidFill>
                  <a:srgbClr val="005293"/>
                </a:solidFill>
                <a:latin typeface="Arial"/>
                <a:ea typeface="Arial"/>
                <a:cs typeface="Arial"/>
              </a:defRPr>
            </a:lvl1pPr>
            <a:lvl2pPr>
              <a:buNone/>
              <a:defRPr sz="1575" b="0">
                <a:solidFill>
                  <a:srgbClr val="005293"/>
                </a:solidFill>
                <a:latin typeface="Arial"/>
                <a:ea typeface="Arial"/>
                <a:cs typeface="Arial"/>
              </a:defRPr>
            </a:lvl2pPr>
            <a:lvl3pPr>
              <a:buNone/>
              <a:defRPr sz="1575" b="0">
                <a:solidFill>
                  <a:srgbClr val="005293"/>
                </a:solidFill>
                <a:latin typeface="Arial"/>
                <a:ea typeface="Arial"/>
                <a:cs typeface="Arial"/>
              </a:defRPr>
            </a:lvl3pPr>
            <a:lvl4pPr>
              <a:buNone/>
              <a:defRPr sz="1575" b="0">
                <a:solidFill>
                  <a:srgbClr val="005293"/>
                </a:solidFill>
                <a:latin typeface="Arial"/>
                <a:ea typeface="Arial"/>
                <a:cs typeface="Arial"/>
              </a:defRPr>
            </a:lvl4pPr>
            <a:lvl5pPr>
              <a:buNone/>
              <a:defRPr sz="1575" b="0">
                <a:solidFill>
                  <a:srgbClr val="005293"/>
                </a:solidFill>
                <a:latin typeface="Arial"/>
                <a:ea typeface="Arial"/>
                <a:cs typeface="Arial"/>
              </a:defRPr>
            </a:lvl5pPr>
            <a:lvl6pPr>
              <a:buNone/>
              <a:defRPr sz="1575" b="0">
                <a:solidFill>
                  <a:srgbClr val="005293"/>
                </a:solidFill>
                <a:latin typeface="Arial"/>
                <a:ea typeface="Arial"/>
                <a:cs typeface="Arial"/>
              </a:defRPr>
            </a:lvl6pPr>
            <a:lvl7pPr>
              <a:buNone/>
              <a:defRPr sz="1575" b="0">
                <a:solidFill>
                  <a:srgbClr val="005293"/>
                </a:solidFill>
                <a:latin typeface="Arial"/>
                <a:ea typeface="Arial"/>
                <a:cs typeface="Arial"/>
              </a:defRPr>
            </a:lvl7pPr>
            <a:lvl8pPr>
              <a:buNone/>
              <a:defRPr sz="1575" b="0">
                <a:solidFill>
                  <a:srgbClr val="005293"/>
                </a:solidFill>
                <a:latin typeface="Arial"/>
                <a:ea typeface="Arial"/>
                <a:cs typeface="Arial"/>
              </a:defRPr>
            </a:lvl8pPr>
            <a:lvl9pPr>
              <a:buNone/>
              <a:defRPr sz="1575" b="0">
                <a:solidFill>
                  <a:srgbClr val="005293"/>
                </a:solidFill>
                <a:latin typeface="Arial"/>
                <a:ea typeface="Arial"/>
                <a:cs typeface="Arial"/>
              </a:defRPr>
            </a:lvl9pPr>
          </a:lstStyle>
          <a:p xmlns:a="http://schemas.openxmlformats.org/drawingml/2006/main">
            <a:pPr>
              <a:buNone/>
              <a:defRPr sz="1575" b="0">
                <a:solidFill>
                  <a:srgbClr val="005293"/>
                </a:solidFill>
                <a:latin typeface="Arial"/>
                <a:ea typeface="Arial"/>
                <a:cs typeface="Arial"/>
              </a:defRPr>
            </a:pPr>
            <a:r>
              <a:rPr sz="1575" b="0">
                <a:solidFill>
                  <a:srgbClr val="005293"/>
                </a:solidFill>
                <a:latin typeface="Arial"/>
                <a:ea typeface="Arial"/>
                <a:cs typeface="Arial"/>
                <a:hlinkClick xmlns:r="http://schemas.openxmlformats.org/officeDocument/2006/relationships" r:id="R0cf34947aac9452c"/>
              </a:rPr>
              <a:t>github.com/IlyaKats2005/GDB_2026-2027_Tutorium</a:t>
            </a:r>
          </a:p>
        </p:txBody>
      </p:sp>
    </p:spTree>
    <p:extLst>
      <p:ext uri="{BB962C8B-B14F-4D97-AF65-F5344CB8AC3E}">
        <p14:creationId xmlns:p14="http://schemas.microsoft.com/office/powerpoint/2010/main" val="199101835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6D50FF0-8E5D-46FB-8714-8CAF5E3D8DC1}"/>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Attribute und Schlüssel im ER-Diagramm</a:t>
            </a:r>
          </a:p>
        </p:txBody>
      </p:sp>
      <p:sp>
        <p:nvSpPr>
          <p:cNvPr id="2" name="">
            <a:extLst xmlns:a="http://schemas.openxmlformats.org/drawingml/2006/main">
              <a:ext uri="{FF2B5EF4-FFF2-40B4-BE49-F238E27FC236}">
                <a16:creationId xmlns:a16="http://schemas.microsoft.com/office/drawing/2014/main" id="{E9BB79FB-75AB-437F-AC2E-AD4087F17031}"/>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D4E4AFD3-0C00-4531-AA1E-3F6C35369B73}"/>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040C3EB2-C098-420A-B33D-4D295223AC72}"/>
              </a:ext>
            </a:extLst>
          </p:cNvPr>
          <p:cNvSpPr>
            <a:spLocks xmlns:a="http://schemas.openxmlformats.org/drawingml/2006/main" noGrp="1"/>
          </p:cNvSpPr>
          <p:nvPr/>
        </p:nvSpPr>
        <p:spPr>
          <a:xfrm xmlns:a="http://schemas.openxmlformats.org/drawingml/2006/main">
            <a:off x="2028825" y="2762250"/>
            <a:ext cx="2857500" cy="714375"/>
          </a:xfrm>
          <a:prstGeom xmlns:a="http://schemas.openxmlformats.org/drawingml/2006/main" prst="rect">
            <a:avLst/>
          </a:prstGeom>
          <a:solidFill xmlns:a="http://schemas.openxmlformats.org/drawingml/2006/main">
            <a:srgbClr val="FFFFFF"/>
          </a:solidFill>
          <a:ln xmlns:a="http://schemas.openxmlformats.org/drawingml/2006/main" w="19050">
            <a:solidFill>
              <a:srgbClr val="005293"/>
            </a:solidFill>
          </a:ln>
        </p:spPr>
      </p:sp>
      <p:sp>
        <p:nvSpPr>
          <p:cNvPr id="5" name="">
            <a:extLst xmlns:a="http://schemas.openxmlformats.org/drawingml/2006/main">
              <a:ext uri="{FF2B5EF4-FFF2-40B4-BE49-F238E27FC236}">
                <a16:creationId xmlns:a16="http://schemas.microsoft.com/office/drawing/2014/main" id="{E0AC71D5-E73B-4EDF-8158-CAACD649F90E}"/>
              </a:ext>
            </a:extLst>
          </p:cNvPr>
          <p:cNvSpPr>
            <a:spLocks xmlns:a="http://schemas.openxmlformats.org/drawingml/2006/main" noGrp="1"/>
          </p:cNvSpPr>
          <p:nvPr/>
        </p:nvSpPr>
        <p:spPr>
          <a:xfrm xmlns:a="http://schemas.openxmlformats.org/drawingml/2006/main">
            <a:off x="2105025" y="2924175"/>
            <a:ext cx="2705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175" b="1">
                <a:solidFill>
                  <a:srgbClr val="005293"/>
                </a:solidFill>
                <a:latin typeface="Arial"/>
                <a:ea typeface="Arial"/>
                <a:cs typeface="Arial"/>
              </a:defRPr>
            </a:defPPr>
            <a:lvl1pPr algn="ctr">
              <a:buNone/>
              <a:defRPr sz="2175" b="1">
                <a:solidFill>
                  <a:srgbClr val="005293"/>
                </a:solidFill>
                <a:latin typeface="Arial"/>
                <a:ea typeface="Arial"/>
                <a:cs typeface="Arial"/>
              </a:defRPr>
            </a:lvl1pPr>
            <a:lvl2pPr algn="ctr">
              <a:buNone/>
              <a:defRPr sz="2175" b="1">
                <a:solidFill>
                  <a:srgbClr val="005293"/>
                </a:solidFill>
                <a:latin typeface="Arial"/>
                <a:ea typeface="Arial"/>
                <a:cs typeface="Arial"/>
              </a:defRPr>
            </a:lvl2pPr>
            <a:lvl3pPr algn="ctr">
              <a:buNone/>
              <a:defRPr sz="2175" b="1">
                <a:solidFill>
                  <a:srgbClr val="005293"/>
                </a:solidFill>
                <a:latin typeface="Arial"/>
                <a:ea typeface="Arial"/>
                <a:cs typeface="Arial"/>
              </a:defRPr>
            </a:lvl3pPr>
            <a:lvl4pPr algn="ctr">
              <a:buNone/>
              <a:defRPr sz="2175" b="1">
                <a:solidFill>
                  <a:srgbClr val="005293"/>
                </a:solidFill>
                <a:latin typeface="Arial"/>
                <a:ea typeface="Arial"/>
                <a:cs typeface="Arial"/>
              </a:defRPr>
            </a:lvl4pPr>
            <a:lvl5pPr algn="ctr">
              <a:buNone/>
              <a:defRPr sz="2175" b="1">
                <a:solidFill>
                  <a:srgbClr val="005293"/>
                </a:solidFill>
                <a:latin typeface="Arial"/>
                <a:ea typeface="Arial"/>
                <a:cs typeface="Arial"/>
              </a:defRPr>
            </a:lvl5pPr>
            <a:lvl6pPr algn="ctr">
              <a:buNone/>
              <a:defRPr sz="2175" b="1">
                <a:solidFill>
                  <a:srgbClr val="005293"/>
                </a:solidFill>
                <a:latin typeface="Arial"/>
                <a:ea typeface="Arial"/>
                <a:cs typeface="Arial"/>
              </a:defRPr>
            </a:lvl6pPr>
            <a:lvl7pPr algn="ctr">
              <a:buNone/>
              <a:defRPr sz="2175" b="1">
                <a:solidFill>
                  <a:srgbClr val="005293"/>
                </a:solidFill>
                <a:latin typeface="Arial"/>
                <a:ea typeface="Arial"/>
                <a:cs typeface="Arial"/>
              </a:defRPr>
            </a:lvl7pPr>
            <a:lvl8pPr algn="ctr">
              <a:buNone/>
              <a:defRPr sz="2175" b="1">
                <a:solidFill>
                  <a:srgbClr val="005293"/>
                </a:solidFill>
                <a:latin typeface="Arial"/>
                <a:ea typeface="Arial"/>
                <a:cs typeface="Arial"/>
              </a:defRPr>
            </a:lvl8pPr>
            <a:lvl9pPr algn="ctr">
              <a:buNone/>
              <a:defRPr sz="2175" b="1">
                <a:solidFill>
                  <a:srgbClr val="005293"/>
                </a:solidFill>
                <a:latin typeface="Arial"/>
                <a:ea typeface="Arial"/>
                <a:cs typeface="Arial"/>
              </a:defRPr>
            </a:lvl9pPr>
          </a:lstStyle>
          <a:p xmlns:a="http://schemas.openxmlformats.org/drawingml/2006/main">
            <a:pPr algn="ctr">
              <a:buNone/>
              <a:defRPr sz="2175" b="1">
                <a:solidFill>
                  <a:srgbClr val="005293"/>
                </a:solidFill>
                <a:latin typeface="Arial"/>
                <a:ea typeface="Arial"/>
                <a:cs typeface="Arial"/>
              </a:defRPr>
            </a:pPr>
            <a:r>
              <a:rPr sz="2175" b="1">
                <a:solidFill>
                  <a:srgbClr val="005293"/>
                </a:solidFill>
                <a:latin typeface="Arial"/>
                <a:ea typeface="Arial"/>
                <a:cs typeface="Arial"/>
              </a:rPr>
              <a:t>Studenten</a:t>
            </a:r>
          </a:p>
        </p:txBody>
      </p:sp>
      <p:sp>
        <p:nvSpPr>
          <p:cNvPr id="6" name="">
            <a:extLst xmlns:a="http://schemas.openxmlformats.org/drawingml/2006/main">
              <a:ext uri="{FF2B5EF4-FFF2-40B4-BE49-F238E27FC236}">
                <a16:creationId xmlns:a16="http://schemas.microsoft.com/office/drawing/2014/main" id="{67D87867-1839-4AE7-A4D1-18004E9796FD}"/>
              </a:ext>
            </a:extLst>
          </p:cNvPr>
          <p:cNvSpPr>
            <a:spLocks xmlns:a="http://schemas.openxmlformats.org/drawingml/2006/main" noGrp="1"/>
          </p:cNvSpPr>
          <p:nvPr/>
        </p:nvSpPr>
        <p:spPr>
          <a:xfrm xmlns:a="http://schemas.openxmlformats.org/drawingml/2006/main">
            <a:off x="609600" y="1476375"/>
            <a:ext cx="2000250" cy="619125"/>
          </a:xfrm>
          <a:prstGeom xmlns:a="http://schemas.openxmlformats.org/drawingml/2006/main" prst="ellipse">
            <a:avLst/>
          </a:prstGeom>
          <a:solidFill xmlns:a="http://schemas.openxmlformats.org/drawingml/2006/main">
            <a:srgbClr val="FFFFFF"/>
          </a:solidFill>
          <a:ln xmlns:a="http://schemas.openxmlformats.org/drawingml/2006/main" w="19050">
            <a:solidFill>
              <a:srgbClr val="005293"/>
            </a:solidFill>
          </a:ln>
        </p:spPr>
      </p:sp>
      <p:sp>
        <p:nvSpPr>
          <p:cNvPr id="7" name="">
            <a:extLst xmlns:a="http://schemas.openxmlformats.org/drawingml/2006/main">
              <a:ext uri="{FF2B5EF4-FFF2-40B4-BE49-F238E27FC236}">
                <a16:creationId xmlns:a16="http://schemas.microsoft.com/office/drawing/2014/main" id="{A16FAA0D-3238-47C6-87F0-64A632C05199}"/>
              </a:ext>
            </a:extLst>
          </p:cNvPr>
          <p:cNvSpPr>
            <a:spLocks xmlns:a="http://schemas.openxmlformats.org/drawingml/2006/main" noGrp="1"/>
          </p:cNvSpPr>
          <p:nvPr/>
        </p:nvSpPr>
        <p:spPr>
          <a:xfrm xmlns:a="http://schemas.openxmlformats.org/drawingml/2006/main">
            <a:off x="704850" y="1647825"/>
            <a:ext cx="1809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025" b="1">
                <a:solidFill>
                  <a:srgbClr val="005293"/>
                </a:solidFill>
                <a:latin typeface="Arial"/>
                <a:ea typeface="Arial"/>
                <a:cs typeface="Arial"/>
              </a:defRPr>
            </a:defPPr>
            <a:lvl1pPr algn="ctr">
              <a:buNone/>
              <a:defRPr sz="2025" b="1">
                <a:solidFill>
                  <a:srgbClr val="005293"/>
                </a:solidFill>
                <a:latin typeface="Arial"/>
                <a:ea typeface="Arial"/>
                <a:cs typeface="Arial"/>
              </a:defRPr>
            </a:lvl1pPr>
            <a:lvl2pPr algn="ctr">
              <a:buNone/>
              <a:defRPr sz="2025" b="1">
                <a:solidFill>
                  <a:srgbClr val="005293"/>
                </a:solidFill>
                <a:latin typeface="Arial"/>
                <a:ea typeface="Arial"/>
                <a:cs typeface="Arial"/>
              </a:defRPr>
            </a:lvl2pPr>
            <a:lvl3pPr algn="ctr">
              <a:buNone/>
              <a:defRPr sz="2025" b="1">
                <a:solidFill>
                  <a:srgbClr val="005293"/>
                </a:solidFill>
                <a:latin typeface="Arial"/>
                <a:ea typeface="Arial"/>
                <a:cs typeface="Arial"/>
              </a:defRPr>
            </a:lvl3pPr>
            <a:lvl4pPr algn="ctr">
              <a:buNone/>
              <a:defRPr sz="2025" b="1">
                <a:solidFill>
                  <a:srgbClr val="005293"/>
                </a:solidFill>
                <a:latin typeface="Arial"/>
                <a:ea typeface="Arial"/>
                <a:cs typeface="Arial"/>
              </a:defRPr>
            </a:lvl4pPr>
            <a:lvl5pPr algn="ctr">
              <a:buNone/>
              <a:defRPr sz="2025" b="1">
                <a:solidFill>
                  <a:srgbClr val="005293"/>
                </a:solidFill>
                <a:latin typeface="Arial"/>
                <a:ea typeface="Arial"/>
                <a:cs typeface="Arial"/>
              </a:defRPr>
            </a:lvl5pPr>
            <a:lvl6pPr algn="ctr">
              <a:buNone/>
              <a:defRPr sz="2025" b="1">
                <a:solidFill>
                  <a:srgbClr val="005293"/>
                </a:solidFill>
                <a:latin typeface="Arial"/>
                <a:ea typeface="Arial"/>
                <a:cs typeface="Arial"/>
              </a:defRPr>
            </a:lvl6pPr>
            <a:lvl7pPr algn="ctr">
              <a:buNone/>
              <a:defRPr sz="2025" b="1">
                <a:solidFill>
                  <a:srgbClr val="005293"/>
                </a:solidFill>
                <a:latin typeface="Arial"/>
                <a:ea typeface="Arial"/>
                <a:cs typeface="Arial"/>
              </a:defRPr>
            </a:lvl7pPr>
            <a:lvl8pPr algn="ctr">
              <a:buNone/>
              <a:defRPr sz="2025" b="1">
                <a:solidFill>
                  <a:srgbClr val="005293"/>
                </a:solidFill>
                <a:latin typeface="Arial"/>
                <a:ea typeface="Arial"/>
                <a:cs typeface="Arial"/>
              </a:defRPr>
            </a:lvl8pPr>
            <a:lvl9pPr algn="ctr">
              <a:buNone/>
              <a:defRPr sz="2025" b="1">
                <a:solidFill>
                  <a:srgbClr val="005293"/>
                </a:solidFill>
                <a:latin typeface="Arial"/>
                <a:ea typeface="Arial"/>
                <a:cs typeface="Arial"/>
              </a:defRPr>
            </a:lvl9pPr>
          </a:lstStyle>
          <a:p xmlns:a="http://schemas.openxmlformats.org/drawingml/2006/main">
            <a:pPr algn="ctr">
              <a:buNone/>
              <a:defRPr sz="2025" b="1">
                <a:solidFill>
                  <a:srgbClr val="005293"/>
                </a:solidFill>
                <a:latin typeface="Arial"/>
                <a:ea typeface="Arial"/>
                <a:cs typeface="Arial"/>
              </a:defRPr>
            </a:pPr>
            <a:r>
              <a:rPr u="sng"/>
              <a:t>MatrNr</a:t>
            </a:r>
          </a:p>
        </p:txBody>
      </p:sp>
      <p:sp>
        <p:nvSpPr>
          <p:cNvPr id="8" name="">
            <a:extLst xmlns:a="http://schemas.openxmlformats.org/drawingml/2006/main">
              <a:ext uri="{FF2B5EF4-FFF2-40B4-BE49-F238E27FC236}">
                <a16:creationId xmlns:a16="http://schemas.microsoft.com/office/drawing/2014/main" id="{5DE18E5E-B95F-4A8C-91EB-F91FD7921CA9}"/>
              </a:ext>
            </a:extLst>
          </p:cNvPr>
          <p:cNvSpPr>
            <a:spLocks xmlns:a="http://schemas.openxmlformats.org/drawingml/2006/main" noGrp="1"/>
          </p:cNvSpPr>
          <p:nvPr/>
        </p:nvSpPr>
        <p:spPr>
          <a:xfrm xmlns:a="http://schemas.openxmlformats.org/drawingml/2006/main">
            <a:off x="3000375" y="1476375"/>
            <a:ext cx="1809750" cy="619125"/>
          </a:xfrm>
          <a:prstGeom xmlns:a="http://schemas.openxmlformats.org/drawingml/2006/main" prst="ellipse">
            <a:avLst/>
          </a:prstGeom>
          <a:solidFill xmlns:a="http://schemas.openxmlformats.org/drawingml/2006/main">
            <a:srgbClr val="FFFFFF"/>
          </a:solidFill>
          <a:ln xmlns:a="http://schemas.openxmlformats.org/drawingml/2006/main" w="19050">
            <a:solidFill>
              <a:srgbClr val="005293"/>
            </a:solidFill>
          </a:ln>
        </p:spPr>
      </p:sp>
      <p:sp>
        <p:nvSpPr>
          <p:cNvPr id="9" name="">
            <a:extLst xmlns:a="http://schemas.openxmlformats.org/drawingml/2006/main">
              <a:ext uri="{FF2B5EF4-FFF2-40B4-BE49-F238E27FC236}">
                <a16:creationId xmlns:a16="http://schemas.microsoft.com/office/drawing/2014/main" id="{35E12391-39D2-4680-B33C-6C3ADC095776}"/>
              </a:ext>
            </a:extLst>
          </p:cNvPr>
          <p:cNvSpPr>
            <a:spLocks xmlns:a="http://schemas.openxmlformats.org/drawingml/2006/main" noGrp="1"/>
          </p:cNvSpPr>
          <p:nvPr/>
        </p:nvSpPr>
        <p:spPr>
          <a:xfrm xmlns:a="http://schemas.openxmlformats.org/drawingml/2006/main">
            <a:off x="3095625" y="1647825"/>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025" b="0">
                <a:solidFill>
                  <a:srgbClr val="005293"/>
                </a:solidFill>
                <a:latin typeface="Arial"/>
                <a:ea typeface="Arial"/>
                <a:cs typeface="Arial"/>
              </a:defRPr>
            </a:defPPr>
            <a:lvl1pPr algn="ctr">
              <a:buNone/>
              <a:defRPr sz="2025" b="0">
                <a:solidFill>
                  <a:srgbClr val="005293"/>
                </a:solidFill>
                <a:latin typeface="Arial"/>
                <a:ea typeface="Arial"/>
                <a:cs typeface="Arial"/>
              </a:defRPr>
            </a:lvl1pPr>
            <a:lvl2pPr algn="ctr">
              <a:buNone/>
              <a:defRPr sz="2025" b="0">
                <a:solidFill>
                  <a:srgbClr val="005293"/>
                </a:solidFill>
                <a:latin typeface="Arial"/>
                <a:ea typeface="Arial"/>
                <a:cs typeface="Arial"/>
              </a:defRPr>
            </a:lvl2pPr>
            <a:lvl3pPr algn="ctr">
              <a:buNone/>
              <a:defRPr sz="2025" b="0">
                <a:solidFill>
                  <a:srgbClr val="005293"/>
                </a:solidFill>
                <a:latin typeface="Arial"/>
                <a:ea typeface="Arial"/>
                <a:cs typeface="Arial"/>
              </a:defRPr>
            </a:lvl3pPr>
            <a:lvl4pPr algn="ctr">
              <a:buNone/>
              <a:defRPr sz="2025" b="0">
                <a:solidFill>
                  <a:srgbClr val="005293"/>
                </a:solidFill>
                <a:latin typeface="Arial"/>
                <a:ea typeface="Arial"/>
                <a:cs typeface="Arial"/>
              </a:defRPr>
            </a:lvl4pPr>
            <a:lvl5pPr algn="ctr">
              <a:buNone/>
              <a:defRPr sz="2025" b="0">
                <a:solidFill>
                  <a:srgbClr val="005293"/>
                </a:solidFill>
                <a:latin typeface="Arial"/>
                <a:ea typeface="Arial"/>
                <a:cs typeface="Arial"/>
              </a:defRPr>
            </a:lvl5pPr>
            <a:lvl6pPr algn="ctr">
              <a:buNone/>
              <a:defRPr sz="2025" b="0">
                <a:solidFill>
                  <a:srgbClr val="005293"/>
                </a:solidFill>
                <a:latin typeface="Arial"/>
                <a:ea typeface="Arial"/>
                <a:cs typeface="Arial"/>
              </a:defRPr>
            </a:lvl6pPr>
            <a:lvl7pPr algn="ctr">
              <a:buNone/>
              <a:defRPr sz="2025" b="0">
                <a:solidFill>
                  <a:srgbClr val="005293"/>
                </a:solidFill>
                <a:latin typeface="Arial"/>
                <a:ea typeface="Arial"/>
                <a:cs typeface="Arial"/>
              </a:defRPr>
            </a:lvl7pPr>
            <a:lvl8pPr algn="ctr">
              <a:buNone/>
              <a:defRPr sz="2025" b="0">
                <a:solidFill>
                  <a:srgbClr val="005293"/>
                </a:solidFill>
                <a:latin typeface="Arial"/>
                <a:ea typeface="Arial"/>
                <a:cs typeface="Arial"/>
              </a:defRPr>
            </a:lvl8pPr>
            <a:lvl9pPr algn="ctr">
              <a:buNone/>
              <a:defRPr sz="2025" b="0">
                <a:solidFill>
                  <a:srgbClr val="005293"/>
                </a:solidFill>
                <a:latin typeface="Arial"/>
                <a:ea typeface="Arial"/>
                <a:cs typeface="Arial"/>
              </a:defRPr>
            </a:lvl9pPr>
          </a:lstStyle>
          <a:p xmlns:a="http://schemas.openxmlformats.org/drawingml/2006/main">
            <a:pPr algn="ctr">
              <a:buNone/>
              <a:defRPr sz="2025" b="0">
                <a:solidFill>
                  <a:srgbClr val="005293"/>
                </a:solidFill>
                <a:latin typeface="Arial"/>
                <a:ea typeface="Arial"/>
                <a:cs typeface="Arial"/>
              </a:defRPr>
            </a:pPr>
            <a:r>
              <a:rPr sz="2025" b="0">
                <a:solidFill>
                  <a:srgbClr val="005293"/>
                </a:solidFill>
                <a:latin typeface="Arial"/>
                <a:ea typeface="Arial"/>
                <a:cs typeface="Arial"/>
              </a:rPr>
              <a:t>Name</a:t>
            </a:r>
          </a:p>
        </p:txBody>
      </p:sp>
      <p:sp>
        <p:nvSpPr>
          <p:cNvPr id="10" name="">
            <a:extLst xmlns:a="http://schemas.openxmlformats.org/drawingml/2006/main">
              <a:ext uri="{FF2B5EF4-FFF2-40B4-BE49-F238E27FC236}">
                <a16:creationId xmlns:a16="http://schemas.microsoft.com/office/drawing/2014/main" id="{02D06ABB-FBDA-4339-AA1E-2A3FAA6F5817}"/>
              </a:ext>
            </a:extLst>
          </p:cNvPr>
          <p:cNvSpPr>
            <a:spLocks xmlns:a="http://schemas.openxmlformats.org/drawingml/2006/main" noGrp="1"/>
          </p:cNvSpPr>
          <p:nvPr/>
        </p:nvSpPr>
        <p:spPr>
          <a:xfrm xmlns:a="http://schemas.openxmlformats.org/drawingml/2006/main">
            <a:off x="5191125" y="1476375"/>
            <a:ext cx="2000250" cy="619125"/>
          </a:xfrm>
          <a:prstGeom xmlns:a="http://schemas.openxmlformats.org/drawingml/2006/main" prst="ellipse">
            <a:avLst/>
          </a:prstGeom>
          <a:solidFill xmlns:a="http://schemas.openxmlformats.org/drawingml/2006/main">
            <a:srgbClr val="FFFFFF"/>
          </a:solidFill>
          <a:ln xmlns:a="http://schemas.openxmlformats.org/drawingml/2006/main" w="19050">
            <a:solidFill>
              <a:srgbClr val="005293"/>
            </a:solidFill>
          </a:ln>
        </p:spPr>
      </p:sp>
      <p:sp>
        <p:nvSpPr>
          <p:cNvPr id="11" name="">
            <a:extLst xmlns:a="http://schemas.openxmlformats.org/drawingml/2006/main">
              <a:ext uri="{FF2B5EF4-FFF2-40B4-BE49-F238E27FC236}">
                <a16:creationId xmlns:a16="http://schemas.microsoft.com/office/drawing/2014/main" id="{F2E74BDF-52C5-4959-A65D-3809FF28D050}"/>
              </a:ext>
            </a:extLst>
          </p:cNvPr>
          <p:cNvSpPr>
            <a:spLocks xmlns:a="http://schemas.openxmlformats.org/drawingml/2006/main" noGrp="1"/>
          </p:cNvSpPr>
          <p:nvPr/>
        </p:nvSpPr>
        <p:spPr>
          <a:xfrm xmlns:a="http://schemas.openxmlformats.org/drawingml/2006/main">
            <a:off x="5286375" y="1647825"/>
            <a:ext cx="1809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025" b="0">
                <a:solidFill>
                  <a:srgbClr val="005293"/>
                </a:solidFill>
                <a:latin typeface="Arial"/>
                <a:ea typeface="Arial"/>
                <a:cs typeface="Arial"/>
              </a:defRPr>
            </a:defPPr>
            <a:lvl1pPr algn="ctr">
              <a:buNone/>
              <a:defRPr sz="2025" b="0">
                <a:solidFill>
                  <a:srgbClr val="005293"/>
                </a:solidFill>
                <a:latin typeface="Arial"/>
                <a:ea typeface="Arial"/>
                <a:cs typeface="Arial"/>
              </a:defRPr>
            </a:lvl1pPr>
            <a:lvl2pPr algn="ctr">
              <a:buNone/>
              <a:defRPr sz="2025" b="0">
                <a:solidFill>
                  <a:srgbClr val="005293"/>
                </a:solidFill>
                <a:latin typeface="Arial"/>
                <a:ea typeface="Arial"/>
                <a:cs typeface="Arial"/>
              </a:defRPr>
            </a:lvl2pPr>
            <a:lvl3pPr algn="ctr">
              <a:buNone/>
              <a:defRPr sz="2025" b="0">
                <a:solidFill>
                  <a:srgbClr val="005293"/>
                </a:solidFill>
                <a:latin typeface="Arial"/>
                <a:ea typeface="Arial"/>
                <a:cs typeface="Arial"/>
              </a:defRPr>
            </a:lvl3pPr>
            <a:lvl4pPr algn="ctr">
              <a:buNone/>
              <a:defRPr sz="2025" b="0">
                <a:solidFill>
                  <a:srgbClr val="005293"/>
                </a:solidFill>
                <a:latin typeface="Arial"/>
                <a:ea typeface="Arial"/>
                <a:cs typeface="Arial"/>
              </a:defRPr>
            </a:lvl4pPr>
            <a:lvl5pPr algn="ctr">
              <a:buNone/>
              <a:defRPr sz="2025" b="0">
                <a:solidFill>
                  <a:srgbClr val="005293"/>
                </a:solidFill>
                <a:latin typeface="Arial"/>
                <a:ea typeface="Arial"/>
                <a:cs typeface="Arial"/>
              </a:defRPr>
            </a:lvl5pPr>
            <a:lvl6pPr algn="ctr">
              <a:buNone/>
              <a:defRPr sz="2025" b="0">
                <a:solidFill>
                  <a:srgbClr val="005293"/>
                </a:solidFill>
                <a:latin typeface="Arial"/>
                <a:ea typeface="Arial"/>
                <a:cs typeface="Arial"/>
              </a:defRPr>
            </a:lvl6pPr>
            <a:lvl7pPr algn="ctr">
              <a:buNone/>
              <a:defRPr sz="2025" b="0">
                <a:solidFill>
                  <a:srgbClr val="005293"/>
                </a:solidFill>
                <a:latin typeface="Arial"/>
                <a:ea typeface="Arial"/>
                <a:cs typeface="Arial"/>
              </a:defRPr>
            </a:lvl7pPr>
            <a:lvl8pPr algn="ctr">
              <a:buNone/>
              <a:defRPr sz="2025" b="0">
                <a:solidFill>
                  <a:srgbClr val="005293"/>
                </a:solidFill>
                <a:latin typeface="Arial"/>
                <a:ea typeface="Arial"/>
                <a:cs typeface="Arial"/>
              </a:defRPr>
            </a:lvl8pPr>
            <a:lvl9pPr algn="ctr">
              <a:buNone/>
              <a:defRPr sz="2025" b="0">
                <a:solidFill>
                  <a:srgbClr val="005293"/>
                </a:solidFill>
                <a:latin typeface="Arial"/>
                <a:ea typeface="Arial"/>
                <a:cs typeface="Arial"/>
              </a:defRPr>
            </a:lvl9pPr>
          </a:lstStyle>
          <a:p xmlns:a="http://schemas.openxmlformats.org/drawingml/2006/main">
            <a:pPr algn="ctr">
              <a:buNone/>
              <a:defRPr sz="2025" b="0">
                <a:solidFill>
                  <a:srgbClr val="005293"/>
                </a:solidFill>
                <a:latin typeface="Arial"/>
                <a:ea typeface="Arial"/>
                <a:cs typeface="Arial"/>
              </a:defRPr>
            </a:pPr>
            <a:r>
              <a:rPr sz="2025" b="0">
                <a:solidFill>
                  <a:srgbClr val="005293"/>
                </a:solidFill>
                <a:latin typeface="Arial"/>
                <a:ea typeface="Arial"/>
                <a:cs typeface="Arial"/>
              </a:rPr>
              <a:t>Semester</a:t>
            </a:r>
          </a:p>
        </p:txBody>
      </p:sp>
      <p:sp>
        <p:nvSpPr>
          <p:cNvPr id="12" name="">
            <a:extLst xmlns:a="http://schemas.openxmlformats.org/drawingml/2006/main">
              <a:ext uri="{FF2B5EF4-FFF2-40B4-BE49-F238E27FC236}">
                <a16:creationId xmlns:a16="http://schemas.microsoft.com/office/drawing/2014/main" id="{E2F0D394-1CB7-41D7-8E07-7F2521E065CA}"/>
              </a:ext>
            </a:extLst>
          </p:cNvPr>
          <p:cNvSpPr>
            <a:spLocks xmlns:a="http://schemas.openxmlformats.org/drawingml/2006/main" noGrp="1"/>
          </p:cNvSpPr>
          <p:nvPr/>
        </p:nvSpPr>
        <p:spPr>
          <a:xfrm xmlns:a="http://schemas.openxmlformats.org/drawingml/2006/main" flipH="0" flipV="0">
            <a:off x="1609725" y="2095500"/>
            <a:ext cx="1143000" cy="66675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3" name="">
            <a:extLst xmlns:a="http://schemas.openxmlformats.org/drawingml/2006/main">
              <a:ext uri="{FF2B5EF4-FFF2-40B4-BE49-F238E27FC236}">
                <a16:creationId xmlns:a16="http://schemas.microsoft.com/office/drawing/2014/main" id="{3F6359B1-F56B-4493-83DA-74761117A13A}"/>
              </a:ext>
            </a:extLst>
          </p:cNvPr>
          <p:cNvSpPr>
            <a:spLocks xmlns:a="http://schemas.openxmlformats.org/drawingml/2006/main" noGrp="1"/>
          </p:cNvSpPr>
          <p:nvPr/>
        </p:nvSpPr>
        <p:spPr>
          <a:xfrm xmlns:a="http://schemas.openxmlformats.org/drawingml/2006/main" flipH="1" flipV="0">
            <a:off x="3457575" y="2095500"/>
            <a:ext cx="447675" cy="66675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4" name="">
            <a:extLst xmlns:a="http://schemas.openxmlformats.org/drawingml/2006/main">
              <a:ext uri="{FF2B5EF4-FFF2-40B4-BE49-F238E27FC236}">
                <a16:creationId xmlns:a16="http://schemas.microsoft.com/office/drawing/2014/main" id="{82273CA5-31CE-4CEF-8696-AB7C7E10BAC1}"/>
              </a:ext>
            </a:extLst>
          </p:cNvPr>
          <p:cNvSpPr>
            <a:spLocks xmlns:a="http://schemas.openxmlformats.org/drawingml/2006/main" noGrp="1"/>
          </p:cNvSpPr>
          <p:nvPr/>
        </p:nvSpPr>
        <p:spPr>
          <a:xfrm xmlns:a="http://schemas.openxmlformats.org/drawingml/2006/main" flipH="1" flipV="0">
            <a:off x="4181475" y="2095500"/>
            <a:ext cx="2009775" cy="66675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5" name="">
            <a:extLst xmlns:a="http://schemas.openxmlformats.org/drawingml/2006/main">
              <a:ext uri="{FF2B5EF4-FFF2-40B4-BE49-F238E27FC236}">
                <a16:creationId xmlns:a16="http://schemas.microsoft.com/office/drawing/2014/main" id="{258E2FEC-33FB-4498-9A14-CDC3028BCFF5}"/>
              </a:ext>
            </a:extLst>
          </p:cNvPr>
          <p:cNvSpPr>
            <a:spLocks xmlns:a="http://schemas.openxmlformats.org/drawingml/2006/main" noGrp="1"/>
          </p:cNvSpPr>
          <p:nvPr/>
        </p:nvSpPr>
        <p:spPr>
          <a:xfrm xmlns:a="http://schemas.openxmlformats.org/drawingml/2006/main">
            <a:off x="8582025" y="2619375"/>
            <a:ext cx="2286000" cy="1047750"/>
          </a:xfrm>
          <a:prstGeom xmlns:a="http://schemas.openxmlformats.org/drawingml/2006/main" prst="diamond">
            <a:avLst/>
          </a:prstGeom>
          <a:solidFill xmlns:a="http://schemas.openxmlformats.org/drawingml/2006/main">
            <a:srgbClr val="EDF4F9"/>
          </a:solidFill>
          <a:ln xmlns:a="http://schemas.openxmlformats.org/drawingml/2006/main" w="19050">
            <a:solidFill>
              <a:srgbClr val="005293"/>
            </a:solidFill>
          </a:ln>
        </p:spPr>
      </p:sp>
      <p:sp>
        <p:nvSpPr>
          <p:cNvPr id="16" name="">
            <a:extLst xmlns:a="http://schemas.openxmlformats.org/drawingml/2006/main">
              <a:ext uri="{FF2B5EF4-FFF2-40B4-BE49-F238E27FC236}">
                <a16:creationId xmlns:a16="http://schemas.microsoft.com/office/drawing/2014/main" id="{002B06BD-7C7B-41D0-9C40-95D1A524D2B8}"/>
              </a:ext>
            </a:extLst>
          </p:cNvPr>
          <p:cNvSpPr>
            <a:spLocks xmlns:a="http://schemas.openxmlformats.org/drawingml/2006/main" noGrp="1"/>
          </p:cNvSpPr>
          <p:nvPr/>
        </p:nvSpPr>
        <p:spPr>
          <a:xfrm xmlns:a="http://schemas.openxmlformats.org/drawingml/2006/main">
            <a:off x="8963025" y="2952750"/>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250" b="1">
                <a:solidFill>
                  <a:srgbClr val="005293"/>
                </a:solidFill>
                <a:latin typeface="Arial"/>
                <a:ea typeface="Arial"/>
                <a:cs typeface="Arial"/>
              </a:defRPr>
            </a:defPPr>
            <a:lvl1pPr algn="ctr">
              <a:buNone/>
              <a:defRPr sz="2250" b="1">
                <a:solidFill>
                  <a:srgbClr val="005293"/>
                </a:solidFill>
                <a:latin typeface="Arial"/>
                <a:ea typeface="Arial"/>
                <a:cs typeface="Arial"/>
              </a:defRPr>
            </a:lvl1pPr>
            <a:lvl2pPr algn="ctr">
              <a:buNone/>
              <a:defRPr sz="2250" b="1">
                <a:solidFill>
                  <a:srgbClr val="005293"/>
                </a:solidFill>
                <a:latin typeface="Arial"/>
                <a:ea typeface="Arial"/>
                <a:cs typeface="Arial"/>
              </a:defRPr>
            </a:lvl2pPr>
            <a:lvl3pPr algn="ctr">
              <a:buNone/>
              <a:defRPr sz="2250" b="1">
                <a:solidFill>
                  <a:srgbClr val="005293"/>
                </a:solidFill>
                <a:latin typeface="Arial"/>
                <a:ea typeface="Arial"/>
                <a:cs typeface="Arial"/>
              </a:defRPr>
            </a:lvl3pPr>
            <a:lvl4pPr algn="ctr">
              <a:buNone/>
              <a:defRPr sz="2250" b="1">
                <a:solidFill>
                  <a:srgbClr val="005293"/>
                </a:solidFill>
                <a:latin typeface="Arial"/>
                <a:ea typeface="Arial"/>
                <a:cs typeface="Arial"/>
              </a:defRPr>
            </a:lvl4pPr>
            <a:lvl5pPr algn="ctr">
              <a:buNone/>
              <a:defRPr sz="2250" b="1">
                <a:solidFill>
                  <a:srgbClr val="005293"/>
                </a:solidFill>
                <a:latin typeface="Arial"/>
                <a:ea typeface="Arial"/>
                <a:cs typeface="Arial"/>
              </a:defRPr>
            </a:lvl5pPr>
            <a:lvl6pPr algn="ctr">
              <a:buNone/>
              <a:defRPr sz="2250" b="1">
                <a:solidFill>
                  <a:srgbClr val="005293"/>
                </a:solidFill>
                <a:latin typeface="Arial"/>
                <a:ea typeface="Arial"/>
                <a:cs typeface="Arial"/>
              </a:defRPr>
            </a:lvl6pPr>
            <a:lvl7pPr algn="ctr">
              <a:buNone/>
              <a:defRPr sz="2250" b="1">
                <a:solidFill>
                  <a:srgbClr val="005293"/>
                </a:solidFill>
                <a:latin typeface="Arial"/>
                <a:ea typeface="Arial"/>
                <a:cs typeface="Arial"/>
              </a:defRPr>
            </a:lvl7pPr>
            <a:lvl8pPr algn="ctr">
              <a:buNone/>
              <a:defRPr sz="2250" b="1">
                <a:solidFill>
                  <a:srgbClr val="005293"/>
                </a:solidFill>
                <a:latin typeface="Arial"/>
                <a:ea typeface="Arial"/>
                <a:cs typeface="Arial"/>
              </a:defRPr>
            </a:lvl8pPr>
            <a:lvl9pPr algn="ctr">
              <a:buNone/>
              <a:defRPr sz="2250" b="1">
                <a:solidFill>
                  <a:srgbClr val="005293"/>
                </a:solidFill>
                <a:latin typeface="Arial"/>
                <a:ea typeface="Arial"/>
                <a:cs typeface="Arial"/>
              </a:defRPr>
            </a:lvl9pPr>
          </a:lstStyle>
          <a:p xmlns:a="http://schemas.openxmlformats.org/drawingml/2006/main">
            <a:pPr algn="ctr">
              <a:buNone/>
              <a:defRPr sz="2250" b="1">
                <a:solidFill>
                  <a:srgbClr val="005293"/>
                </a:solidFill>
                <a:latin typeface="Arial"/>
                <a:ea typeface="Arial"/>
                <a:cs typeface="Arial"/>
              </a:defRPr>
            </a:pPr>
            <a:r>
              <a:rPr sz="2250" b="1">
                <a:solidFill>
                  <a:srgbClr val="005293"/>
                </a:solidFill>
                <a:latin typeface="Arial"/>
                <a:ea typeface="Arial"/>
                <a:cs typeface="Arial"/>
              </a:rPr>
              <a:t>prüfen</a:t>
            </a:r>
          </a:p>
        </p:txBody>
      </p:sp>
      <p:sp>
        <p:nvSpPr>
          <p:cNvPr id="17" name="">
            <a:extLst xmlns:a="http://schemas.openxmlformats.org/drawingml/2006/main">
              <a:ext uri="{FF2B5EF4-FFF2-40B4-BE49-F238E27FC236}">
                <a16:creationId xmlns:a16="http://schemas.microsoft.com/office/drawing/2014/main" id="{C4B3D4A3-146B-4573-A6B0-9412935C93DA}"/>
              </a:ext>
            </a:extLst>
          </p:cNvPr>
          <p:cNvSpPr>
            <a:spLocks xmlns:a="http://schemas.openxmlformats.org/drawingml/2006/main" noGrp="1"/>
          </p:cNvSpPr>
          <p:nvPr/>
        </p:nvSpPr>
        <p:spPr>
          <a:xfrm xmlns:a="http://schemas.openxmlformats.org/drawingml/2006/main">
            <a:off x="8724900" y="1476375"/>
            <a:ext cx="2000250" cy="619125"/>
          </a:xfrm>
          <a:prstGeom xmlns:a="http://schemas.openxmlformats.org/drawingml/2006/main" prst="ellipse">
            <a:avLst/>
          </a:prstGeom>
          <a:solidFill xmlns:a="http://schemas.openxmlformats.org/drawingml/2006/main">
            <a:srgbClr val="FFFFFF"/>
          </a:solidFill>
          <a:ln xmlns:a="http://schemas.openxmlformats.org/drawingml/2006/main" w="19050">
            <a:solidFill>
              <a:srgbClr val="005293"/>
            </a:solidFill>
          </a:ln>
        </p:spPr>
      </p:sp>
      <p:sp>
        <p:nvSpPr>
          <p:cNvPr id="18" name="">
            <a:extLst xmlns:a="http://schemas.openxmlformats.org/drawingml/2006/main">
              <a:ext uri="{FF2B5EF4-FFF2-40B4-BE49-F238E27FC236}">
                <a16:creationId xmlns:a16="http://schemas.microsoft.com/office/drawing/2014/main" id="{45B438E6-8CC5-4C5C-AE52-B7E6F477EDE0}"/>
              </a:ext>
            </a:extLst>
          </p:cNvPr>
          <p:cNvSpPr>
            <a:spLocks xmlns:a="http://schemas.openxmlformats.org/drawingml/2006/main" noGrp="1"/>
          </p:cNvSpPr>
          <p:nvPr/>
        </p:nvSpPr>
        <p:spPr>
          <a:xfrm xmlns:a="http://schemas.openxmlformats.org/drawingml/2006/main">
            <a:off x="8820150" y="1647825"/>
            <a:ext cx="1809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025" b="0">
                <a:solidFill>
                  <a:srgbClr val="005293"/>
                </a:solidFill>
                <a:latin typeface="Arial"/>
                <a:ea typeface="Arial"/>
                <a:cs typeface="Arial"/>
              </a:defRPr>
            </a:defPPr>
            <a:lvl1pPr algn="ctr">
              <a:buNone/>
              <a:defRPr sz="2025" b="0">
                <a:solidFill>
                  <a:srgbClr val="005293"/>
                </a:solidFill>
                <a:latin typeface="Arial"/>
                <a:ea typeface="Arial"/>
                <a:cs typeface="Arial"/>
              </a:defRPr>
            </a:lvl1pPr>
            <a:lvl2pPr algn="ctr">
              <a:buNone/>
              <a:defRPr sz="2025" b="0">
                <a:solidFill>
                  <a:srgbClr val="005293"/>
                </a:solidFill>
                <a:latin typeface="Arial"/>
                <a:ea typeface="Arial"/>
                <a:cs typeface="Arial"/>
              </a:defRPr>
            </a:lvl2pPr>
            <a:lvl3pPr algn="ctr">
              <a:buNone/>
              <a:defRPr sz="2025" b="0">
                <a:solidFill>
                  <a:srgbClr val="005293"/>
                </a:solidFill>
                <a:latin typeface="Arial"/>
                <a:ea typeface="Arial"/>
                <a:cs typeface="Arial"/>
              </a:defRPr>
            </a:lvl3pPr>
            <a:lvl4pPr algn="ctr">
              <a:buNone/>
              <a:defRPr sz="2025" b="0">
                <a:solidFill>
                  <a:srgbClr val="005293"/>
                </a:solidFill>
                <a:latin typeface="Arial"/>
                <a:ea typeface="Arial"/>
                <a:cs typeface="Arial"/>
              </a:defRPr>
            </a:lvl4pPr>
            <a:lvl5pPr algn="ctr">
              <a:buNone/>
              <a:defRPr sz="2025" b="0">
                <a:solidFill>
                  <a:srgbClr val="005293"/>
                </a:solidFill>
                <a:latin typeface="Arial"/>
                <a:ea typeface="Arial"/>
                <a:cs typeface="Arial"/>
              </a:defRPr>
            </a:lvl5pPr>
            <a:lvl6pPr algn="ctr">
              <a:buNone/>
              <a:defRPr sz="2025" b="0">
                <a:solidFill>
                  <a:srgbClr val="005293"/>
                </a:solidFill>
                <a:latin typeface="Arial"/>
                <a:ea typeface="Arial"/>
                <a:cs typeface="Arial"/>
              </a:defRPr>
            </a:lvl6pPr>
            <a:lvl7pPr algn="ctr">
              <a:buNone/>
              <a:defRPr sz="2025" b="0">
                <a:solidFill>
                  <a:srgbClr val="005293"/>
                </a:solidFill>
                <a:latin typeface="Arial"/>
                <a:ea typeface="Arial"/>
                <a:cs typeface="Arial"/>
              </a:defRPr>
            </a:lvl7pPr>
            <a:lvl8pPr algn="ctr">
              <a:buNone/>
              <a:defRPr sz="2025" b="0">
                <a:solidFill>
                  <a:srgbClr val="005293"/>
                </a:solidFill>
                <a:latin typeface="Arial"/>
                <a:ea typeface="Arial"/>
                <a:cs typeface="Arial"/>
              </a:defRPr>
            </a:lvl8pPr>
            <a:lvl9pPr algn="ctr">
              <a:buNone/>
              <a:defRPr sz="2025" b="0">
                <a:solidFill>
                  <a:srgbClr val="005293"/>
                </a:solidFill>
                <a:latin typeface="Arial"/>
                <a:ea typeface="Arial"/>
                <a:cs typeface="Arial"/>
              </a:defRPr>
            </a:lvl9pPr>
          </a:lstStyle>
          <a:p xmlns:a="http://schemas.openxmlformats.org/drawingml/2006/main">
            <a:pPr algn="ctr">
              <a:buNone/>
              <a:defRPr sz="2025" b="0">
                <a:solidFill>
                  <a:srgbClr val="005293"/>
                </a:solidFill>
                <a:latin typeface="Arial"/>
                <a:ea typeface="Arial"/>
                <a:cs typeface="Arial"/>
              </a:defRPr>
            </a:pPr>
            <a:r>
              <a:rPr sz="2025" b="0">
                <a:solidFill>
                  <a:srgbClr val="005293"/>
                </a:solidFill>
                <a:latin typeface="Arial"/>
                <a:ea typeface="Arial"/>
                <a:cs typeface="Arial"/>
              </a:rPr>
              <a:t>Note</a:t>
            </a:r>
          </a:p>
        </p:txBody>
      </p:sp>
      <p:sp>
        <p:nvSpPr>
          <p:cNvPr id="19" name="">
            <a:extLst xmlns:a="http://schemas.openxmlformats.org/drawingml/2006/main">
              <a:ext uri="{FF2B5EF4-FFF2-40B4-BE49-F238E27FC236}">
                <a16:creationId xmlns:a16="http://schemas.microsoft.com/office/drawing/2014/main" id="{873279E4-637F-4FD8-BD34-573CB00CCD8A}"/>
              </a:ext>
            </a:extLst>
          </p:cNvPr>
          <p:cNvSpPr>
            <a:spLocks xmlns:a="http://schemas.openxmlformats.org/drawingml/2006/main" noGrp="1"/>
          </p:cNvSpPr>
          <p:nvPr/>
        </p:nvSpPr>
        <p:spPr>
          <a:xfrm xmlns:a="http://schemas.openxmlformats.org/drawingml/2006/main" flipH="0" flipV="0">
            <a:off x="9725025" y="2095500"/>
            <a:ext cx="0" cy="523875"/>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20" name="">
            <a:extLst xmlns:a="http://schemas.openxmlformats.org/drawingml/2006/main">
              <a:ext uri="{FF2B5EF4-FFF2-40B4-BE49-F238E27FC236}">
                <a16:creationId xmlns:a16="http://schemas.microsoft.com/office/drawing/2014/main" id="{195124E7-5075-472A-A0EB-20356FB6B48D}"/>
              </a:ext>
            </a:extLst>
          </p:cNvPr>
          <p:cNvSpPr>
            <a:spLocks xmlns:a="http://schemas.openxmlformats.org/drawingml/2006/main" noGrp="1"/>
          </p:cNvSpPr>
          <p:nvPr/>
        </p:nvSpPr>
        <p:spPr>
          <a:xfrm xmlns:a="http://schemas.openxmlformats.org/drawingml/2006/main">
            <a:off x="609600" y="4238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5293"/>
                </a:solidFill>
                <a:latin typeface="Arial"/>
                <a:ea typeface="Arial"/>
                <a:cs typeface="Arial"/>
              </a:defRPr>
            </a:defPPr>
            <a:lvl1pPr>
              <a:buNone/>
              <a:defRPr sz="2250" b="1">
                <a:solidFill>
                  <a:srgbClr val="005293"/>
                </a:solidFill>
                <a:latin typeface="Arial"/>
                <a:ea typeface="Arial"/>
                <a:cs typeface="Arial"/>
              </a:defRPr>
            </a:lvl1pPr>
            <a:lvl2pPr>
              <a:buNone/>
              <a:defRPr sz="2250" b="1">
                <a:solidFill>
                  <a:srgbClr val="005293"/>
                </a:solidFill>
                <a:latin typeface="Arial"/>
                <a:ea typeface="Arial"/>
                <a:cs typeface="Arial"/>
              </a:defRPr>
            </a:lvl2pPr>
            <a:lvl3pPr>
              <a:buNone/>
              <a:defRPr sz="2250" b="1">
                <a:solidFill>
                  <a:srgbClr val="005293"/>
                </a:solidFill>
                <a:latin typeface="Arial"/>
                <a:ea typeface="Arial"/>
                <a:cs typeface="Arial"/>
              </a:defRPr>
            </a:lvl3pPr>
            <a:lvl4pPr>
              <a:buNone/>
              <a:defRPr sz="2250" b="1">
                <a:solidFill>
                  <a:srgbClr val="005293"/>
                </a:solidFill>
                <a:latin typeface="Arial"/>
                <a:ea typeface="Arial"/>
                <a:cs typeface="Arial"/>
              </a:defRPr>
            </a:lvl4pPr>
            <a:lvl5pPr>
              <a:buNone/>
              <a:defRPr sz="2250" b="1">
                <a:solidFill>
                  <a:srgbClr val="005293"/>
                </a:solidFill>
                <a:latin typeface="Arial"/>
                <a:ea typeface="Arial"/>
                <a:cs typeface="Arial"/>
              </a:defRPr>
            </a:lvl5pPr>
            <a:lvl6pPr>
              <a:buNone/>
              <a:defRPr sz="2250" b="1">
                <a:solidFill>
                  <a:srgbClr val="005293"/>
                </a:solidFill>
                <a:latin typeface="Arial"/>
                <a:ea typeface="Arial"/>
                <a:cs typeface="Arial"/>
              </a:defRPr>
            </a:lvl6pPr>
            <a:lvl7pPr>
              <a:buNone/>
              <a:defRPr sz="2250" b="1">
                <a:solidFill>
                  <a:srgbClr val="005293"/>
                </a:solidFill>
                <a:latin typeface="Arial"/>
                <a:ea typeface="Arial"/>
                <a:cs typeface="Arial"/>
              </a:defRPr>
            </a:lvl7pPr>
            <a:lvl8pPr>
              <a:buNone/>
              <a:defRPr sz="2250" b="1">
                <a:solidFill>
                  <a:srgbClr val="005293"/>
                </a:solidFill>
                <a:latin typeface="Arial"/>
                <a:ea typeface="Arial"/>
                <a:cs typeface="Arial"/>
              </a:defRPr>
            </a:lvl8pPr>
            <a:lvl9pPr>
              <a:buNone/>
              <a:defRPr sz="2250" b="1">
                <a:solidFill>
                  <a:srgbClr val="005293"/>
                </a:solidFill>
                <a:latin typeface="Arial"/>
                <a:ea typeface="Arial"/>
                <a:cs typeface="Arial"/>
              </a:defRPr>
            </a:lvl9pPr>
          </a:lstStyle>
          <a:p xmlns:a="http://schemas.openxmlformats.org/drawingml/2006/main">
            <a:pPr>
              <a:buNone/>
              <a:defRPr sz="2250" b="1">
                <a:solidFill>
                  <a:srgbClr val="005293"/>
                </a:solidFill>
                <a:latin typeface="Arial"/>
                <a:ea typeface="Arial"/>
                <a:cs typeface="Arial"/>
              </a:defRPr>
            </a:pPr>
            <a:r>
              <a:rPr sz="2250" b="1">
                <a:solidFill>
                  <a:srgbClr val="005293"/>
                </a:solidFill>
                <a:latin typeface="Arial"/>
                <a:ea typeface="Arial"/>
                <a:cs typeface="Arial"/>
              </a:rPr>
              <a:t>Rechteck: Entitytyp. Raute: Beziehungstyp. Oval: Attribut.</a:t>
            </a:r>
          </a:p>
        </p:txBody>
      </p:sp>
      <p:sp>
        <p:nvSpPr>
          <p:cNvPr id="21" name="">
            <a:extLst xmlns:a="http://schemas.openxmlformats.org/drawingml/2006/main">
              <a:ext uri="{FF2B5EF4-FFF2-40B4-BE49-F238E27FC236}">
                <a16:creationId xmlns:a16="http://schemas.microsoft.com/office/drawing/2014/main" id="{9EABE791-6718-468A-B152-47D0A6B10EF1}"/>
              </a:ext>
            </a:extLst>
          </p:cNvPr>
          <p:cNvSpPr>
            <a:spLocks xmlns:a="http://schemas.openxmlformats.org/drawingml/2006/main" noGrp="1"/>
          </p:cNvSpPr>
          <p:nvPr/>
        </p:nvSpPr>
        <p:spPr>
          <a:xfrm xmlns:a="http://schemas.openxmlformats.org/drawingml/2006/main">
            <a:off x="609600" y="49339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buNone/>
              <a:defRPr sz="2175" b="0">
                <a:solidFill>
                  <a:srgbClr val="202B33"/>
                </a:solidFill>
                <a:latin typeface="Arial"/>
                <a:ea typeface="Arial"/>
                <a:cs typeface="Arial"/>
              </a:defRPr>
            </a:lvl1pPr>
            <a:lvl2pPr>
              <a:buNone/>
              <a:defRPr sz="2175" b="0">
                <a:solidFill>
                  <a:srgbClr val="202B33"/>
                </a:solidFill>
                <a:latin typeface="Arial"/>
                <a:ea typeface="Arial"/>
                <a:cs typeface="Arial"/>
              </a:defRPr>
            </a:lvl2pPr>
            <a:lvl3pPr>
              <a:buNone/>
              <a:defRPr sz="2175" b="0">
                <a:solidFill>
                  <a:srgbClr val="202B33"/>
                </a:solidFill>
                <a:latin typeface="Arial"/>
                <a:ea typeface="Arial"/>
                <a:cs typeface="Arial"/>
              </a:defRPr>
            </a:lvl3pPr>
            <a:lvl4pPr>
              <a:buNone/>
              <a:defRPr sz="2175" b="0">
                <a:solidFill>
                  <a:srgbClr val="202B33"/>
                </a:solidFill>
                <a:latin typeface="Arial"/>
                <a:ea typeface="Arial"/>
                <a:cs typeface="Arial"/>
              </a:defRPr>
            </a:lvl4pPr>
            <a:lvl5pPr>
              <a:buNone/>
              <a:defRPr sz="2175" b="0">
                <a:solidFill>
                  <a:srgbClr val="202B33"/>
                </a:solidFill>
                <a:latin typeface="Arial"/>
                <a:ea typeface="Arial"/>
                <a:cs typeface="Arial"/>
              </a:defRPr>
            </a:lvl5pPr>
            <a:lvl6pPr>
              <a:buNone/>
              <a:defRPr sz="2175" b="0">
                <a:solidFill>
                  <a:srgbClr val="202B33"/>
                </a:solidFill>
                <a:latin typeface="Arial"/>
                <a:ea typeface="Arial"/>
                <a:cs typeface="Arial"/>
              </a:defRPr>
            </a:lvl6pPr>
            <a:lvl7pPr>
              <a:buNone/>
              <a:defRPr sz="2175" b="0">
                <a:solidFill>
                  <a:srgbClr val="202B33"/>
                </a:solidFill>
                <a:latin typeface="Arial"/>
                <a:ea typeface="Arial"/>
                <a:cs typeface="Arial"/>
              </a:defRPr>
            </a:lvl7pPr>
            <a:lvl8pPr>
              <a:buNone/>
              <a:defRPr sz="2175" b="0">
                <a:solidFill>
                  <a:srgbClr val="202B33"/>
                </a:solidFill>
                <a:latin typeface="Arial"/>
                <a:ea typeface="Arial"/>
                <a:cs typeface="Arial"/>
              </a:defRPr>
            </a:lvl8pPr>
            <a:lvl9pPr>
              <a:buNone/>
              <a:defRPr sz="2175" b="0">
                <a:solidFill>
                  <a:srgbClr val="202B33"/>
                </a:solidFill>
                <a:latin typeface="Arial"/>
                <a:ea typeface="Arial"/>
                <a:cs typeface="Arial"/>
              </a:defRPr>
            </a:lvl9pPr>
          </a:lstStyle>
          <a:p xmlns:a="http://schemas.openxmlformats.org/drawingml/2006/main">
            <a:pPr>
              <a:buNone/>
              <a:defRPr sz="2175" b="0">
                <a:solidFill>
                  <a:srgbClr val="202B33"/>
                </a:solidFill>
                <a:latin typeface="Arial"/>
                <a:ea typeface="Arial"/>
                <a:cs typeface="Arial"/>
              </a:defRPr>
            </a:pPr>
            <a:r>
              <a:rPr sz="2175" b="0">
                <a:solidFill>
                  <a:srgbClr val="202B33"/>
                </a:solidFill>
                <a:latin typeface="Arial"/>
                <a:ea typeface="Arial"/>
                <a:cs typeface="Arial"/>
              </a:rPr>
              <a:t>Unterstrichene Attribute bilden einen Schlüssel des Entitytyps.</a:t>
            </a:r>
          </a:p>
        </p:txBody>
      </p:sp>
      <p:sp>
        <p:nvSpPr>
          <p:cNvPr id="22" name="">
            <a:extLst xmlns:a="http://schemas.openxmlformats.org/drawingml/2006/main">
              <a:ext uri="{FF2B5EF4-FFF2-40B4-BE49-F238E27FC236}">
                <a16:creationId xmlns:a16="http://schemas.microsoft.com/office/drawing/2014/main" id="{E1ABCE5A-E3C8-47D6-B541-814F8685ECEC}"/>
              </a:ext>
            </a:extLst>
          </p:cNvPr>
          <p:cNvSpPr>
            <a:spLocks xmlns:a="http://schemas.openxmlformats.org/drawingml/2006/main" noGrp="1"/>
          </p:cNvSpPr>
          <p:nvPr/>
        </p:nvSpPr>
        <p:spPr>
          <a:xfrm xmlns:a="http://schemas.openxmlformats.org/drawingml/2006/main">
            <a:off x="609600" y="56007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buNone/>
              <a:defRPr sz="2025" b="0">
                <a:solidFill>
                  <a:srgbClr val="202B33"/>
                </a:solidFill>
                <a:latin typeface="Arial"/>
                <a:ea typeface="Arial"/>
                <a:cs typeface="Arial"/>
              </a:defRPr>
            </a:lvl1pPr>
            <a:lvl2pPr>
              <a:buNone/>
              <a:defRPr sz="2025" b="0">
                <a:solidFill>
                  <a:srgbClr val="202B33"/>
                </a:solidFill>
                <a:latin typeface="Arial"/>
                <a:ea typeface="Arial"/>
                <a:cs typeface="Arial"/>
              </a:defRPr>
            </a:lvl2pPr>
            <a:lvl3pPr>
              <a:buNone/>
              <a:defRPr sz="2025" b="0">
                <a:solidFill>
                  <a:srgbClr val="202B33"/>
                </a:solidFill>
                <a:latin typeface="Arial"/>
                <a:ea typeface="Arial"/>
                <a:cs typeface="Arial"/>
              </a:defRPr>
            </a:lvl3pPr>
            <a:lvl4pPr>
              <a:buNone/>
              <a:defRPr sz="2025" b="0">
                <a:solidFill>
                  <a:srgbClr val="202B33"/>
                </a:solidFill>
                <a:latin typeface="Arial"/>
                <a:ea typeface="Arial"/>
                <a:cs typeface="Arial"/>
              </a:defRPr>
            </a:lvl4pPr>
            <a:lvl5pPr>
              <a:buNone/>
              <a:defRPr sz="2025" b="0">
                <a:solidFill>
                  <a:srgbClr val="202B33"/>
                </a:solidFill>
                <a:latin typeface="Arial"/>
                <a:ea typeface="Arial"/>
                <a:cs typeface="Arial"/>
              </a:defRPr>
            </a:lvl5pPr>
            <a:lvl6pPr>
              <a:buNone/>
              <a:defRPr sz="2025" b="0">
                <a:solidFill>
                  <a:srgbClr val="202B33"/>
                </a:solidFill>
                <a:latin typeface="Arial"/>
                <a:ea typeface="Arial"/>
                <a:cs typeface="Arial"/>
              </a:defRPr>
            </a:lvl6pPr>
            <a:lvl7pPr>
              <a:buNone/>
              <a:defRPr sz="2025" b="0">
                <a:solidFill>
                  <a:srgbClr val="202B33"/>
                </a:solidFill>
                <a:latin typeface="Arial"/>
                <a:ea typeface="Arial"/>
                <a:cs typeface="Arial"/>
              </a:defRPr>
            </a:lvl7pPr>
            <a:lvl8pPr>
              <a:buNone/>
              <a:defRPr sz="2025" b="0">
                <a:solidFill>
                  <a:srgbClr val="202B33"/>
                </a:solidFill>
                <a:latin typeface="Arial"/>
                <a:ea typeface="Arial"/>
                <a:cs typeface="Arial"/>
              </a:defRPr>
            </a:lvl8pPr>
            <a:lvl9pPr>
              <a:buNone/>
              <a:defRPr sz="2025" b="0">
                <a:solidFill>
                  <a:srgbClr val="202B33"/>
                </a:solidFill>
                <a:latin typeface="Arial"/>
                <a:ea typeface="Arial"/>
                <a:cs typeface="Arial"/>
              </a:defRPr>
            </a:lvl9pPr>
          </a:lstStyle>
          <a:p xmlns:a="http://schemas.openxmlformats.org/drawingml/2006/main">
            <a:pPr>
              <a:buNone/>
              <a:defRPr sz="2025" b="0">
                <a:solidFill>
                  <a:srgbClr val="202B33"/>
                </a:solidFill>
                <a:latin typeface="Arial"/>
                <a:ea typeface="Arial"/>
                <a:cs typeface="Arial"/>
              </a:defRPr>
            </a:pPr>
            <a:r>
              <a:rPr sz="2025" b="0">
                <a:solidFill>
                  <a:srgbClr val="202B33"/>
                </a:solidFill>
                <a:latin typeface="Arial"/>
                <a:ea typeface="Arial"/>
                <a:cs typeface="Arial"/>
              </a:rPr>
              <a:t>Auch Beziehungen können Attribute haben: Note beschreibt eine Prüfung.</a:t>
            </a:r>
          </a:p>
        </p:txBody>
      </p:sp>
    </p:spTree>
    <p:extLst>
      <p:ext uri="{BB962C8B-B14F-4D97-AF65-F5344CB8AC3E}">
        <p14:creationId xmlns:p14="http://schemas.microsoft.com/office/powerpoint/2010/main" val="20079202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DC8ECF8-6F05-4551-A782-023343C71DC0}"/>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Ein ER-Diagramm zusammensetzen</a:t>
            </a:r>
          </a:p>
        </p:txBody>
      </p:sp>
      <p:sp>
        <p:nvSpPr>
          <p:cNvPr id="2" name="">
            <a:extLst xmlns:a="http://schemas.openxmlformats.org/drawingml/2006/main">
              <a:ext uri="{FF2B5EF4-FFF2-40B4-BE49-F238E27FC236}">
                <a16:creationId xmlns:a16="http://schemas.microsoft.com/office/drawing/2014/main" id="{CCD9DCFD-F284-4E0F-9349-E7450908CC1A}"/>
              </a:ext>
            </a:extLst>
          </p:cNvPr>
          <p:cNvSpPr>
            <a:spLocks xmlns:a="http://schemas.openxmlformats.org/drawingml/2006/main" noGrp="1"/>
          </p:cNvSpPr>
          <p:nvPr/>
        </p:nvSpPr>
        <p:spPr>
          <a:xfrm xmlns:a="http://schemas.openxmlformats.org/drawingml/2006/main">
            <a:off x="609600" y="64484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F31E9C8D-2352-4A61-B3A4-FCB96A9791A5}"/>
              </a:ext>
            </a:extLst>
          </p:cNvPr>
          <p:cNvSpPr>
            <a:spLocks xmlns:a="http://schemas.openxmlformats.org/drawingml/2006/main" noGrp="1"/>
          </p:cNvSpPr>
          <p:nvPr/>
        </p:nvSpPr>
        <p:spPr>
          <a:xfrm xmlns:a="http://schemas.openxmlformats.org/drawingml/2006/main" rot="3286944">
            <a:off x="1504744" y="2643188"/>
            <a:ext cx="991012"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4" name="">
            <a:extLst xmlns:a="http://schemas.openxmlformats.org/drawingml/2006/main">
              <a:ext uri="{FF2B5EF4-FFF2-40B4-BE49-F238E27FC236}">
                <a16:creationId xmlns:a16="http://schemas.microsoft.com/office/drawing/2014/main" id="{7D4F1FB4-A62B-4F24-8D6C-5A4DAFEF49FA}"/>
              </a:ext>
            </a:extLst>
          </p:cNvPr>
          <p:cNvSpPr>
            <a:spLocks xmlns:a="http://schemas.openxmlformats.org/drawingml/2006/main" noGrp="1"/>
          </p:cNvSpPr>
          <p:nvPr/>
        </p:nvSpPr>
        <p:spPr>
          <a:xfrm xmlns:a="http://schemas.openxmlformats.org/drawingml/2006/main" rot="8198195">
            <a:off x="2887055" y="2643188"/>
            <a:ext cx="1179140"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5" name="">
            <a:extLst xmlns:a="http://schemas.openxmlformats.org/drawingml/2006/main">
              <a:ext uri="{FF2B5EF4-FFF2-40B4-BE49-F238E27FC236}">
                <a16:creationId xmlns:a16="http://schemas.microsoft.com/office/drawing/2014/main" id="{F6C89D78-825A-4E79-A941-C9120D3DFEE1}"/>
              </a:ext>
            </a:extLst>
          </p:cNvPr>
          <p:cNvSpPr>
            <a:spLocks xmlns:a="http://schemas.openxmlformats.org/drawingml/2006/main" noGrp="1"/>
          </p:cNvSpPr>
          <p:nvPr/>
        </p:nvSpPr>
        <p:spPr>
          <a:xfrm xmlns:a="http://schemas.openxmlformats.org/drawingml/2006/main" rot="3726164">
            <a:off x="8043020" y="2643188"/>
            <a:ext cx="916085"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6" name="">
            <a:extLst xmlns:a="http://schemas.openxmlformats.org/drawingml/2006/main">
              <a:ext uri="{FF2B5EF4-FFF2-40B4-BE49-F238E27FC236}">
                <a16:creationId xmlns:a16="http://schemas.microsoft.com/office/drawing/2014/main" id="{9FE19F1B-D5CB-467A-A2AA-83CD05F96E31}"/>
              </a:ext>
            </a:extLst>
          </p:cNvPr>
          <p:cNvSpPr>
            <a:spLocks xmlns:a="http://schemas.openxmlformats.org/drawingml/2006/main" noGrp="1"/>
          </p:cNvSpPr>
          <p:nvPr/>
        </p:nvSpPr>
        <p:spPr>
          <a:xfrm xmlns:a="http://schemas.openxmlformats.org/drawingml/2006/main" rot="8378128">
            <a:off x="9376200" y="2643188"/>
            <a:ext cx="1250100"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7" name="">
            <a:extLst xmlns:a="http://schemas.openxmlformats.org/drawingml/2006/main">
              <a:ext uri="{FF2B5EF4-FFF2-40B4-BE49-F238E27FC236}">
                <a16:creationId xmlns:a16="http://schemas.microsoft.com/office/drawing/2014/main" id="{35853741-B42B-406D-849E-48104B907005}"/>
              </a:ext>
            </a:extLst>
          </p:cNvPr>
          <p:cNvSpPr>
            <a:spLocks xmlns:a="http://schemas.openxmlformats.org/drawingml/2006/main" noGrp="1"/>
          </p:cNvSpPr>
          <p:nvPr/>
        </p:nvSpPr>
        <p:spPr>
          <a:xfrm xmlns:a="http://schemas.openxmlformats.org/drawingml/2006/main" rot="0">
            <a:off x="4000500" y="3362325"/>
            <a:ext cx="1047750"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8" name="">
            <a:extLst xmlns:a="http://schemas.openxmlformats.org/drawingml/2006/main">
              <a:ext uri="{FF2B5EF4-FFF2-40B4-BE49-F238E27FC236}">
                <a16:creationId xmlns:a16="http://schemas.microsoft.com/office/drawing/2014/main" id="{AA74130A-51F8-4CFB-807F-92D02DECCC33}"/>
              </a:ext>
            </a:extLst>
          </p:cNvPr>
          <p:cNvSpPr>
            <a:spLocks xmlns:a="http://schemas.openxmlformats.org/drawingml/2006/main" noGrp="1"/>
          </p:cNvSpPr>
          <p:nvPr/>
        </p:nvSpPr>
        <p:spPr>
          <a:xfrm xmlns:a="http://schemas.openxmlformats.org/drawingml/2006/main" rot="0">
            <a:off x="6953250" y="3362325"/>
            <a:ext cx="1047750"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9" name="">
            <a:extLst xmlns:a="http://schemas.openxmlformats.org/drawingml/2006/main">
              <a:ext uri="{FF2B5EF4-FFF2-40B4-BE49-F238E27FC236}">
                <a16:creationId xmlns:a16="http://schemas.microsoft.com/office/drawing/2014/main" id="{16D5B84D-19CC-4A64-8AD7-06AB494CC9E3}"/>
              </a:ext>
            </a:extLst>
          </p:cNvPr>
          <p:cNvSpPr>
            <a:spLocks xmlns:a="http://schemas.openxmlformats.org/drawingml/2006/main" noGrp="1"/>
          </p:cNvSpPr>
          <p:nvPr/>
        </p:nvSpPr>
        <p:spPr>
          <a:xfrm xmlns:a="http://schemas.openxmlformats.org/drawingml/2006/main">
            <a:off x="666750" y="1666875"/>
            <a:ext cx="2095500" cy="571500"/>
          </a:xfrm>
          <a:prstGeom xmlns:a="http://schemas.openxmlformats.org/drawingml/2006/main" prst="ellipse">
            <a:avLst/>
          </a:prstGeom>
          <a:solidFill xmlns:a="http://schemas.openxmlformats.org/drawingml/2006/main">
            <a:srgbClr val="FFFFFF"/>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u="sng">
                <a:solidFill>
                  <a:srgbClr val="005293"/>
                </a:solidFill>
                <a:latin typeface="Arial"/>
                <a:ea typeface="Arial"/>
                <a:cs typeface="Arial"/>
              </a:defRPr>
            </a:defPPr>
            <a:lvl1pPr algn="ctr">
              <a:defRPr sz="2025" b="1" u="sng">
                <a:solidFill>
                  <a:srgbClr val="005293"/>
                </a:solidFill>
                <a:latin typeface="Arial"/>
                <a:ea typeface="Arial"/>
                <a:cs typeface="Arial"/>
              </a:defRPr>
            </a:lvl1pPr>
            <a:lvl2pPr algn="ctr">
              <a:defRPr sz="2025" b="1" u="sng">
                <a:solidFill>
                  <a:srgbClr val="005293"/>
                </a:solidFill>
                <a:latin typeface="Arial"/>
                <a:ea typeface="Arial"/>
                <a:cs typeface="Arial"/>
              </a:defRPr>
            </a:lvl2pPr>
            <a:lvl3pPr algn="ctr">
              <a:defRPr sz="2025" b="1" u="sng">
                <a:solidFill>
                  <a:srgbClr val="005293"/>
                </a:solidFill>
                <a:latin typeface="Arial"/>
                <a:ea typeface="Arial"/>
                <a:cs typeface="Arial"/>
              </a:defRPr>
            </a:lvl3pPr>
            <a:lvl4pPr algn="ctr">
              <a:defRPr sz="2025" b="1" u="sng">
                <a:solidFill>
                  <a:srgbClr val="005293"/>
                </a:solidFill>
                <a:latin typeface="Arial"/>
                <a:ea typeface="Arial"/>
                <a:cs typeface="Arial"/>
              </a:defRPr>
            </a:lvl4pPr>
            <a:lvl5pPr algn="ctr">
              <a:defRPr sz="2025" b="1" u="sng">
                <a:solidFill>
                  <a:srgbClr val="005293"/>
                </a:solidFill>
                <a:latin typeface="Arial"/>
                <a:ea typeface="Arial"/>
                <a:cs typeface="Arial"/>
              </a:defRPr>
            </a:lvl5pPr>
            <a:lvl6pPr algn="ctr">
              <a:defRPr sz="2025" b="1" u="sng">
                <a:solidFill>
                  <a:srgbClr val="005293"/>
                </a:solidFill>
                <a:latin typeface="Arial"/>
                <a:ea typeface="Arial"/>
                <a:cs typeface="Arial"/>
              </a:defRPr>
            </a:lvl6pPr>
            <a:lvl7pPr algn="ctr">
              <a:defRPr sz="2025" b="1" u="sng">
                <a:solidFill>
                  <a:srgbClr val="005293"/>
                </a:solidFill>
                <a:latin typeface="Arial"/>
                <a:ea typeface="Arial"/>
                <a:cs typeface="Arial"/>
              </a:defRPr>
            </a:lvl7pPr>
            <a:lvl8pPr algn="ctr">
              <a:defRPr sz="2025" b="1" u="sng">
                <a:solidFill>
                  <a:srgbClr val="005293"/>
                </a:solidFill>
                <a:latin typeface="Arial"/>
                <a:ea typeface="Arial"/>
                <a:cs typeface="Arial"/>
              </a:defRPr>
            </a:lvl8pPr>
            <a:lvl9pPr algn="ctr">
              <a:defRPr sz="2025" b="1" u="sng">
                <a:solidFill>
                  <a:srgbClr val="005293"/>
                </a:solidFill>
                <a:latin typeface="Arial"/>
                <a:ea typeface="Arial"/>
                <a:cs typeface="Arial"/>
              </a:defRPr>
            </a:lvl9pPr>
          </a:lstStyle>
          <a:p xmlns:a="http://schemas.openxmlformats.org/drawingml/2006/main">
            <a:pPr algn="ctr">
              <a:defRPr sz="2025" b="1" u="sng">
                <a:solidFill>
                  <a:srgbClr val="005293"/>
                </a:solidFill>
                <a:latin typeface="Arial"/>
                <a:ea typeface="Arial"/>
                <a:cs typeface="Arial"/>
              </a:defRPr>
            </a:pPr>
            <a:r>
              <a:rPr sz="2025" b="1" u="sng">
                <a:solidFill>
                  <a:srgbClr val="005293"/>
                </a:solidFill>
                <a:latin typeface="Arial"/>
                <a:ea typeface="Arial"/>
                <a:cs typeface="Arial"/>
              </a:rPr>
              <a:t>MatrNr</a:t>
            </a:r>
          </a:p>
        </p:txBody>
      </p:sp>
      <p:sp>
        <p:nvSpPr>
          <p:cNvPr id="10" name="">
            <a:extLst xmlns:a="http://schemas.openxmlformats.org/drawingml/2006/main">
              <a:ext uri="{FF2B5EF4-FFF2-40B4-BE49-F238E27FC236}">
                <a16:creationId xmlns:a16="http://schemas.microsoft.com/office/drawing/2014/main" id="{51B9A02A-77EF-480B-B6BC-3688A553FAC6}"/>
              </a:ext>
            </a:extLst>
          </p:cNvPr>
          <p:cNvSpPr>
            <a:spLocks xmlns:a="http://schemas.openxmlformats.org/drawingml/2006/main" noGrp="1"/>
          </p:cNvSpPr>
          <p:nvPr/>
        </p:nvSpPr>
        <p:spPr>
          <a:xfrm xmlns:a="http://schemas.openxmlformats.org/drawingml/2006/main">
            <a:off x="2857500" y="1666875"/>
            <a:ext cx="2095500" cy="571500"/>
          </a:xfrm>
          <a:prstGeom xmlns:a="http://schemas.openxmlformats.org/drawingml/2006/main" prst="ellipse">
            <a:avLst/>
          </a:prstGeom>
          <a:solidFill xmlns:a="http://schemas.openxmlformats.org/drawingml/2006/main">
            <a:srgbClr val="FFFFFF"/>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0">
                <a:solidFill>
                  <a:srgbClr val="005293"/>
                </a:solidFill>
                <a:latin typeface="Arial"/>
                <a:ea typeface="Arial"/>
                <a:cs typeface="Arial"/>
              </a:defRPr>
            </a:defPPr>
            <a:lvl1pPr algn="ctr">
              <a:defRPr sz="2025" b="0">
                <a:solidFill>
                  <a:srgbClr val="005293"/>
                </a:solidFill>
                <a:latin typeface="Arial"/>
                <a:ea typeface="Arial"/>
                <a:cs typeface="Arial"/>
              </a:defRPr>
            </a:lvl1pPr>
            <a:lvl2pPr algn="ctr">
              <a:defRPr sz="2025" b="0">
                <a:solidFill>
                  <a:srgbClr val="005293"/>
                </a:solidFill>
                <a:latin typeface="Arial"/>
                <a:ea typeface="Arial"/>
                <a:cs typeface="Arial"/>
              </a:defRPr>
            </a:lvl2pPr>
            <a:lvl3pPr algn="ctr">
              <a:defRPr sz="2025" b="0">
                <a:solidFill>
                  <a:srgbClr val="005293"/>
                </a:solidFill>
                <a:latin typeface="Arial"/>
                <a:ea typeface="Arial"/>
                <a:cs typeface="Arial"/>
              </a:defRPr>
            </a:lvl3pPr>
            <a:lvl4pPr algn="ctr">
              <a:defRPr sz="2025" b="0">
                <a:solidFill>
                  <a:srgbClr val="005293"/>
                </a:solidFill>
                <a:latin typeface="Arial"/>
                <a:ea typeface="Arial"/>
                <a:cs typeface="Arial"/>
              </a:defRPr>
            </a:lvl4pPr>
            <a:lvl5pPr algn="ctr">
              <a:defRPr sz="2025" b="0">
                <a:solidFill>
                  <a:srgbClr val="005293"/>
                </a:solidFill>
                <a:latin typeface="Arial"/>
                <a:ea typeface="Arial"/>
                <a:cs typeface="Arial"/>
              </a:defRPr>
            </a:lvl5pPr>
            <a:lvl6pPr algn="ctr">
              <a:defRPr sz="2025" b="0">
                <a:solidFill>
                  <a:srgbClr val="005293"/>
                </a:solidFill>
                <a:latin typeface="Arial"/>
                <a:ea typeface="Arial"/>
                <a:cs typeface="Arial"/>
              </a:defRPr>
            </a:lvl6pPr>
            <a:lvl7pPr algn="ctr">
              <a:defRPr sz="2025" b="0">
                <a:solidFill>
                  <a:srgbClr val="005293"/>
                </a:solidFill>
                <a:latin typeface="Arial"/>
                <a:ea typeface="Arial"/>
                <a:cs typeface="Arial"/>
              </a:defRPr>
            </a:lvl7pPr>
            <a:lvl8pPr algn="ctr">
              <a:defRPr sz="2025" b="0">
                <a:solidFill>
                  <a:srgbClr val="005293"/>
                </a:solidFill>
                <a:latin typeface="Arial"/>
                <a:ea typeface="Arial"/>
                <a:cs typeface="Arial"/>
              </a:defRPr>
            </a:lvl8pPr>
            <a:lvl9pPr algn="ctr">
              <a:defRPr sz="2025" b="0">
                <a:solidFill>
                  <a:srgbClr val="005293"/>
                </a:solidFill>
                <a:latin typeface="Arial"/>
                <a:ea typeface="Arial"/>
                <a:cs typeface="Arial"/>
              </a:defRPr>
            </a:lvl9pPr>
          </a:lstStyle>
          <a:p xmlns:a="http://schemas.openxmlformats.org/drawingml/2006/main">
            <a:pPr algn="ctr">
              <a:defRPr sz="2025" b="0">
                <a:solidFill>
                  <a:srgbClr val="005293"/>
                </a:solidFill>
                <a:latin typeface="Arial"/>
                <a:ea typeface="Arial"/>
                <a:cs typeface="Arial"/>
              </a:defRPr>
            </a:pPr>
            <a:r>
              <a:rPr sz="2025" b="0">
                <a:solidFill>
                  <a:srgbClr val="005293"/>
                </a:solidFill>
                <a:latin typeface="Arial"/>
                <a:ea typeface="Arial"/>
                <a:cs typeface="Arial"/>
              </a:rPr>
              <a:t>Name</a:t>
            </a:r>
          </a:p>
        </p:txBody>
      </p:sp>
      <p:sp>
        <p:nvSpPr>
          <p:cNvPr id="11" name="">
            <a:extLst xmlns:a="http://schemas.openxmlformats.org/drawingml/2006/main">
              <a:ext uri="{FF2B5EF4-FFF2-40B4-BE49-F238E27FC236}">
                <a16:creationId xmlns:a16="http://schemas.microsoft.com/office/drawing/2014/main" id="{401FFD2E-167E-4963-B4E1-9FE03E0664FF}"/>
              </a:ext>
            </a:extLst>
          </p:cNvPr>
          <p:cNvSpPr>
            <a:spLocks xmlns:a="http://schemas.openxmlformats.org/drawingml/2006/main" noGrp="1"/>
          </p:cNvSpPr>
          <p:nvPr/>
        </p:nvSpPr>
        <p:spPr>
          <a:xfrm xmlns:a="http://schemas.openxmlformats.org/drawingml/2006/main">
            <a:off x="7239000" y="1666875"/>
            <a:ext cx="2095500" cy="571500"/>
          </a:xfrm>
          <a:prstGeom xmlns:a="http://schemas.openxmlformats.org/drawingml/2006/main" prst="ellipse">
            <a:avLst/>
          </a:prstGeom>
          <a:solidFill xmlns:a="http://schemas.openxmlformats.org/drawingml/2006/main">
            <a:srgbClr val="FFFFFF"/>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u="sng">
                <a:solidFill>
                  <a:srgbClr val="005293"/>
                </a:solidFill>
                <a:latin typeface="Arial"/>
                <a:ea typeface="Arial"/>
                <a:cs typeface="Arial"/>
              </a:defRPr>
            </a:defPPr>
            <a:lvl1pPr algn="ctr">
              <a:defRPr sz="2025" b="1" u="sng">
                <a:solidFill>
                  <a:srgbClr val="005293"/>
                </a:solidFill>
                <a:latin typeface="Arial"/>
                <a:ea typeface="Arial"/>
                <a:cs typeface="Arial"/>
              </a:defRPr>
            </a:lvl1pPr>
            <a:lvl2pPr algn="ctr">
              <a:defRPr sz="2025" b="1" u="sng">
                <a:solidFill>
                  <a:srgbClr val="005293"/>
                </a:solidFill>
                <a:latin typeface="Arial"/>
                <a:ea typeface="Arial"/>
                <a:cs typeface="Arial"/>
              </a:defRPr>
            </a:lvl2pPr>
            <a:lvl3pPr algn="ctr">
              <a:defRPr sz="2025" b="1" u="sng">
                <a:solidFill>
                  <a:srgbClr val="005293"/>
                </a:solidFill>
                <a:latin typeface="Arial"/>
                <a:ea typeface="Arial"/>
                <a:cs typeface="Arial"/>
              </a:defRPr>
            </a:lvl3pPr>
            <a:lvl4pPr algn="ctr">
              <a:defRPr sz="2025" b="1" u="sng">
                <a:solidFill>
                  <a:srgbClr val="005293"/>
                </a:solidFill>
                <a:latin typeface="Arial"/>
                <a:ea typeface="Arial"/>
                <a:cs typeface="Arial"/>
              </a:defRPr>
            </a:lvl4pPr>
            <a:lvl5pPr algn="ctr">
              <a:defRPr sz="2025" b="1" u="sng">
                <a:solidFill>
                  <a:srgbClr val="005293"/>
                </a:solidFill>
                <a:latin typeface="Arial"/>
                <a:ea typeface="Arial"/>
                <a:cs typeface="Arial"/>
              </a:defRPr>
            </a:lvl5pPr>
            <a:lvl6pPr algn="ctr">
              <a:defRPr sz="2025" b="1" u="sng">
                <a:solidFill>
                  <a:srgbClr val="005293"/>
                </a:solidFill>
                <a:latin typeface="Arial"/>
                <a:ea typeface="Arial"/>
                <a:cs typeface="Arial"/>
              </a:defRPr>
            </a:lvl6pPr>
            <a:lvl7pPr algn="ctr">
              <a:defRPr sz="2025" b="1" u="sng">
                <a:solidFill>
                  <a:srgbClr val="005293"/>
                </a:solidFill>
                <a:latin typeface="Arial"/>
                <a:ea typeface="Arial"/>
                <a:cs typeface="Arial"/>
              </a:defRPr>
            </a:lvl7pPr>
            <a:lvl8pPr algn="ctr">
              <a:defRPr sz="2025" b="1" u="sng">
                <a:solidFill>
                  <a:srgbClr val="005293"/>
                </a:solidFill>
                <a:latin typeface="Arial"/>
                <a:ea typeface="Arial"/>
                <a:cs typeface="Arial"/>
              </a:defRPr>
            </a:lvl8pPr>
            <a:lvl9pPr algn="ctr">
              <a:defRPr sz="2025" b="1" u="sng">
                <a:solidFill>
                  <a:srgbClr val="005293"/>
                </a:solidFill>
                <a:latin typeface="Arial"/>
                <a:ea typeface="Arial"/>
                <a:cs typeface="Arial"/>
              </a:defRPr>
            </a:lvl9pPr>
          </a:lstStyle>
          <a:p xmlns:a="http://schemas.openxmlformats.org/drawingml/2006/main">
            <a:pPr algn="ctr">
              <a:defRPr sz="2025" b="1" u="sng">
                <a:solidFill>
                  <a:srgbClr val="005293"/>
                </a:solidFill>
                <a:latin typeface="Arial"/>
                <a:ea typeface="Arial"/>
                <a:cs typeface="Arial"/>
              </a:defRPr>
            </a:pPr>
            <a:r>
              <a:rPr sz="2025" b="1" u="sng">
                <a:solidFill>
                  <a:srgbClr val="005293"/>
                </a:solidFill>
                <a:latin typeface="Arial"/>
                <a:ea typeface="Arial"/>
                <a:cs typeface="Arial"/>
              </a:rPr>
              <a:t>VorlNr</a:t>
            </a:r>
          </a:p>
        </p:txBody>
      </p:sp>
      <p:sp>
        <p:nvSpPr>
          <p:cNvPr id="12" name="">
            <a:extLst xmlns:a="http://schemas.openxmlformats.org/drawingml/2006/main">
              <a:ext uri="{FF2B5EF4-FFF2-40B4-BE49-F238E27FC236}">
                <a16:creationId xmlns:a16="http://schemas.microsoft.com/office/drawing/2014/main" id="{15AFA339-DD67-4636-B43E-13FF9E37E9A9}"/>
              </a:ext>
            </a:extLst>
          </p:cNvPr>
          <p:cNvSpPr>
            <a:spLocks xmlns:a="http://schemas.openxmlformats.org/drawingml/2006/main" noGrp="1"/>
          </p:cNvSpPr>
          <p:nvPr/>
        </p:nvSpPr>
        <p:spPr>
          <a:xfrm xmlns:a="http://schemas.openxmlformats.org/drawingml/2006/main">
            <a:off x="9429750" y="1666875"/>
            <a:ext cx="2095500" cy="571500"/>
          </a:xfrm>
          <a:prstGeom xmlns:a="http://schemas.openxmlformats.org/drawingml/2006/main" prst="ellipse">
            <a:avLst/>
          </a:prstGeom>
          <a:solidFill xmlns:a="http://schemas.openxmlformats.org/drawingml/2006/main">
            <a:srgbClr val="FFFFFF"/>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0">
                <a:solidFill>
                  <a:srgbClr val="005293"/>
                </a:solidFill>
                <a:latin typeface="Arial"/>
                <a:ea typeface="Arial"/>
                <a:cs typeface="Arial"/>
              </a:defRPr>
            </a:defPPr>
            <a:lvl1pPr algn="ctr">
              <a:defRPr sz="2025" b="0">
                <a:solidFill>
                  <a:srgbClr val="005293"/>
                </a:solidFill>
                <a:latin typeface="Arial"/>
                <a:ea typeface="Arial"/>
                <a:cs typeface="Arial"/>
              </a:defRPr>
            </a:lvl1pPr>
            <a:lvl2pPr algn="ctr">
              <a:defRPr sz="2025" b="0">
                <a:solidFill>
                  <a:srgbClr val="005293"/>
                </a:solidFill>
                <a:latin typeface="Arial"/>
                <a:ea typeface="Arial"/>
                <a:cs typeface="Arial"/>
              </a:defRPr>
            </a:lvl2pPr>
            <a:lvl3pPr algn="ctr">
              <a:defRPr sz="2025" b="0">
                <a:solidFill>
                  <a:srgbClr val="005293"/>
                </a:solidFill>
                <a:latin typeface="Arial"/>
                <a:ea typeface="Arial"/>
                <a:cs typeface="Arial"/>
              </a:defRPr>
            </a:lvl3pPr>
            <a:lvl4pPr algn="ctr">
              <a:defRPr sz="2025" b="0">
                <a:solidFill>
                  <a:srgbClr val="005293"/>
                </a:solidFill>
                <a:latin typeface="Arial"/>
                <a:ea typeface="Arial"/>
                <a:cs typeface="Arial"/>
              </a:defRPr>
            </a:lvl4pPr>
            <a:lvl5pPr algn="ctr">
              <a:defRPr sz="2025" b="0">
                <a:solidFill>
                  <a:srgbClr val="005293"/>
                </a:solidFill>
                <a:latin typeface="Arial"/>
                <a:ea typeface="Arial"/>
                <a:cs typeface="Arial"/>
              </a:defRPr>
            </a:lvl5pPr>
            <a:lvl6pPr algn="ctr">
              <a:defRPr sz="2025" b="0">
                <a:solidFill>
                  <a:srgbClr val="005293"/>
                </a:solidFill>
                <a:latin typeface="Arial"/>
                <a:ea typeface="Arial"/>
                <a:cs typeface="Arial"/>
              </a:defRPr>
            </a:lvl6pPr>
            <a:lvl7pPr algn="ctr">
              <a:defRPr sz="2025" b="0">
                <a:solidFill>
                  <a:srgbClr val="005293"/>
                </a:solidFill>
                <a:latin typeface="Arial"/>
                <a:ea typeface="Arial"/>
                <a:cs typeface="Arial"/>
              </a:defRPr>
            </a:lvl7pPr>
            <a:lvl8pPr algn="ctr">
              <a:defRPr sz="2025" b="0">
                <a:solidFill>
                  <a:srgbClr val="005293"/>
                </a:solidFill>
                <a:latin typeface="Arial"/>
                <a:ea typeface="Arial"/>
                <a:cs typeface="Arial"/>
              </a:defRPr>
            </a:lvl8pPr>
            <a:lvl9pPr algn="ctr">
              <a:defRPr sz="2025" b="0">
                <a:solidFill>
                  <a:srgbClr val="005293"/>
                </a:solidFill>
                <a:latin typeface="Arial"/>
                <a:ea typeface="Arial"/>
                <a:cs typeface="Arial"/>
              </a:defRPr>
            </a:lvl9pPr>
          </a:lstStyle>
          <a:p xmlns:a="http://schemas.openxmlformats.org/drawingml/2006/main">
            <a:pPr algn="ctr">
              <a:defRPr sz="2025" b="0">
                <a:solidFill>
                  <a:srgbClr val="005293"/>
                </a:solidFill>
                <a:latin typeface="Arial"/>
                <a:ea typeface="Arial"/>
                <a:cs typeface="Arial"/>
              </a:defRPr>
            </a:pPr>
            <a:r>
              <a:rPr sz="2025" b="0">
                <a:solidFill>
                  <a:srgbClr val="005293"/>
                </a:solidFill>
                <a:latin typeface="Arial"/>
                <a:ea typeface="Arial"/>
                <a:cs typeface="Arial"/>
              </a:rPr>
              <a:t>Titel</a:t>
            </a:r>
          </a:p>
        </p:txBody>
      </p:sp>
      <p:sp>
        <p:nvSpPr>
          <p:cNvPr id="13" name="">
            <a:extLst xmlns:a="http://schemas.openxmlformats.org/drawingml/2006/main">
              <a:ext uri="{FF2B5EF4-FFF2-40B4-BE49-F238E27FC236}">
                <a16:creationId xmlns:a16="http://schemas.microsoft.com/office/drawing/2014/main" id="{BB824774-9F93-42D3-AA1E-99BF898C0583}"/>
              </a:ext>
            </a:extLst>
          </p:cNvPr>
          <p:cNvSpPr>
            <a:spLocks xmlns:a="http://schemas.openxmlformats.org/drawingml/2006/main" noGrp="1"/>
          </p:cNvSpPr>
          <p:nvPr/>
        </p:nvSpPr>
        <p:spPr>
          <a:xfrm xmlns:a="http://schemas.openxmlformats.org/drawingml/2006/main">
            <a:off x="1809750" y="3048000"/>
            <a:ext cx="2190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pPr algn="ctr">
              <a:defRPr sz="2025" b="1">
                <a:solidFill>
                  <a:srgbClr val="005293"/>
                </a:solidFill>
                <a:latin typeface="Arial"/>
                <a:ea typeface="Arial"/>
                <a:cs typeface="Arial"/>
              </a:defRPr>
            </a:pPr>
            <a:r>
              <a:rPr sz="2025" b="1">
                <a:solidFill>
                  <a:srgbClr val="005293"/>
                </a:solidFill>
                <a:latin typeface="Arial"/>
                <a:ea typeface="Arial"/>
                <a:cs typeface="Arial"/>
              </a:rPr>
              <a:t>Studenten</a:t>
            </a:r>
          </a:p>
        </p:txBody>
      </p:sp>
      <p:sp>
        <p:nvSpPr>
          <p:cNvPr id="14" name="">
            <a:extLst xmlns:a="http://schemas.openxmlformats.org/drawingml/2006/main">
              <a:ext uri="{FF2B5EF4-FFF2-40B4-BE49-F238E27FC236}">
                <a16:creationId xmlns:a16="http://schemas.microsoft.com/office/drawing/2014/main" id="{7C107BC7-044F-4B3E-A55A-19CBF3637770}"/>
              </a:ext>
            </a:extLst>
          </p:cNvPr>
          <p:cNvSpPr>
            <a:spLocks xmlns:a="http://schemas.openxmlformats.org/drawingml/2006/main" noGrp="1"/>
          </p:cNvSpPr>
          <p:nvPr/>
        </p:nvSpPr>
        <p:spPr>
          <a:xfrm xmlns:a="http://schemas.openxmlformats.org/drawingml/2006/main">
            <a:off x="5048250" y="2886075"/>
            <a:ext cx="1905000" cy="952500"/>
          </a:xfrm>
          <a:prstGeom xmlns:a="http://schemas.openxmlformats.org/drawingml/2006/main" prst="diamond">
            <a:avLst/>
          </a:prstGeom>
          <a:solidFill xmlns:a="http://schemas.openxmlformats.org/drawingml/2006/main">
            <a:srgbClr val="ECF3F8"/>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r>
              <a:t/>
            </a:r>
          </a:p>
        </p:txBody>
      </p:sp>
      <p:sp>
        <p:nvSpPr>
          <p:cNvPr id="15" name="">
            <a:extLst xmlns:a="http://schemas.openxmlformats.org/drawingml/2006/main">
              <a:ext uri="{FF2B5EF4-FFF2-40B4-BE49-F238E27FC236}">
                <a16:creationId xmlns:a16="http://schemas.microsoft.com/office/drawing/2014/main" id="{8E3560F3-E37A-4967-9B85-D3D5DD90FCE4}"/>
              </a:ext>
            </a:extLst>
          </p:cNvPr>
          <p:cNvSpPr>
            <a:spLocks xmlns:a="http://schemas.openxmlformats.org/drawingml/2006/main" noGrp="1"/>
          </p:cNvSpPr>
          <p:nvPr/>
        </p:nvSpPr>
        <p:spPr>
          <a:xfrm xmlns:a="http://schemas.openxmlformats.org/drawingml/2006/main">
            <a:off x="5143500" y="3152775"/>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pPr algn="ctr">
              <a:defRPr sz="2025" b="1">
                <a:solidFill>
                  <a:srgbClr val="005293"/>
                </a:solidFill>
                <a:latin typeface="Arial"/>
                <a:ea typeface="Arial"/>
                <a:cs typeface="Arial"/>
              </a:defRPr>
            </a:pPr>
            <a:r>
              <a:rPr sz="2025" b="1">
                <a:solidFill>
                  <a:srgbClr val="005293"/>
                </a:solidFill>
                <a:latin typeface="Arial"/>
                <a:ea typeface="Arial"/>
                <a:cs typeface="Arial"/>
              </a:rPr>
              <a:t>hören</a:t>
            </a:r>
          </a:p>
        </p:txBody>
      </p:sp>
      <p:sp>
        <p:nvSpPr>
          <p:cNvPr id="16" name="">
            <a:extLst xmlns:a="http://schemas.openxmlformats.org/drawingml/2006/main">
              <a:ext uri="{FF2B5EF4-FFF2-40B4-BE49-F238E27FC236}">
                <a16:creationId xmlns:a16="http://schemas.microsoft.com/office/drawing/2014/main" id="{3CEDDBF5-1640-4ADD-B073-EF19ADA4015E}"/>
              </a:ext>
            </a:extLst>
          </p:cNvPr>
          <p:cNvSpPr>
            <a:spLocks xmlns:a="http://schemas.openxmlformats.org/drawingml/2006/main" noGrp="1"/>
          </p:cNvSpPr>
          <p:nvPr/>
        </p:nvSpPr>
        <p:spPr>
          <a:xfrm xmlns:a="http://schemas.openxmlformats.org/drawingml/2006/main">
            <a:off x="8001000" y="3048000"/>
            <a:ext cx="2190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pPr algn="ctr">
              <a:defRPr sz="2025" b="1">
                <a:solidFill>
                  <a:srgbClr val="005293"/>
                </a:solidFill>
                <a:latin typeface="Arial"/>
                <a:ea typeface="Arial"/>
                <a:cs typeface="Arial"/>
              </a:defRPr>
            </a:pPr>
            <a:r>
              <a:rPr sz="2025" b="1">
                <a:solidFill>
                  <a:srgbClr val="005293"/>
                </a:solidFill>
                <a:latin typeface="Arial"/>
                <a:ea typeface="Arial"/>
                <a:cs typeface="Arial"/>
              </a:rPr>
              <a:t>Vorlesungen</a:t>
            </a:r>
          </a:p>
        </p:txBody>
      </p:sp>
      <p:sp>
        <p:nvSpPr>
          <p:cNvPr id="17" name="">
            <a:extLst xmlns:a="http://schemas.openxmlformats.org/drawingml/2006/main">
              <a:ext uri="{FF2B5EF4-FFF2-40B4-BE49-F238E27FC236}">
                <a16:creationId xmlns:a16="http://schemas.microsoft.com/office/drawing/2014/main" id="{5024B22E-6647-4A3A-83E6-01FF69582FD5}"/>
              </a:ext>
            </a:extLst>
          </p:cNvPr>
          <p:cNvSpPr>
            <a:spLocks xmlns:a="http://schemas.openxmlformats.org/drawingml/2006/main" noGrp="1"/>
          </p:cNvSpPr>
          <p:nvPr/>
        </p:nvSpPr>
        <p:spPr>
          <a:xfrm xmlns:a="http://schemas.openxmlformats.org/drawingml/2006/main">
            <a:off x="609600" y="4191000"/>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26313B"/>
                </a:solidFill>
                <a:latin typeface="Arial"/>
                <a:ea typeface="Arial"/>
                <a:cs typeface="Arial"/>
              </a:defRPr>
            </a:defPPr>
            <a:lvl1pPr>
              <a:defRPr sz="2175" b="0">
                <a:solidFill>
                  <a:srgbClr val="26313B"/>
                </a:solidFill>
                <a:latin typeface="Arial"/>
                <a:ea typeface="Arial"/>
                <a:cs typeface="Arial"/>
              </a:defRPr>
            </a:lvl1pPr>
            <a:lvl2pPr>
              <a:defRPr sz="2175" b="0">
                <a:solidFill>
                  <a:srgbClr val="26313B"/>
                </a:solidFill>
                <a:latin typeface="Arial"/>
                <a:ea typeface="Arial"/>
                <a:cs typeface="Arial"/>
              </a:defRPr>
            </a:lvl2pPr>
            <a:lvl3pPr>
              <a:defRPr sz="2175" b="0">
                <a:solidFill>
                  <a:srgbClr val="26313B"/>
                </a:solidFill>
                <a:latin typeface="Arial"/>
                <a:ea typeface="Arial"/>
                <a:cs typeface="Arial"/>
              </a:defRPr>
            </a:lvl3pPr>
            <a:lvl4pPr>
              <a:defRPr sz="2175" b="0">
                <a:solidFill>
                  <a:srgbClr val="26313B"/>
                </a:solidFill>
                <a:latin typeface="Arial"/>
                <a:ea typeface="Arial"/>
                <a:cs typeface="Arial"/>
              </a:defRPr>
            </a:lvl4pPr>
            <a:lvl5pPr>
              <a:defRPr sz="2175" b="0">
                <a:solidFill>
                  <a:srgbClr val="26313B"/>
                </a:solidFill>
                <a:latin typeface="Arial"/>
                <a:ea typeface="Arial"/>
                <a:cs typeface="Arial"/>
              </a:defRPr>
            </a:lvl5pPr>
            <a:lvl6pPr>
              <a:defRPr sz="2175" b="0">
                <a:solidFill>
                  <a:srgbClr val="26313B"/>
                </a:solidFill>
                <a:latin typeface="Arial"/>
                <a:ea typeface="Arial"/>
                <a:cs typeface="Arial"/>
              </a:defRPr>
            </a:lvl6pPr>
            <a:lvl7pPr>
              <a:defRPr sz="2175" b="0">
                <a:solidFill>
                  <a:srgbClr val="26313B"/>
                </a:solidFill>
                <a:latin typeface="Arial"/>
                <a:ea typeface="Arial"/>
                <a:cs typeface="Arial"/>
              </a:defRPr>
            </a:lvl7pPr>
            <a:lvl8pPr>
              <a:defRPr sz="2175" b="0">
                <a:solidFill>
                  <a:srgbClr val="26313B"/>
                </a:solidFill>
                <a:latin typeface="Arial"/>
                <a:ea typeface="Arial"/>
                <a:cs typeface="Arial"/>
              </a:defRPr>
            </a:lvl8pPr>
            <a:lvl9pPr>
              <a:defRPr sz="2175" b="0">
                <a:solidFill>
                  <a:srgbClr val="26313B"/>
                </a:solidFill>
                <a:latin typeface="Arial"/>
                <a:ea typeface="Arial"/>
                <a:cs typeface="Arial"/>
              </a:defRPr>
            </a:lvl9pPr>
          </a:lstStyle>
          <a:p xmlns:a="http://schemas.openxmlformats.org/drawingml/2006/main">
            <a:pPr>
              <a:defRPr sz="2175" b="0">
                <a:solidFill>
                  <a:srgbClr val="26313B"/>
                </a:solidFill>
                <a:latin typeface="Arial"/>
                <a:ea typeface="Arial"/>
                <a:cs typeface="Arial"/>
              </a:defRPr>
            </a:pPr>
            <a:r>
              <a:rPr sz="2175" b="0">
                <a:solidFill>
                  <a:srgbClr val="26313B"/>
                </a:solidFill>
                <a:latin typeface="Arial"/>
                <a:ea typeface="Arial"/>
                <a:cs typeface="Arial"/>
              </a:rPr>
              <a:t>1. Entitytypen als Rechtecke zeichnen.</a:t>
            </a:r>
          </a:p>
        </p:txBody>
      </p:sp>
      <p:sp>
        <p:nvSpPr>
          <p:cNvPr id="18" name="">
            <a:extLst xmlns:a="http://schemas.openxmlformats.org/drawingml/2006/main">
              <a:ext uri="{FF2B5EF4-FFF2-40B4-BE49-F238E27FC236}">
                <a16:creationId xmlns:a16="http://schemas.microsoft.com/office/drawing/2014/main" id="{99856204-14D1-4728-B170-B79338E6F488}"/>
              </a:ext>
            </a:extLst>
          </p:cNvPr>
          <p:cNvSpPr>
            <a:spLocks xmlns:a="http://schemas.openxmlformats.org/drawingml/2006/main" noGrp="1"/>
          </p:cNvSpPr>
          <p:nvPr/>
        </p:nvSpPr>
        <p:spPr>
          <a:xfrm xmlns:a="http://schemas.openxmlformats.org/drawingml/2006/main">
            <a:off x="609600" y="4810125"/>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26313B"/>
                </a:solidFill>
                <a:latin typeface="Arial"/>
                <a:ea typeface="Arial"/>
                <a:cs typeface="Arial"/>
              </a:defRPr>
            </a:defPPr>
            <a:lvl1pPr>
              <a:defRPr sz="2175" b="0">
                <a:solidFill>
                  <a:srgbClr val="26313B"/>
                </a:solidFill>
                <a:latin typeface="Arial"/>
                <a:ea typeface="Arial"/>
                <a:cs typeface="Arial"/>
              </a:defRPr>
            </a:lvl1pPr>
            <a:lvl2pPr>
              <a:defRPr sz="2175" b="0">
                <a:solidFill>
                  <a:srgbClr val="26313B"/>
                </a:solidFill>
                <a:latin typeface="Arial"/>
                <a:ea typeface="Arial"/>
                <a:cs typeface="Arial"/>
              </a:defRPr>
            </a:lvl2pPr>
            <a:lvl3pPr>
              <a:defRPr sz="2175" b="0">
                <a:solidFill>
                  <a:srgbClr val="26313B"/>
                </a:solidFill>
                <a:latin typeface="Arial"/>
                <a:ea typeface="Arial"/>
                <a:cs typeface="Arial"/>
              </a:defRPr>
            </a:lvl3pPr>
            <a:lvl4pPr>
              <a:defRPr sz="2175" b="0">
                <a:solidFill>
                  <a:srgbClr val="26313B"/>
                </a:solidFill>
                <a:latin typeface="Arial"/>
                <a:ea typeface="Arial"/>
                <a:cs typeface="Arial"/>
              </a:defRPr>
            </a:lvl4pPr>
            <a:lvl5pPr>
              <a:defRPr sz="2175" b="0">
                <a:solidFill>
                  <a:srgbClr val="26313B"/>
                </a:solidFill>
                <a:latin typeface="Arial"/>
                <a:ea typeface="Arial"/>
                <a:cs typeface="Arial"/>
              </a:defRPr>
            </a:lvl5pPr>
            <a:lvl6pPr>
              <a:defRPr sz="2175" b="0">
                <a:solidFill>
                  <a:srgbClr val="26313B"/>
                </a:solidFill>
                <a:latin typeface="Arial"/>
                <a:ea typeface="Arial"/>
                <a:cs typeface="Arial"/>
              </a:defRPr>
            </a:lvl6pPr>
            <a:lvl7pPr>
              <a:defRPr sz="2175" b="0">
                <a:solidFill>
                  <a:srgbClr val="26313B"/>
                </a:solidFill>
                <a:latin typeface="Arial"/>
                <a:ea typeface="Arial"/>
                <a:cs typeface="Arial"/>
              </a:defRPr>
            </a:lvl7pPr>
            <a:lvl8pPr>
              <a:defRPr sz="2175" b="0">
                <a:solidFill>
                  <a:srgbClr val="26313B"/>
                </a:solidFill>
                <a:latin typeface="Arial"/>
                <a:ea typeface="Arial"/>
                <a:cs typeface="Arial"/>
              </a:defRPr>
            </a:lvl8pPr>
            <a:lvl9pPr>
              <a:defRPr sz="2175" b="0">
                <a:solidFill>
                  <a:srgbClr val="26313B"/>
                </a:solidFill>
                <a:latin typeface="Arial"/>
                <a:ea typeface="Arial"/>
                <a:cs typeface="Arial"/>
              </a:defRPr>
            </a:lvl9pPr>
          </a:lstStyle>
          <a:p xmlns:a="http://schemas.openxmlformats.org/drawingml/2006/main">
            <a:pPr>
              <a:defRPr sz="2175" b="0">
                <a:solidFill>
                  <a:srgbClr val="26313B"/>
                </a:solidFill>
                <a:latin typeface="Arial"/>
                <a:ea typeface="Arial"/>
                <a:cs typeface="Arial"/>
              </a:defRPr>
            </a:pPr>
            <a:r>
              <a:rPr sz="2175" b="0">
                <a:solidFill>
                  <a:srgbClr val="26313B"/>
                </a:solidFill>
                <a:latin typeface="Arial"/>
                <a:ea typeface="Arial"/>
                <a:cs typeface="Arial"/>
              </a:rPr>
              <a:t>2. Attribute mit ihrem Entitytyp verbinden; Schlüssel unterstreichen.</a:t>
            </a:r>
          </a:p>
        </p:txBody>
      </p:sp>
      <p:sp>
        <p:nvSpPr>
          <p:cNvPr id="19" name="">
            <a:extLst xmlns:a="http://schemas.openxmlformats.org/drawingml/2006/main">
              <a:ext uri="{FF2B5EF4-FFF2-40B4-BE49-F238E27FC236}">
                <a16:creationId xmlns:a16="http://schemas.microsoft.com/office/drawing/2014/main" id="{3F62FEF7-B194-4C0E-A55C-7F010AC36E55}"/>
              </a:ext>
            </a:extLst>
          </p:cNvPr>
          <p:cNvSpPr>
            <a:spLocks xmlns:a="http://schemas.openxmlformats.org/drawingml/2006/main" noGrp="1"/>
          </p:cNvSpPr>
          <p:nvPr/>
        </p:nvSpPr>
        <p:spPr>
          <a:xfrm xmlns:a="http://schemas.openxmlformats.org/drawingml/2006/main">
            <a:off x="609600" y="5429250"/>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26313B"/>
                </a:solidFill>
                <a:latin typeface="Arial"/>
                <a:ea typeface="Arial"/>
                <a:cs typeface="Arial"/>
              </a:defRPr>
            </a:defPPr>
            <a:lvl1pPr>
              <a:defRPr sz="2175" b="0">
                <a:solidFill>
                  <a:srgbClr val="26313B"/>
                </a:solidFill>
                <a:latin typeface="Arial"/>
                <a:ea typeface="Arial"/>
                <a:cs typeface="Arial"/>
              </a:defRPr>
            </a:lvl1pPr>
            <a:lvl2pPr>
              <a:defRPr sz="2175" b="0">
                <a:solidFill>
                  <a:srgbClr val="26313B"/>
                </a:solidFill>
                <a:latin typeface="Arial"/>
                <a:ea typeface="Arial"/>
                <a:cs typeface="Arial"/>
              </a:defRPr>
            </a:lvl2pPr>
            <a:lvl3pPr>
              <a:defRPr sz="2175" b="0">
                <a:solidFill>
                  <a:srgbClr val="26313B"/>
                </a:solidFill>
                <a:latin typeface="Arial"/>
                <a:ea typeface="Arial"/>
                <a:cs typeface="Arial"/>
              </a:defRPr>
            </a:lvl3pPr>
            <a:lvl4pPr>
              <a:defRPr sz="2175" b="0">
                <a:solidFill>
                  <a:srgbClr val="26313B"/>
                </a:solidFill>
                <a:latin typeface="Arial"/>
                <a:ea typeface="Arial"/>
                <a:cs typeface="Arial"/>
              </a:defRPr>
            </a:lvl4pPr>
            <a:lvl5pPr>
              <a:defRPr sz="2175" b="0">
                <a:solidFill>
                  <a:srgbClr val="26313B"/>
                </a:solidFill>
                <a:latin typeface="Arial"/>
                <a:ea typeface="Arial"/>
                <a:cs typeface="Arial"/>
              </a:defRPr>
            </a:lvl5pPr>
            <a:lvl6pPr>
              <a:defRPr sz="2175" b="0">
                <a:solidFill>
                  <a:srgbClr val="26313B"/>
                </a:solidFill>
                <a:latin typeface="Arial"/>
                <a:ea typeface="Arial"/>
                <a:cs typeface="Arial"/>
              </a:defRPr>
            </a:lvl6pPr>
            <a:lvl7pPr>
              <a:defRPr sz="2175" b="0">
                <a:solidFill>
                  <a:srgbClr val="26313B"/>
                </a:solidFill>
                <a:latin typeface="Arial"/>
                <a:ea typeface="Arial"/>
                <a:cs typeface="Arial"/>
              </a:defRPr>
            </a:lvl7pPr>
            <a:lvl8pPr>
              <a:defRPr sz="2175" b="0">
                <a:solidFill>
                  <a:srgbClr val="26313B"/>
                </a:solidFill>
                <a:latin typeface="Arial"/>
                <a:ea typeface="Arial"/>
                <a:cs typeface="Arial"/>
              </a:defRPr>
            </a:lvl8pPr>
            <a:lvl9pPr>
              <a:defRPr sz="2175" b="0">
                <a:solidFill>
                  <a:srgbClr val="26313B"/>
                </a:solidFill>
                <a:latin typeface="Arial"/>
                <a:ea typeface="Arial"/>
                <a:cs typeface="Arial"/>
              </a:defRPr>
            </a:lvl9pPr>
          </a:lstStyle>
          <a:p xmlns:a="http://schemas.openxmlformats.org/drawingml/2006/main">
            <a:pPr>
              <a:defRPr sz="2175" b="0">
                <a:solidFill>
                  <a:srgbClr val="26313B"/>
                </a:solidFill>
                <a:latin typeface="Arial"/>
                <a:ea typeface="Arial"/>
                <a:cs typeface="Arial"/>
              </a:defRPr>
            </a:pPr>
            <a:r>
              <a:rPr sz="2175" b="0">
                <a:solidFill>
                  <a:srgbClr val="26313B"/>
                </a:solidFill>
                <a:latin typeface="Arial"/>
                <a:ea typeface="Arial"/>
                <a:cs typeface="Arial"/>
              </a:rPr>
              <a:t>3. Die Raute mit allen beteiligten Entitytypen verbinden.</a:t>
            </a:r>
          </a:p>
        </p:txBody>
      </p:sp>
      <p:sp>
        <p:nvSpPr>
          <p:cNvPr id="20" name="">
            <a:extLst xmlns:a="http://schemas.openxmlformats.org/drawingml/2006/main">
              <a:ext uri="{FF2B5EF4-FFF2-40B4-BE49-F238E27FC236}">
                <a16:creationId xmlns:a16="http://schemas.microsoft.com/office/drawing/2014/main" id="{E155CF9D-0F31-4775-867B-4CCA666AD240}"/>
              </a:ext>
            </a:extLst>
          </p:cNvPr>
          <p:cNvSpPr>
            <a:spLocks xmlns:a="http://schemas.openxmlformats.org/drawingml/2006/main" noGrp="1"/>
          </p:cNvSpPr>
          <p:nvPr/>
        </p:nvSpPr>
        <p:spPr>
          <a:xfrm xmlns:a="http://schemas.openxmlformats.org/drawingml/2006/main">
            <a:off x="11144250" y="644842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3</a:t>
            </a:r>
          </a:p>
        </p:txBody>
      </p:sp>
    </p:spTree>
    <p:extLst>
      <p:ext uri="{BB962C8B-B14F-4D97-AF65-F5344CB8AC3E}">
        <p14:creationId xmlns:p14="http://schemas.microsoft.com/office/powerpoint/2010/main" val="110422089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4D042B5-F3E6-479C-983F-A4277D3C104B}"/>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Beziehungsattribute und mehrere Rollen</a:t>
            </a:r>
          </a:p>
        </p:txBody>
      </p:sp>
      <p:sp>
        <p:nvSpPr>
          <p:cNvPr id="2" name="">
            <a:extLst xmlns:a="http://schemas.openxmlformats.org/drawingml/2006/main">
              <a:ext uri="{FF2B5EF4-FFF2-40B4-BE49-F238E27FC236}">
                <a16:creationId xmlns:a16="http://schemas.microsoft.com/office/drawing/2014/main" id="{73E9784C-28D9-4389-A288-ADC703C6F256}"/>
              </a:ext>
            </a:extLst>
          </p:cNvPr>
          <p:cNvSpPr>
            <a:spLocks xmlns:a="http://schemas.openxmlformats.org/drawingml/2006/main" noGrp="1"/>
          </p:cNvSpPr>
          <p:nvPr/>
        </p:nvSpPr>
        <p:spPr>
          <a:xfrm xmlns:a="http://schemas.openxmlformats.org/drawingml/2006/main">
            <a:off x="609600" y="64484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475FDE49-2AE5-4A29-9DBD-9250B660F62D}"/>
              </a:ext>
            </a:extLst>
          </p:cNvPr>
          <p:cNvSpPr>
            <a:spLocks xmlns:a="http://schemas.openxmlformats.org/drawingml/2006/main" noGrp="1"/>
          </p:cNvSpPr>
          <p:nvPr/>
        </p:nvSpPr>
        <p:spPr>
          <a:xfrm xmlns:a="http://schemas.openxmlformats.org/drawingml/2006/main" rot="1135479">
            <a:off x="3857625" y="2619375"/>
            <a:ext cx="1762125"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4" name="">
            <a:extLst xmlns:a="http://schemas.openxmlformats.org/drawingml/2006/main">
              <a:ext uri="{FF2B5EF4-FFF2-40B4-BE49-F238E27FC236}">
                <a16:creationId xmlns:a16="http://schemas.microsoft.com/office/drawing/2014/main" id="{8CC5A1C8-FFD8-4C3E-BE5D-F08C02711B2E}"/>
              </a:ext>
            </a:extLst>
          </p:cNvPr>
          <p:cNvSpPr>
            <a:spLocks xmlns:a="http://schemas.openxmlformats.org/drawingml/2006/main" noGrp="1"/>
          </p:cNvSpPr>
          <p:nvPr/>
        </p:nvSpPr>
        <p:spPr>
          <a:xfrm xmlns:a="http://schemas.openxmlformats.org/drawingml/2006/main" rot="9693903">
            <a:off x="6478254" y="2619375"/>
            <a:ext cx="1807242"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5" name="">
            <a:extLst xmlns:a="http://schemas.openxmlformats.org/drawingml/2006/main">
              <a:ext uri="{FF2B5EF4-FFF2-40B4-BE49-F238E27FC236}">
                <a16:creationId xmlns:a16="http://schemas.microsoft.com/office/drawing/2014/main" id="{E4D8083B-AFC3-4835-8786-61C249099C3B}"/>
              </a:ext>
            </a:extLst>
          </p:cNvPr>
          <p:cNvSpPr>
            <a:spLocks xmlns:a="http://schemas.openxmlformats.org/drawingml/2006/main" noGrp="1"/>
          </p:cNvSpPr>
          <p:nvPr/>
        </p:nvSpPr>
        <p:spPr>
          <a:xfrm xmlns:a="http://schemas.openxmlformats.org/drawingml/2006/main" rot="5400000">
            <a:off x="5715000" y="3952875"/>
            <a:ext cx="666750"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6" name="">
            <a:extLst xmlns:a="http://schemas.openxmlformats.org/drawingml/2006/main">
              <a:ext uri="{FF2B5EF4-FFF2-40B4-BE49-F238E27FC236}">
                <a16:creationId xmlns:a16="http://schemas.microsoft.com/office/drawing/2014/main" id="{6F7F2786-397A-4395-B91D-428EC3728C0C}"/>
              </a:ext>
            </a:extLst>
          </p:cNvPr>
          <p:cNvSpPr>
            <a:spLocks xmlns:a="http://schemas.openxmlformats.org/drawingml/2006/main" noGrp="1"/>
          </p:cNvSpPr>
          <p:nvPr/>
        </p:nvSpPr>
        <p:spPr>
          <a:xfrm xmlns:a="http://schemas.openxmlformats.org/drawingml/2006/main" rot="-1546160">
            <a:off x="3638491" y="3476625"/>
            <a:ext cx="1533643"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7" name="">
            <a:extLst xmlns:a="http://schemas.openxmlformats.org/drawingml/2006/main">
              <a:ext uri="{FF2B5EF4-FFF2-40B4-BE49-F238E27FC236}">
                <a16:creationId xmlns:a16="http://schemas.microsoft.com/office/drawing/2014/main" id="{29B0150B-83B6-499A-8353-0EBAC1557B50}"/>
              </a:ext>
            </a:extLst>
          </p:cNvPr>
          <p:cNvSpPr>
            <a:spLocks xmlns:a="http://schemas.openxmlformats.org/drawingml/2006/main" noGrp="1"/>
          </p:cNvSpPr>
          <p:nvPr/>
        </p:nvSpPr>
        <p:spPr>
          <a:xfrm xmlns:a="http://schemas.openxmlformats.org/drawingml/2006/main">
            <a:off x="1714500" y="1714500"/>
            <a:ext cx="2190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pPr algn="ctr">
              <a:defRPr sz="2025" b="1">
                <a:solidFill>
                  <a:srgbClr val="005293"/>
                </a:solidFill>
                <a:latin typeface="Arial"/>
                <a:ea typeface="Arial"/>
                <a:cs typeface="Arial"/>
              </a:defRPr>
            </a:pPr>
            <a:r>
              <a:rPr sz="2025" b="1">
                <a:solidFill>
                  <a:srgbClr val="005293"/>
                </a:solidFill>
                <a:latin typeface="Arial"/>
                <a:ea typeface="Arial"/>
                <a:cs typeface="Arial"/>
              </a:rPr>
              <a:t>Studenten</a:t>
            </a:r>
          </a:p>
        </p:txBody>
      </p:sp>
      <p:sp>
        <p:nvSpPr>
          <p:cNvPr id="8" name="">
            <a:extLst xmlns:a="http://schemas.openxmlformats.org/drawingml/2006/main">
              <a:ext uri="{FF2B5EF4-FFF2-40B4-BE49-F238E27FC236}">
                <a16:creationId xmlns:a16="http://schemas.microsoft.com/office/drawing/2014/main" id="{FABE772D-FAAC-46C3-B849-CC69BB64E77D}"/>
              </a:ext>
            </a:extLst>
          </p:cNvPr>
          <p:cNvSpPr>
            <a:spLocks xmlns:a="http://schemas.openxmlformats.org/drawingml/2006/main" noGrp="1"/>
          </p:cNvSpPr>
          <p:nvPr/>
        </p:nvSpPr>
        <p:spPr>
          <a:xfrm xmlns:a="http://schemas.openxmlformats.org/drawingml/2006/main">
            <a:off x="8239125" y="1714500"/>
            <a:ext cx="2190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pPr algn="ctr">
              <a:defRPr sz="2025" b="1">
                <a:solidFill>
                  <a:srgbClr val="005293"/>
                </a:solidFill>
                <a:latin typeface="Arial"/>
                <a:ea typeface="Arial"/>
                <a:cs typeface="Arial"/>
              </a:defRPr>
            </a:pPr>
            <a:r>
              <a:rPr sz="2025" b="1">
                <a:solidFill>
                  <a:srgbClr val="005293"/>
                </a:solidFill>
                <a:latin typeface="Arial"/>
                <a:ea typeface="Arial"/>
                <a:cs typeface="Arial"/>
              </a:rPr>
              <a:t>Vorlesungen</a:t>
            </a:r>
          </a:p>
        </p:txBody>
      </p:sp>
      <p:sp>
        <p:nvSpPr>
          <p:cNvPr id="9" name="">
            <a:extLst xmlns:a="http://schemas.openxmlformats.org/drawingml/2006/main">
              <a:ext uri="{FF2B5EF4-FFF2-40B4-BE49-F238E27FC236}">
                <a16:creationId xmlns:a16="http://schemas.microsoft.com/office/drawing/2014/main" id="{DA241700-9C1D-424A-9339-A71B06576A5D}"/>
              </a:ext>
            </a:extLst>
          </p:cNvPr>
          <p:cNvSpPr>
            <a:spLocks xmlns:a="http://schemas.openxmlformats.org/drawingml/2006/main" noGrp="1"/>
          </p:cNvSpPr>
          <p:nvPr/>
        </p:nvSpPr>
        <p:spPr>
          <a:xfrm xmlns:a="http://schemas.openxmlformats.org/drawingml/2006/main">
            <a:off x="4953000" y="4286250"/>
            <a:ext cx="2190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pPr algn="ctr">
              <a:defRPr sz="2025" b="1">
                <a:solidFill>
                  <a:srgbClr val="005293"/>
                </a:solidFill>
                <a:latin typeface="Arial"/>
                <a:ea typeface="Arial"/>
                <a:cs typeface="Arial"/>
              </a:defRPr>
            </a:pPr>
            <a:r>
              <a:rPr sz="2025" b="1">
                <a:solidFill>
                  <a:srgbClr val="005293"/>
                </a:solidFill>
                <a:latin typeface="Arial"/>
                <a:ea typeface="Arial"/>
                <a:cs typeface="Arial"/>
              </a:rPr>
              <a:t>Professoren</a:t>
            </a:r>
          </a:p>
        </p:txBody>
      </p:sp>
      <p:sp>
        <p:nvSpPr>
          <p:cNvPr id="10" name="">
            <a:extLst xmlns:a="http://schemas.openxmlformats.org/drawingml/2006/main">
              <a:ext uri="{FF2B5EF4-FFF2-40B4-BE49-F238E27FC236}">
                <a16:creationId xmlns:a16="http://schemas.microsoft.com/office/drawing/2014/main" id="{8CC5F771-6004-4C6A-BF2E-499D72DF3E30}"/>
              </a:ext>
            </a:extLst>
          </p:cNvPr>
          <p:cNvSpPr>
            <a:spLocks xmlns:a="http://schemas.openxmlformats.org/drawingml/2006/main" noGrp="1"/>
          </p:cNvSpPr>
          <p:nvPr/>
        </p:nvSpPr>
        <p:spPr>
          <a:xfrm xmlns:a="http://schemas.openxmlformats.org/drawingml/2006/main">
            <a:off x="5095875" y="2667000"/>
            <a:ext cx="1905000" cy="952500"/>
          </a:xfrm>
          <a:prstGeom xmlns:a="http://schemas.openxmlformats.org/drawingml/2006/main" prst="diamond">
            <a:avLst/>
          </a:prstGeom>
          <a:solidFill xmlns:a="http://schemas.openxmlformats.org/drawingml/2006/main">
            <a:srgbClr val="ECF3F8"/>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r>
              <a:t/>
            </a:r>
          </a:p>
        </p:txBody>
      </p:sp>
      <p:sp>
        <p:nvSpPr>
          <p:cNvPr id="11" name="">
            <a:extLst xmlns:a="http://schemas.openxmlformats.org/drawingml/2006/main">
              <a:ext uri="{FF2B5EF4-FFF2-40B4-BE49-F238E27FC236}">
                <a16:creationId xmlns:a16="http://schemas.microsoft.com/office/drawing/2014/main" id="{90C4675B-0D57-45A0-AC3D-0208820F2273}"/>
              </a:ext>
            </a:extLst>
          </p:cNvPr>
          <p:cNvSpPr>
            <a:spLocks xmlns:a="http://schemas.openxmlformats.org/drawingml/2006/main" noGrp="1"/>
          </p:cNvSpPr>
          <p:nvPr/>
        </p:nvSpPr>
        <p:spPr>
          <a:xfrm xmlns:a="http://schemas.openxmlformats.org/drawingml/2006/main">
            <a:off x="5191125" y="2933700"/>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pPr algn="ctr">
              <a:defRPr sz="2025" b="1">
                <a:solidFill>
                  <a:srgbClr val="005293"/>
                </a:solidFill>
                <a:latin typeface="Arial"/>
                <a:ea typeface="Arial"/>
                <a:cs typeface="Arial"/>
              </a:defRPr>
            </a:pPr>
            <a:r>
              <a:rPr sz="2025" b="1">
                <a:solidFill>
                  <a:srgbClr val="005293"/>
                </a:solidFill>
                <a:latin typeface="Arial"/>
                <a:ea typeface="Arial"/>
                <a:cs typeface="Arial"/>
              </a:rPr>
              <a:t>prüfen</a:t>
            </a:r>
          </a:p>
        </p:txBody>
      </p:sp>
      <p:sp>
        <p:nvSpPr>
          <p:cNvPr id="12" name="">
            <a:extLst xmlns:a="http://schemas.openxmlformats.org/drawingml/2006/main">
              <a:ext uri="{FF2B5EF4-FFF2-40B4-BE49-F238E27FC236}">
                <a16:creationId xmlns:a16="http://schemas.microsoft.com/office/drawing/2014/main" id="{DE34F30C-D29A-4588-8DA2-1D77BF2A5B28}"/>
              </a:ext>
            </a:extLst>
          </p:cNvPr>
          <p:cNvSpPr>
            <a:spLocks xmlns:a="http://schemas.openxmlformats.org/drawingml/2006/main" noGrp="1"/>
          </p:cNvSpPr>
          <p:nvPr/>
        </p:nvSpPr>
        <p:spPr>
          <a:xfrm xmlns:a="http://schemas.openxmlformats.org/drawingml/2006/main">
            <a:off x="1524000" y="3524250"/>
            <a:ext cx="2190750" cy="571500"/>
          </a:xfrm>
          <a:prstGeom xmlns:a="http://schemas.openxmlformats.org/drawingml/2006/main" prst="ellipse">
            <a:avLst/>
          </a:prstGeom>
          <a:solidFill xmlns:a="http://schemas.openxmlformats.org/drawingml/2006/main">
            <a:srgbClr val="FFFFFF"/>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0">
                <a:solidFill>
                  <a:srgbClr val="005293"/>
                </a:solidFill>
                <a:latin typeface="Arial"/>
                <a:ea typeface="Arial"/>
                <a:cs typeface="Arial"/>
              </a:defRPr>
            </a:defPPr>
            <a:lvl1pPr algn="ctr">
              <a:defRPr sz="2025" b="0">
                <a:solidFill>
                  <a:srgbClr val="005293"/>
                </a:solidFill>
                <a:latin typeface="Arial"/>
                <a:ea typeface="Arial"/>
                <a:cs typeface="Arial"/>
              </a:defRPr>
            </a:lvl1pPr>
            <a:lvl2pPr algn="ctr">
              <a:defRPr sz="2025" b="0">
                <a:solidFill>
                  <a:srgbClr val="005293"/>
                </a:solidFill>
                <a:latin typeface="Arial"/>
                <a:ea typeface="Arial"/>
                <a:cs typeface="Arial"/>
              </a:defRPr>
            </a:lvl2pPr>
            <a:lvl3pPr algn="ctr">
              <a:defRPr sz="2025" b="0">
                <a:solidFill>
                  <a:srgbClr val="005293"/>
                </a:solidFill>
                <a:latin typeface="Arial"/>
                <a:ea typeface="Arial"/>
                <a:cs typeface="Arial"/>
              </a:defRPr>
            </a:lvl3pPr>
            <a:lvl4pPr algn="ctr">
              <a:defRPr sz="2025" b="0">
                <a:solidFill>
                  <a:srgbClr val="005293"/>
                </a:solidFill>
                <a:latin typeface="Arial"/>
                <a:ea typeface="Arial"/>
                <a:cs typeface="Arial"/>
              </a:defRPr>
            </a:lvl4pPr>
            <a:lvl5pPr algn="ctr">
              <a:defRPr sz="2025" b="0">
                <a:solidFill>
                  <a:srgbClr val="005293"/>
                </a:solidFill>
                <a:latin typeface="Arial"/>
                <a:ea typeface="Arial"/>
                <a:cs typeface="Arial"/>
              </a:defRPr>
            </a:lvl5pPr>
            <a:lvl6pPr algn="ctr">
              <a:defRPr sz="2025" b="0">
                <a:solidFill>
                  <a:srgbClr val="005293"/>
                </a:solidFill>
                <a:latin typeface="Arial"/>
                <a:ea typeface="Arial"/>
                <a:cs typeface="Arial"/>
              </a:defRPr>
            </a:lvl6pPr>
            <a:lvl7pPr algn="ctr">
              <a:defRPr sz="2025" b="0">
                <a:solidFill>
                  <a:srgbClr val="005293"/>
                </a:solidFill>
                <a:latin typeface="Arial"/>
                <a:ea typeface="Arial"/>
                <a:cs typeface="Arial"/>
              </a:defRPr>
            </a:lvl7pPr>
            <a:lvl8pPr algn="ctr">
              <a:defRPr sz="2025" b="0">
                <a:solidFill>
                  <a:srgbClr val="005293"/>
                </a:solidFill>
                <a:latin typeface="Arial"/>
                <a:ea typeface="Arial"/>
                <a:cs typeface="Arial"/>
              </a:defRPr>
            </a:lvl8pPr>
            <a:lvl9pPr algn="ctr">
              <a:defRPr sz="2025" b="0">
                <a:solidFill>
                  <a:srgbClr val="005293"/>
                </a:solidFill>
                <a:latin typeface="Arial"/>
                <a:ea typeface="Arial"/>
                <a:cs typeface="Arial"/>
              </a:defRPr>
            </a:lvl9pPr>
          </a:lstStyle>
          <a:p xmlns:a="http://schemas.openxmlformats.org/drawingml/2006/main">
            <a:pPr algn="ctr">
              <a:defRPr sz="2025" b="0">
                <a:solidFill>
                  <a:srgbClr val="005293"/>
                </a:solidFill>
                <a:latin typeface="Arial"/>
                <a:ea typeface="Arial"/>
                <a:cs typeface="Arial"/>
              </a:defRPr>
            </a:pPr>
            <a:r>
              <a:rPr sz="2025" b="0">
                <a:solidFill>
                  <a:srgbClr val="005293"/>
                </a:solidFill>
                <a:latin typeface="Arial"/>
                <a:ea typeface="Arial"/>
                <a:cs typeface="Arial"/>
              </a:rPr>
              <a:t>Note</a:t>
            </a:r>
          </a:p>
        </p:txBody>
      </p:sp>
      <p:sp>
        <p:nvSpPr>
          <p:cNvPr id="13" name="">
            <a:extLst xmlns:a="http://schemas.openxmlformats.org/drawingml/2006/main">
              <a:ext uri="{FF2B5EF4-FFF2-40B4-BE49-F238E27FC236}">
                <a16:creationId xmlns:a16="http://schemas.microsoft.com/office/drawing/2014/main" id="{96077341-28EF-4348-B5C7-3AAB635EE4BF}"/>
              </a:ext>
            </a:extLst>
          </p:cNvPr>
          <p:cNvSpPr>
            <a:spLocks xmlns:a="http://schemas.openxmlformats.org/drawingml/2006/main" noGrp="1"/>
          </p:cNvSpPr>
          <p:nvPr/>
        </p:nvSpPr>
        <p:spPr>
          <a:xfrm xmlns:a="http://schemas.openxmlformats.org/drawingml/2006/main">
            <a:off x="3429000" y="2333625"/>
            <a:ext cx="1714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26313B"/>
                </a:solidFill>
                <a:latin typeface="Arial"/>
                <a:ea typeface="Arial"/>
                <a:cs typeface="Arial"/>
              </a:defRPr>
            </a:defPPr>
            <a:lvl1pPr>
              <a:defRPr sz="1725" b="0">
                <a:solidFill>
                  <a:srgbClr val="26313B"/>
                </a:solidFill>
                <a:latin typeface="Arial"/>
                <a:ea typeface="Arial"/>
                <a:cs typeface="Arial"/>
              </a:defRPr>
            </a:lvl1pPr>
            <a:lvl2pPr>
              <a:defRPr sz="1725" b="0">
                <a:solidFill>
                  <a:srgbClr val="26313B"/>
                </a:solidFill>
                <a:latin typeface="Arial"/>
                <a:ea typeface="Arial"/>
                <a:cs typeface="Arial"/>
              </a:defRPr>
            </a:lvl2pPr>
            <a:lvl3pPr>
              <a:defRPr sz="1725" b="0">
                <a:solidFill>
                  <a:srgbClr val="26313B"/>
                </a:solidFill>
                <a:latin typeface="Arial"/>
                <a:ea typeface="Arial"/>
                <a:cs typeface="Arial"/>
              </a:defRPr>
            </a:lvl3pPr>
            <a:lvl4pPr>
              <a:defRPr sz="1725" b="0">
                <a:solidFill>
                  <a:srgbClr val="26313B"/>
                </a:solidFill>
                <a:latin typeface="Arial"/>
                <a:ea typeface="Arial"/>
                <a:cs typeface="Arial"/>
              </a:defRPr>
            </a:lvl4pPr>
            <a:lvl5pPr>
              <a:defRPr sz="1725" b="0">
                <a:solidFill>
                  <a:srgbClr val="26313B"/>
                </a:solidFill>
                <a:latin typeface="Arial"/>
                <a:ea typeface="Arial"/>
                <a:cs typeface="Arial"/>
              </a:defRPr>
            </a:lvl5pPr>
            <a:lvl6pPr>
              <a:defRPr sz="1725" b="0">
                <a:solidFill>
                  <a:srgbClr val="26313B"/>
                </a:solidFill>
                <a:latin typeface="Arial"/>
                <a:ea typeface="Arial"/>
                <a:cs typeface="Arial"/>
              </a:defRPr>
            </a:lvl6pPr>
            <a:lvl7pPr>
              <a:defRPr sz="1725" b="0">
                <a:solidFill>
                  <a:srgbClr val="26313B"/>
                </a:solidFill>
                <a:latin typeface="Arial"/>
                <a:ea typeface="Arial"/>
                <a:cs typeface="Arial"/>
              </a:defRPr>
            </a:lvl7pPr>
            <a:lvl8pPr>
              <a:defRPr sz="1725" b="0">
                <a:solidFill>
                  <a:srgbClr val="26313B"/>
                </a:solidFill>
                <a:latin typeface="Arial"/>
                <a:ea typeface="Arial"/>
                <a:cs typeface="Arial"/>
              </a:defRPr>
            </a:lvl8pPr>
            <a:lvl9pPr>
              <a:defRPr sz="1725" b="0">
                <a:solidFill>
                  <a:srgbClr val="26313B"/>
                </a:solidFill>
                <a:latin typeface="Arial"/>
                <a:ea typeface="Arial"/>
                <a:cs typeface="Arial"/>
              </a:defRPr>
            </a:lvl9pPr>
          </a:lstStyle>
          <a:p xmlns:a="http://schemas.openxmlformats.org/drawingml/2006/main">
            <a:pPr>
              <a:defRPr sz="1725" b="0">
                <a:solidFill>
                  <a:srgbClr val="26313B"/>
                </a:solidFill>
                <a:latin typeface="Arial"/>
                <a:ea typeface="Arial"/>
                <a:cs typeface="Arial"/>
              </a:defRPr>
            </a:pPr>
            <a:r>
              <a:rPr sz="1725" b="0">
                <a:solidFill>
                  <a:srgbClr val="26313B"/>
                </a:solidFill>
                <a:latin typeface="Arial"/>
                <a:ea typeface="Arial"/>
                <a:cs typeface="Arial"/>
              </a:rPr>
              <a:t>Prüfling</a:t>
            </a:r>
          </a:p>
        </p:txBody>
      </p:sp>
      <p:sp>
        <p:nvSpPr>
          <p:cNvPr id="14" name="">
            <a:extLst xmlns:a="http://schemas.openxmlformats.org/drawingml/2006/main">
              <a:ext uri="{FF2B5EF4-FFF2-40B4-BE49-F238E27FC236}">
                <a16:creationId xmlns:a16="http://schemas.microsoft.com/office/drawing/2014/main" id="{EC37982F-4447-4C90-871F-ACD40ABDD016}"/>
              </a:ext>
            </a:extLst>
          </p:cNvPr>
          <p:cNvSpPr>
            <a:spLocks xmlns:a="http://schemas.openxmlformats.org/drawingml/2006/main" noGrp="1"/>
          </p:cNvSpPr>
          <p:nvPr/>
        </p:nvSpPr>
        <p:spPr>
          <a:xfrm xmlns:a="http://schemas.openxmlformats.org/drawingml/2006/main">
            <a:off x="7429500" y="261937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26313B"/>
                </a:solidFill>
                <a:latin typeface="Arial"/>
                <a:ea typeface="Arial"/>
                <a:cs typeface="Arial"/>
              </a:defRPr>
            </a:defPPr>
            <a:lvl1pPr>
              <a:defRPr sz="1725" b="0">
                <a:solidFill>
                  <a:srgbClr val="26313B"/>
                </a:solidFill>
                <a:latin typeface="Arial"/>
                <a:ea typeface="Arial"/>
                <a:cs typeface="Arial"/>
              </a:defRPr>
            </a:lvl1pPr>
            <a:lvl2pPr>
              <a:defRPr sz="1725" b="0">
                <a:solidFill>
                  <a:srgbClr val="26313B"/>
                </a:solidFill>
                <a:latin typeface="Arial"/>
                <a:ea typeface="Arial"/>
                <a:cs typeface="Arial"/>
              </a:defRPr>
            </a:lvl2pPr>
            <a:lvl3pPr>
              <a:defRPr sz="1725" b="0">
                <a:solidFill>
                  <a:srgbClr val="26313B"/>
                </a:solidFill>
                <a:latin typeface="Arial"/>
                <a:ea typeface="Arial"/>
                <a:cs typeface="Arial"/>
              </a:defRPr>
            </a:lvl3pPr>
            <a:lvl4pPr>
              <a:defRPr sz="1725" b="0">
                <a:solidFill>
                  <a:srgbClr val="26313B"/>
                </a:solidFill>
                <a:latin typeface="Arial"/>
                <a:ea typeface="Arial"/>
                <a:cs typeface="Arial"/>
              </a:defRPr>
            </a:lvl4pPr>
            <a:lvl5pPr>
              <a:defRPr sz="1725" b="0">
                <a:solidFill>
                  <a:srgbClr val="26313B"/>
                </a:solidFill>
                <a:latin typeface="Arial"/>
                <a:ea typeface="Arial"/>
                <a:cs typeface="Arial"/>
              </a:defRPr>
            </a:lvl5pPr>
            <a:lvl6pPr>
              <a:defRPr sz="1725" b="0">
                <a:solidFill>
                  <a:srgbClr val="26313B"/>
                </a:solidFill>
                <a:latin typeface="Arial"/>
                <a:ea typeface="Arial"/>
                <a:cs typeface="Arial"/>
              </a:defRPr>
            </a:lvl6pPr>
            <a:lvl7pPr>
              <a:defRPr sz="1725" b="0">
                <a:solidFill>
                  <a:srgbClr val="26313B"/>
                </a:solidFill>
                <a:latin typeface="Arial"/>
                <a:ea typeface="Arial"/>
                <a:cs typeface="Arial"/>
              </a:defRPr>
            </a:lvl7pPr>
            <a:lvl8pPr>
              <a:defRPr sz="1725" b="0">
                <a:solidFill>
                  <a:srgbClr val="26313B"/>
                </a:solidFill>
                <a:latin typeface="Arial"/>
                <a:ea typeface="Arial"/>
                <a:cs typeface="Arial"/>
              </a:defRPr>
            </a:lvl8pPr>
            <a:lvl9pPr>
              <a:defRPr sz="1725" b="0">
                <a:solidFill>
                  <a:srgbClr val="26313B"/>
                </a:solidFill>
                <a:latin typeface="Arial"/>
                <a:ea typeface="Arial"/>
                <a:cs typeface="Arial"/>
              </a:defRPr>
            </a:lvl9pPr>
          </a:lstStyle>
          <a:p xmlns:a="http://schemas.openxmlformats.org/drawingml/2006/main">
            <a:pPr>
              <a:defRPr sz="1725" b="0">
                <a:solidFill>
                  <a:srgbClr val="26313B"/>
                </a:solidFill>
                <a:latin typeface="Arial"/>
                <a:ea typeface="Arial"/>
                <a:cs typeface="Arial"/>
              </a:defRPr>
            </a:pPr>
            <a:r>
              <a:rPr sz="1725" b="0">
                <a:solidFill>
                  <a:srgbClr val="26313B"/>
                </a:solidFill>
                <a:latin typeface="Arial"/>
                <a:ea typeface="Arial"/>
                <a:cs typeface="Arial"/>
              </a:rPr>
              <a:t>Prüfungsstoff</a:t>
            </a:r>
          </a:p>
        </p:txBody>
      </p:sp>
      <p:sp>
        <p:nvSpPr>
          <p:cNvPr id="15" name="">
            <a:extLst xmlns:a="http://schemas.openxmlformats.org/drawingml/2006/main">
              <a:ext uri="{FF2B5EF4-FFF2-40B4-BE49-F238E27FC236}">
                <a16:creationId xmlns:a16="http://schemas.microsoft.com/office/drawing/2014/main" id="{32F0ED01-D735-41AC-8508-B50784D872A8}"/>
              </a:ext>
            </a:extLst>
          </p:cNvPr>
          <p:cNvSpPr>
            <a:spLocks xmlns:a="http://schemas.openxmlformats.org/drawingml/2006/main" noGrp="1"/>
          </p:cNvSpPr>
          <p:nvPr/>
        </p:nvSpPr>
        <p:spPr>
          <a:xfrm xmlns:a="http://schemas.openxmlformats.org/drawingml/2006/main">
            <a:off x="6191250" y="376237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26313B"/>
                </a:solidFill>
                <a:latin typeface="Arial"/>
                <a:ea typeface="Arial"/>
                <a:cs typeface="Arial"/>
              </a:defRPr>
            </a:defPPr>
            <a:lvl1pPr>
              <a:defRPr sz="1725" b="0">
                <a:solidFill>
                  <a:srgbClr val="26313B"/>
                </a:solidFill>
                <a:latin typeface="Arial"/>
                <a:ea typeface="Arial"/>
                <a:cs typeface="Arial"/>
              </a:defRPr>
            </a:lvl1pPr>
            <a:lvl2pPr>
              <a:defRPr sz="1725" b="0">
                <a:solidFill>
                  <a:srgbClr val="26313B"/>
                </a:solidFill>
                <a:latin typeface="Arial"/>
                <a:ea typeface="Arial"/>
                <a:cs typeface="Arial"/>
              </a:defRPr>
            </a:lvl2pPr>
            <a:lvl3pPr>
              <a:defRPr sz="1725" b="0">
                <a:solidFill>
                  <a:srgbClr val="26313B"/>
                </a:solidFill>
                <a:latin typeface="Arial"/>
                <a:ea typeface="Arial"/>
                <a:cs typeface="Arial"/>
              </a:defRPr>
            </a:lvl3pPr>
            <a:lvl4pPr>
              <a:defRPr sz="1725" b="0">
                <a:solidFill>
                  <a:srgbClr val="26313B"/>
                </a:solidFill>
                <a:latin typeface="Arial"/>
                <a:ea typeface="Arial"/>
                <a:cs typeface="Arial"/>
              </a:defRPr>
            </a:lvl4pPr>
            <a:lvl5pPr>
              <a:defRPr sz="1725" b="0">
                <a:solidFill>
                  <a:srgbClr val="26313B"/>
                </a:solidFill>
                <a:latin typeface="Arial"/>
                <a:ea typeface="Arial"/>
                <a:cs typeface="Arial"/>
              </a:defRPr>
            </a:lvl5pPr>
            <a:lvl6pPr>
              <a:defRPr sz="1725" b="0">
                <a:solidFill>
                  <a:srgbClr val="26313B"/>
                </a:solidFill>
                <a:latin typeface="Arial"/>
                <a:ea typeface="Arial"/>
                <a:cs typeface="Arial"/>
              </a:defRPr>
            </a:lvl6pPr>
            <a:lvl7pPr>
              <a:defRPr sz="1725" b="0">
                <a:solidFill>
                  <a:srgbClr val="26313B"/>
                </a:solidFill>
                <a:latin typeface="Arial"/>
                <a:ea typeface="Arial"/>
                <a:cs typeface="Arial"/>
              </a:defRPr>
            </a:lvl7pPr>
            <a:lvl8pPr>
              <a:defRPr sz="1725" b="0">
                <a:solidFill>
                  <a:srgbClr val="26313B"/>
                </a:solidFill>
                <a:latin typeface="Arial"/>
                <a:ea typeface="Arial"/>
                <a:cs typeface="Arial"/>
              </a:defRPr>
            </a:lvl8pPr>
            <a:lvl9pPr>
              <a:defRPr sz="1725" b="0">
                <a:solidFill>
                  <a:srgbClr val="26313B"/>
                </a:solidFill>
                <a:latin typeface="Arial"/>
                <a:ea typeface="Arial"/>
                <a:cs typeface="Arial"/>
              </a:defRPr>
            </a:lvl9pPr>
          </a:lstStyle>
          <a:p xmlns:a="http://schemas.openxmlformats.org/drawingml/2006/main">
            <a:pPr>
              <a:defRPr sz="1725" b="0">
                <a:solidFill>
                  <a:srgbClr val="26313B"/>
                </a:solidFill>
                <a:latin typeface="Arial"/>
                <a:ea typeface="Arial"/>
                <a:cs typeface="Arial"/>
              </a:defRPr>
            </a:pPr>
            <a:r>
              <a:rPr sz="1725" b="0">
                <a:solidFill>
                  <a:srgbClr val="26313B"/>
                </a:solidFill>
                <a:latin typeface="Arial"/>
                <a:ea typeface="Arial"/>
                <a:cs typeface="Arial"/>
              </a:rPr>
              <a:t>Prüfer</a:t>
            </a:r>
          </a:p>
        </p:txBody>
      </p:sp>
      <p:sp>
        <p:nvSpPr>
          <p:cNvPr id="16" name="">
            <a:extLst xmlns:a="http://schemas.openxmlformats.org/drawingml/2006/main">
              <a:ext uri="{FF2B5EF4-FFF2-40B4-BE49-F238E27FC236}">
                <a16:creationId xmlns:a16="http://schemas.microsoft.com/office/drawing/2014/main" id="{825FF7DB-030C-4195-A0B2-0C9A4424C00B}"/>
              </a:ext>
            </a:extLst>
          </p:cNvPr>
          <p:cNvSpPr>
            <a:spLocks xmlns:a="http://schemas.openxmlformats.org/drawingml/2006/main" noGrp="1"/>
          </p:cNvSpPr>
          <p:nvPr/>
        </p:nvSpPr>
        <p:spPr>
          <a:xfrm xmlns:a="http://schemas.openxmlformats.org/drawingml/2006/main">
            <a:off x="609600" y="52387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1">
                <a:solidFill>
                  <a:srgbClr val="005293"/>
                </a:solidFill>
                <a:latin typeface="Arial"/>
                <a:ea typeface="Arial"/>
                <a:cs typeface="Arial"/>
              </a:defRPr>
            </a:defPPr>
            <a:lvl1pPr>
              <a:defRPr sz="2100" b="1">
                <a:solidFill>
                  <a:srgbClr val="005293"/>
                </a:solidFill>
                <a:latin typeface="Arial"/>
                <a:ea typeface="Arial"/>
                <a:cs typeface="Arial"/>
              </a:defRPr>
            </a:lvl1pPr>
            <a:lvl2pPr>
              <a:defRPr sz="2100" b="1">
                <a:solidFill>
                  <a:srgbClr val="005293"/>
                </a:solidFill>
                <a:latin typeface="Arial"/>
                <a:ea typeface="Arial"/>
                <a:cs typeface="Arial"/>
              </a:defRPr>
            </a:lvl2pPr>
            <a:lvl3pPr>
              <a:defRPr sz="2100" b="1">
                <a:solidFill>
                  <a:srgbClr val="005293"/>
                </a:solidFill>
                <a:latin typeface="Arial"/>
                <a:ea typeface="Arial"/>
                <a:cs typeface="Arial"/>
              </a:defRPr>
            </a:lvl3pPr>
            <a:lvl4pPr>
              <a:defRPr sz="2100" b="1">
                <a:solidFill>
                  <a:srgbClr val="005293"/>
                </a:solidFill>
                <a:latin typeface="Arial"/>
                <a:ea typeface="Arial"/>
                <a:cs typeface="Arial"/>
              </a:defRPr>
            </a:lvl4pPr>
            <a:lvl5pPr>
              <a:defRPr sz="2100" b="1">
                <a:solidFill>
                  <a:srgbClr val="005293"/>
                </a:solidFill>
                <a:latin typeface="Arial"/>
                <a:ea typeface="Arial"/>
                <a:cs typeface="Arial"/>
              </a:defRPr>
            </a:lvl5pPr>
            <a:lvl6pPr>
              <a:defRPr sz="2100" b="1">
                <a:solidFill>
                  <a:srgbClr val="005293"/>
                </a:solidFill>
                <a:latin typeface="Arial"/>
                <a:ea typeface="Arial"/>
                <a:cs typeface="Arial"/>
              </a:defRPr>
            </a:lvl6pPr>
            <a:lvl7pPr>
              <a:defRPr sz="2100" b="1">
                <a:solidFill>
                  <a:srgbClr val="005293"/>
                </a:solidFill>
                <a:latin typeface="Arial"/>
                <a:ea typeface="Arial"/>
                <a:cs typeface="Arial"/>
              </a:defRPr>
            </a:lvl7pPr>
            <a:lvl8pPr>
              <a:defRPr sz="2100" b="1">
                <a:solidFill>
                  <a:srgbClr val="005293"/>
                </a:solidFill>
                <a:latin typeface="Arial"/>
                <a:ea typeface="Arial"/>
                <a:cs typeface="Arial"/>
              </a:defRPr>
            </a:lvl8pPr>
            <a:lvl9pPr>
              <a:defRPr sz="2100" b="1">
                <a:solidFill>
                  <a:srgbClr val="005293"/>
                </a:solidFill>
                <a:latin typeface="Arial"/>
                <a:ea typeface="Arial"/>
                <a:cs typeface="Arial"/>
              </a:defRPr>
            </a:lvl9pPr>
          </a:lstStyle>
          <a:p xmlns:a="http://schemas.openxmlformats.org/drawingml/2006/main">
            <a:pPr>
              <a:defRPr sz="2100" b="1">
                <a:solidFill>
                  <a:srgbClr val="005293"/>
                </a:solidFill>
                <a:latin typeface="Arial"/>
                <a:ea typeface="Arial"/>
                <a:cs typeface="Arial"/>
              </a:defRPr>
            </a:pPr>
            <a:r>
              <a:rPr sz="2100" b="1">
                <a:solidFill>
                  <a:srgbClr val="005293"/>
                </a:solidFill>
                <a:latin typeface="Arial"/>
                <a:ea typeface="Arial"/>
                <a:cs typeface="Arial"/>
              </a:rPr>
              <a:t>Die Note gehört zum gesamten Tripel (Student, Vorlesung, Professor).</a:t>
            </a:r>
          </a:p>
        </p:txBody>
      </p:sp>
      <p:sp>
        <p:nvSpPr>
          <p:cNvPr id="17" name="">
            <a:extLst xmlns:a="http://schemas.openxmlformats.org/drawingml/2006/main">
              <a:ext uri="{FF2B5EF4-FFF2-40B4-BE49-F238E27FC236}">
                <a16:creationId xmlns:a16="http://schemas.microsoft.com/office/drawing/2014/main" id="{822CB89C-BEB6-44E8-A930-412EEF05ED15}"/>
              </a:ext>
            </a:extLst>
          </p:cNvPr>
          <p:cNvSpPr>
            <a:spLocks xmlns:a="http://schemas.openxmlformats.org/drawingml/2006/main" noGrp="1"/>
          </p:cNvSpPr>
          <p:nvPr/>
        </p:nvSpPr>
        <p:spPr>
          <a:xfrm xmlns:a="http://schemas.openxmlformats.org/drawingml/2006/main">
            <a:off x="609600" y="5810250"/>
            <a:ext cx="10972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025" b="0">
                <a:solidFill>
                  <a:srgbClr val="26313B"/>
                </a:solidFill>
                <a:latin typeface="Arial"/>
                <a:ea typeface="Arial"/>
                <a:cs typeface="Arial"/>
              </a:defRPr>
            </a:defPPr>
            <a:lvl1pPr>
              <a:defRPr sz="2025" b="0">
                <a:solidFill>
                  <a:srgbClr val="26313B"/>
                </a:solidFill>
                <a:latin typeface="Arial"/>
                <a:ea typeface="Arial"/>
                <a:cs typeface="Arial"/>
              </a:defRPr>
            </a:lvl1pPr>
            <a:lvl2pPr>
              <a:defRPr sz="2025" b="0">
                <a:solidFill>
                  <a:srgbClr val="26313B"/>
                </a:solidFill>
                <a:latin typeface="Arial"/>
                <a:ea typeface="Arial"/>
                <a:cs typeface="Arial"/>
              </a:defRPr>
            </a:lvl2pPr>
            <a:lvl3pPr>
              <a:defRPr sz="2025" b="0">
                <a:solidFill>
                  <a:srgbClr val="26313B"/>
                </a:solidFill>
                <a:latin typeface="Arial"/>
                <a:ea typeface="Arial"/>
                <a:cs typeface="Arial"/>
              </a:defRPr>
            </a:lvl3pPr>
            <a:lvl4pPr>
              <a:defRPr sz="2025" b="0">
                <a:solidFill>
                  <a:srgbClr val="26313B"/>
                </a:solidFill>
                <a:latin typeface="Arial"/>
                <a:ea typeface="Arial"/>
                <a:cs typeface="Arial"/>
              </a:defRPr>
            </a:lvl4pPr>
            <a:lvl5pPr>
              <a:defRPr sz="2025" b="0">
                <a:solidFill>
                  <a:srgbClr val="26313B"/>
                </a:solidFill>
                <a:latin typeface="Arial"/>
                <a:ea typeface="Arial"/>
                <a:cs typeface="Arial"/>
              </a:defRPr>
            </a:lvl5pPr>
            <a:lvl6pPr>
              <a:defRPr sz="2025" b="0">
                <a:solidFill>
                  <a:srgbClr val="26313B"/>
                </a:solidFill>
                <a:latin typeface="Arial"/>
                <a:ea typeface="Arial"/>
                <a:cs typeface="Arial"/>
              </a:defRPr>
            </a:lvl6pPr>
            <a:lvl7pPr>
              <a:defRPr sz="2025" b="0">
                <a:solidFill>
                  <a:srgbClr val="26313B"/>
                </a:solidFill>
                <a:latin typeface="Arial"/>
                <a:ea typeface="Arial"/>
                <a:cs typeface="Arial"/>
              </a:defRPr>
            </a:lvl7pPr>
            <a:lvl8pPr>
              <a:defRPr sz="2025" b="0">
                <a:solidFill>
                  <a:srgbClr val="26313B"/>
                </a:solidFill>
                <a:latin typeface="Arial"/>
                <a:ea typeface="Arial"/>
                <a:cs typeface="Arial"/>
              </a:defRPr>
            </a:lvl8pPr>
            <a:lvl9pPr>
              <a:defRPr sz="2025" b="0">
                <a:solidFill>
                  <a:srgbClr val="26313B"/>
                </a:solidFill>
                <a:latin typeface="Arial"/>
                <a:ea typeface="Arial"/>
                <a:cs typeface="Arial"/>
              </a:defRPr>
            </a:lvl9pPr>
          </a:lstStyle>
          <a:p xmlns:a="http://schemas.openxmlformats.org/drawingml/2006/main">
            <a:pPr>
              <a:defRPr sz="2025" b="0">
                <a:solidFill>
                  <a:srgbClr val="26313B"/>
                </a:solidFill>
                <a:latin typeface="Arial"/>
                <a:ea typeface="Arial"/>
                <a:cs typeface="Arial"/>
              </a:defRPr>
            </a:pPr>
            <a:r>
              <a:rPr sz="2025" b="0">
                <a:solidFill>
                  <a:srgbClr val="26313B"/>
                </a:solidFill>
                <a:latin typeface="Arial"/>
                <a:ea typeface="Arial"/>
                <a:cs typeface="Arial"/>
              </a:rPr>
              <a:t>Eine ternäre Beziehung als eine Raute zeichnen; nicht in drei Paare zerlegen.</a:t>
            </a:r>
          </a:p>
        </p:txBody>
      </p:sp>
      <p:sp>
        <p:nvSpPr>
          <p:cNvPr id="18" name="">
            <a:extLst xmlns:a="http://schemas.openxmlformats.org/drawingml/2006/main">
              <a:ext uri="{FF2B5EF4-FFF2-40B4-BE49-F238E27FC236}">
                <a16:creationId xmlns:a16="http://schemas.microsoft.com/office/drawing/2014/main" id="{75ACA9EC-7C2D-41F3-B13B-2038FCB25735}"/>
              </a:ext>
            </a:extLst>
          </p:cNvPr>
          <p:cNvSpPr>
            <a:spLocks xmlns:a="http://schemas.openxmlformats.org/drawingml/2006/main" noGrp="1"/>
          </p:cNvSpPr>
          <p:nvPr/>
        </p:nvSpPr>
        <p:spPr>
          <a:xfrm xmlns:a="http://schemas.openxmlformats.org/drawingml/2006/main">
            <a:off x="11144250" y="644842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4</a:t>
            </a:r>
          </a:p>
        </p:txBody>
      </p:sp>
    </p:spTree>
    <p:extLst>
      <p:ext uri="{BB962C8B-B14F-4D97-AF65-F5344CB8AC3E}">
        <p14:creationId xmlns:p14="http://schemas.microsoft.com/office/powerpoint/2010/main" val="18491624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277E131-B0C5-432F-8704-8BE95860DD5B}"/>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Rollen und ein gemeinsames Schema</a:t>
            </a:r>
          </a:p>
        </p:txBody>
      </p:sp>
      <p:sp>
        <p:nvSpPr>
          <p:cNvPr id="2" name="">
            <a:extLst xmlns:a="http://schemas.openxmlformats.org/drawingml/2006/main">
              <a:ext uri="{FF2B5EF4-FFF2-40B4-BE49-F238E27FC236}">
                <a16:creationId xmlns:a16="http://schemas.microsoft.com/office/drawing/2014/main" id="{6BE73F25-50AB-48E5-878C-91F36D59461A}"/>
              </a:ext>
            </a:extLst>
          </p:cNvPr>
          <p:cNvSpPr>
            <a:spLocks xmlns:a="http://schemas.openxmlformats.org/drawingml/2006/main" noGrp="1"/>
          </p:cNvSpPr>
          <p:nvPr/>
        </p:nvSpPr>
        <p:spPr>
          <a:xfrm xmlns:a="http://schemas.openxmlformats.org/drawingml/2006/main">
            <a:off x="609600" y="64484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15FE7768-1374-4916-B909-7456833BA2EF}"/>
              </a:ext>
            </a:extLst>
          </p:cNvPr>
          <p:cNvSpPr>
            <a:spLocks xmlns:a="http://schemas.openxmlformats.org/drawingml/2006/main" noGrp="1"/>
          </p:cNvSpPr>
          <p:nvPr/>
        </p:nvSpPr>
        <p:spPr>
          <a:xfrm xmlns:a="http://schemas.openxmlformats.org/drawingml/2006/main" rot="0">
            <a:off x="2762250" y="2238375"/>
            <a:ext cx="2286000"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4" name="">
            <a:extLst xmlns:a="http://schemas.openxmlformats.org/drawingml/2006/main">
              <a:ext uri="{FF2B5EF4-FFF2-40B4-BE49-F238E27FC236}">
                <a16:creationId xmlns:a16="http://schemas.microsoft.com/office/drawing/2014/main" id="{0E4A31A7-D144-4943-9D29-BA5B2F4C6007}"/>
              </a:ext>
            </a:extLst>
          </p:cNvPr>
          <p:cNvSpPr>
            <a:spLocks xmlns:a="http://schemas.openxmlformats.org/drawingml/2006/main" noGrp="1"/>
          </p:cNvSpPr>
          <p:nvPr/>
        </p:nvSpPr>
        <p:spPr>
          <a:xfrm xmlns:a="http://schemas.openxmlformats.org/drawingml/2006/main" rot="0">
            <a:off x="6953250" y="2238375"/>
            <a:ext cx="2286000"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5" name="">
            <a:extLst xmlns:a="http://schemas.openxmlformats.org/drawingml/2006/main">
              <a:ext uri="{FF2B5EF4-FFF2-40B4-BE49-F238E27FC236}">
                <a16:creationId xmlns:a16="http://schemas.microsoft.com/office/drawing/2014/main" id="{067BFB88-AB1E-488E-A5E8-F1F8094C4F24}"/>
              </a:ext>
            </a:extLst>
          </p:cNvPr>
          <p:cNvSpPr>
            <a:spLocks xmlns:a="http://schemas.openxmlformats.org/drawingml/2006/main" noGrp="1"/>
          </p:cNvSpPr>
          <p:nvPr/>
        </p:nvSpPr>
        <p:spPr>
          <a:xfrm xmlns:a="http://schemas.openxmlformats.org/drawingml/2006/main" rot="5400000">
            <a:off x="1881188" y="3119438"/>
            <a:ext cx="1762125"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6" name="">
            <a:extLst xmlns:a="http://schemas.openxmlformats.org/drawingml/2006/main">
              <a:ext uri="{FF2B5EF4-FFF2-40B4-BE49-F238E27FC236}">
                <a16:creationId xmlns:a16="http://schemas.microsoft.com/office/drawing/2014/main" id="{6B787691-81EC-4E15-A390-457EDC865B1D}"/>
              </a:ext>
            </a:extLst>
          </p:cNvPr>
          <p:cNvSpPr>
            <a:spLocks xmlns:a="http://schemas.openxmlformats.org/drawingml/2006/main" noGrp="1"/>
          </p:cNvSpPr>
          <p:nvPr/>
        </p:nvSpPr>
        <p:spPr>
          <a:xfrm xmlns:a="http://schemas.openxmlformats.org/drawingml/2006/main" rot="0">
            <a:off x="2762250" y="4000500"/>
            <a:ext cx="2286000" cy="0"/>
          </a:xfrm>
          <a:prstGeom xmlns:a="http://schemas.openxmlformats.org/drawingml/2006/main" prst="line">
            <a:avLst/>
          </a:prstGeom>
          <a:noFill xmlns:a="http://schemas.openxmlformats.org/drawingml/2006/main"/>
          <a:ln xmlns:a="http://schemas.openxmlformats.org/drawingml/2006/main" w="19050">
            <a:solidFill>
              <a:srgbClr val="26313B"/>
            </a:solidFill>
            <a:prstDash val="solid"/>
          </a:ln>
        </p:spPr>
      </p:sp>
      <p:sp>
        <p:nvSpPr>
          <p:cNvPr id="7" name="">
            <a:extLst xmlns:a="http://schemas.openxmlformats.org/drawingml/2006/main">
              <a:ext uri="{FF2B5EF4-FFF2-40B4-BE49-F238E27FC236}">
                <a16:creationId xmlns:a16="http://schemas.microsoft.com/office/drawing/2014/main" id="{67492DA2-7171-40A9-860A-2A4CFE6E308F}"/>
              </a:ext>
            </a:extLst>
          </p:cNvPr>
          <p:cNvSpPr>
            <a:spLocks xmlns:a="http://schemas.openxmlformats.org/drawingml/2006/main" noGrp="1"/>
          </p:cNvSpPr>
          <p:nvPr/>
        </p:nvSpPr>
        <p:spPr>
          <a:xfrm xmlns:a="http://schemas.openxmlformats.org/drawingml/2006/main">
            <a:off x="1666875" y="1905000"/>
            <a:ext cx="2190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pPr algn="ctr">
              <a:defRPr sz="2025" b="1">
                <a:solidFill>
                  <a:srgbClr val="005293"/>
                </a:solidFill>
                <a:latin typeface="Arial"/>
                <a:ea typeface="Arial"/>
                <a:cs typeface="Arial"/>
              </a:defRPr>
            </a:pPr>
            <a:r>
              <a:rPr sz="2025" b="1">
                <a:solidFill>
                  <a:srgbClr val="005293"/>
                </a:solidFill>
                <a:latin typeface="Arial"/>
                <a:ea typeface="Arial"/>
                <a:cs typeface="Arial"/>
              </a:rPr>
              <a:t>Vorlesungen</a:t>
            </a:r>
          </a:p>
        </p:txBody>
      </p:sp>
      <p:sp>
        <p:nvSpPr>
          <p:cNvPr id="8" name="">
            <a:extLst xmlns:a="http://schemas.openxmlformats.org/drawingml/2006/main">
              <a:ext uri="{FF2B5EF4-FFF2-40B4-BE49-F238E27FC236}">
                <a16:creationId xmlns:a16="http://schemas.microsoft.com/office/drawing/2014/main" id="{B145D1EB-363F-4B37-A22C-E56ADF2BE815}"/>
              </a:ext>
            </a:extLst>
          </p:cNvPr>
          <p:cNvSpPr>
            <a:spLocks xmlns:a="http://schemas.openxmlformats.org/drawingml/2006/main" noGrp="1"/>
          </p:cNvSpPr>
          <p:nvPr/>
        </p:nvSpPr>
        <p:spPr>
          <a:xfrm xmlns:a="http://schemas.openxmlformats.org/drawingml/2006/main">
            <a:off x="5048250" y="1762125"/>
            <a:ext cx="1905000" cy="952500"/>
          </a:xfrm>
          <a:prstGeom xmlns:a="http://schemas.openxmlformats.org/drawingml/2006/main" prst="diamond">
            <a:avLst/>
          </a:prstGeom>
          <a:solidFill xmlns:a="http://schemas.openxmlformats.org/drawingml/2006/main">
            <a:srgbClr val="ECF3F8"/>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r>
              <a:t/>
            </a:r>
          </a:p>
        </p:txBody>
      </p:sp>
      <p:sp>
        <p:nvSpPr>
          <p:cNvPr id="9" name="">
            <a:extLst xmlns:a="http://schemas.openxmlformats.org/drawingml/2006/main">
              <a:ext uri="{FF2B5EF4-FFF2-40B4-BE49-F238E27FC236}">
                <a16:creationId xmlns:a16="http://schemas.microsoft.com/office/drawing/2014/main" id="{1C00C298-013F-4628-8BC2-E1F391D773A3}"/>
              </a:ext>
            </a:extLst>
          </p:cNvPr>
          <p:cNvSpPr>
            <a:spLocks xmlns:a="http://schemas.openxmlformats.org/drawingml/2006/main" noGrp="1"/>
          </p:cNvSpPr>
          <p:nvPr/>
        </p:nvSpPr>
        <p:spPr>
          <a:xfrm xmlns:a="http://schemas.openxmlformats.org/drawingml/2006/main">
            <a:off x="5143500" y="2028825"/>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725" b="1">
                <a:solidFill>
                  <a:srgbClr val="005293"/>
                </a:solidFill>
                <a:latin typeface="Arial"/>
                <a:ea typeface="Arial"/>
                <a:cs typeface="Arial"/>
              </a:defRPr>
            </a:defPPr>
            <a:lvl1pPr algn="ctr">
              <a:defRPr sz="1725" b="1">
                <a:solidFill>
                  <a:srgbClr val="005293"/>
                </a:solidFill>
                <a:latin typeface="Arial"/>
                <a:ea typeface="Arial"/>
                <a:cs typeface="Arial"/>
              </a:defRPr>
            </a:lvl1pPr>
            <a:lvl2pPr algn="ctr">
              <a:defRPr sz="1725" b="1">
                <a:solidFill>
                  <a:srgbClr val="005293"/>
                </a:solidFill>
                <a:latin typeface="Arial"/>
                <a:ea typeface="Arial"/>
                <a:cs typeface="Arial"/>
              </a:defRPr>
            </a:lvl2pPr>
            <a:lvl3pPr algn="ctr">
              <a:defRPr sz="1725" b="1">
                <a:solidFill>
                  <a:srgbClr val="005293"/>
                </a:solidFill>
                <a:latin typeface="Arial"/>
                <a:ea typeface="Arial"/>
                <a:cs typeface="Arial"/>
              </a:defRPr>
            </a:lvl3pPr>
            <a:lvl4pPr algn="ctr">
              <a:defRPr sz="1725" b="1">
                <a:solidFill>
                  <a:srgbClr val="005293"/>
                </a:solidFill>
                <a:latin typeface="Arial"/>
                <a:ea typeface="Arial"/>
                <a:cs typeface="Arial"/>
              </a:defRPr>
            </a:lvl4pPr>
            <a:lvl5pPr algn="ctr">
              <a:defRPr sz="1725" b="1">
                <a:solidFill>
                  <a:srgbClr val="005293"/>
                </a:solidFill>
                <a:latin typeface="Arial"/>
                <a:ea typeface="Arial"/>
                <a:cs typeface="Arial"/>
              </a:defRPr>
            </a:lvl5pPr>
            <a:lvl6pPr algn="ctr">
              <a:defRPr sz="1725" b="1">
                <a:solidFill>
                  <a:srgbClr val="005293"/>
                </a:solidFill>
                <a:latin typeface="Arial"/>
                <a:ea typeface="Arial"/>
                <a:cs typeface="Arial"/>
              </a:defRPr>
            </a:lvl6pPr>
            <a:lvl7pPr algn="ctr">
              <a:defRPr sz="1725" b="1">
                <a:solidFill>
                  <a:srgbClr val="005293"/>
                </a:solidFill>
                <a:latin typeface="Arial"/>
                <a:ea typeface="Arial"/>
                <a:cs typeface="Arial"/>
              </a:defRPr>
            </a:lvl7pPr>
            <a:lvl8pPr algn="ctr">
              <a:defRPr sz="1725" b="1">
                <a:solidFill>
                  <a:srgbClr val="005293"/>
                </a:solidFill>
                <a:latin typeface="Arial"/>
                <a:ea typeface="Arial"/>
                <a:cs typeface="Arial"/>
              </a:defRPr>
            </a:lvl8pPr>
            <a:lvl9pPr algn="ctr">
              <a:defRPr sz="1725" b="1">
                <a:solidFill>
                  <a:srgbClr val="005293"/>
                </a:solidFill>
                <a:latin typeface="Arial"/>
                <a:ea typeface="Arial"/>
                <a:cs typeface="Arial"/>
              </a:defRPr>
            </a:lvl9pPr>
          </a:lstStyle>
          <a:p xmlns:a="http://schemas.openxmlformats.org/drawingml/2006/main">
            <a:pPr algn="ctr">
              <a:defRPr sz="1725" b="1">
                <a:solidFill>
                  <a:srgbClr val="005293"/>
                </a:solidFill>
                <a:latin typeface="Arial"/>
                <a:ea typeface="Arial"/>
                <a:cs typeface="Arial"/>
              </a:defRPr>
            </a:pPr>
            <a:r>
              <a:rPr sz="1725" b="1">
                <a:solidFill>
                  <a:srgbClr val="005293"/>
                </a:solidFill>
                <a:latin typeface="Arial"/>
                <a:ea typeface="Arial"/>
                <a:cs typeface="Arial"/>
              </a:rPr>
              <a:t>voraussetzen</a:t>
            </a:r>
          </a:p>
        </p:txBody>
      </p:sp>
      <p:sp>
        <p:nvSpPr>
          <p:cNvPr id="10" name="">
            <a:extLst xmlns:a="http://schemas.openxmlformats.org/drawingml/2006/main">
              <a:ext uri="{FF2B5EF4-FFF2-40B4-BE49-F238E27FC236}">
                <a16:creationId xmlns:a16="http://schemas.microsoft.com/office/drawing/2014/main" id="{85BA65D1-1612-4F51-ACEF-2CDB39933A73}"/>
              </a:ext>
            </a:extLst>
          </p:cNvPr>
          <p:cNvSpPr>
            <a:spLocks xmlns:a="http://schemas.openxmlformats.org/drawingml/2006/main" noGrp="1"/>
          </p:cNvSpPr>
          <p:nvPr/>
        </p:nvSpPr>
        <p:spPr>
          <a:xfrm xmlns:a="http://schemas.openxmlformats.org/drawingml/2006/main">
            <a:off x="8143875" y="1905000"/>
            <a:ext cx="2190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pPr algn="ctr">
              <a:defRPr sz="2025" b="1">
                <a:solidFill>
                  <a:srgbClr val="005293"/>
                </a:solidFill>
                <a:latin typeface="Arial"/>
                <a:ea typeface="Arial"/>
                <a:cs typeface="Arial"/>
              </a:defRPr>
            </a:pPr>
            <a:r>
              <a:rPr sz="2025" b="1">
                <a:solidFill>
                  <a:srgbClr val="005293"/>
                </a:solidFill>
                <a:latin typeface="Arial"/>
                <a:ea typeface="Arial"/>
                <a:cs typeface="Arial"/>
              </a:rPr>
              <a:t>Vorlesungen</a:t>
            </a:r>
          </a:p>
        </p:txBody>
      </p:sp>
      <p:sp>
        <p:nvSpPr>
          <p:cNvPr id="11" name="">
            <a:extLst xmlns:a="http://schemas.openxmlformats.org/drawingml/2006/main">
              <a:ext uri="{FF2B5EF4-FFF2-40B4-BE49-F238E27FC236}">
                <a16:creationId xmlns:a16="http://schemas.microsoft.com/office/drawing/2014/main" id="{207066E2-AF3D-4F4E-B208-B6F3559DC016}"/>
              </a:ext>
            </a:extLst>
          </p:cNvPr>
          <p:cNvSpPr>
            <a:spLocks xmlns:a="http://schemas.openxmlformats.org/drawingml/2006/main" noGrp="1"/>
          </p:cNvSpPr>
          <p:nvPr/>
        </p:nvSpPr>
        <p:spPr>
          <a:xfrm xmlns:a="http://schemas.openxmlformats.org/drawingml/2006/main">
            <a:off x="1809750" y="3524250"/>
            <a:ext cx="1905000" cy="952500"/>
          </a:xfrm>
          <a:prstGeom xmlns:a="http://schemas.openxmlformats.org/drawingml/2006/main" prst="diamond">
            <a:avLst/>
          </a:prstGeom>
          <a:solidFill xmlns:a="http://schemas.openxmlformats.org/drawingml/2006/main">
            <a:srgbClr val="ECF3F8"/>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r>
              <a:t/>
            </a:r>
          </a:p>
        </p:txBody>
      </p:sp>
      <p:sp>
        <p:nvSpPr>
          <p:cNvPr id="12" name="">
            <a:extLst xmlns:a="http://schemas.openxmlformats.org/drawingml/2006/main">
              <a:ext uri="{FF2B5EF4-FFF2-40B4-BE49-F238E27FC236}">
                <a16:creationId xmlns:a16="http://schemas.microsoft.com/office/drawing/2014/main" id="{A6F24F60-17D0-4DBA-86F3-FDFBB29F2CC7}"/>
              </a:ext>
            </a:extLst>
          </p:cNvPr>
          <p:cNvSpPr>
            <a:spLocks xmlns:a="http://schemas.openxmlformats.org/drawingml/2006/main" noGrp="1"/>
          </p:cNvSpPr>
          <p:nvPr/>
        </p:nvSpPr>
        <p:spPr>
          <a:xfrm xmlns:a="http://schemas.openxmlformats.org/drawingml/2006/main">
            <a:off x="1905000" y="3790950"/>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pPr algn="ctr">
              <a:defRPr sz="2025" b="1">
                <a:solidFill>
                  <a:srgbClr val="005293"/>
                </a:solidFill>
                <a:latin typeface="Arial"/>
                <a:ea typeface="Arial"/>
                <a:cs typeface="Arial"/>
              </a:defRPr>
            </a:pPr>
            <a:r>
              <a:rPr sz="2025" b="1">
                <a:solidFill>
                  <a:srgbClr val="005293"/>
                </a:solidFill>
                <a:latin typeface="Arial"/>
                <a:ea typeface="Arial"/>
                <a:cs typeface="Arial"/>
              </a:rPr>
              <a:t>hören</a:t>
            </a:r>
          </a:p>
        </p:txBody>
      </p:sp>
      <p:sp>
        <p:nvSpPr>
          <p:cNvPr id="13" name="">
            <a:extLst xmlns:a="http://schemas.openxmlformats.org/drawingml/2006/main">
              <a:ext uri="{FF2B5EF4-FFF2-40B4-BE49-F238E27FC236}">
                <a16:creationId xmlns:a16="http://schemas.microsoft.com/office/drawing/2014/main" id="{D71B0C2E-02FE-4703-834C-4250EE545125}"/>
              </a:ext>
            </a:extLst>
          </p:cNvPr>
          <p:cNvSpPr>
            <a:spLocks xmlns:a="http://schemas.openxmlformats.org/drawingml/2006/main" noGrp="1"/>
          </p:cNvSpPr>
          <p:nvPr/>
        </p:nvSpPr>
        <p:spPr>
          <a:xfrm xmlns:a="http://schemas.openxmlformats.org/drawingml/2006/main">
            <a:off x="5048250" y="3686175"/>
            <a:ext cx="2190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05293"/>
            </a:solidFill>
            <a:prstDash val="solid"/>
          </a:ln>
        </p:spPr>
        <p:txBody>
          <a:bodyPr xmlns:a="http://schemas.openxmlformats.org/drawingml/2006/main" anchor="ctr"/>
          <a:lstStyle xmlns:a="http://schemas.openxmlformats.org/drawingml/2006/main">
            <a:defPPr algn="ctr">
              <a:defRPr sz="2025" b="1">
                <a:solidFill>
                  <a:srgbClr val="005293"/>
                </a:solidFill>
                <a:latin typeface="Arial"/>
                <a:ea typeface="Arial"/>
                <a:cs typeface="Arial"/>
              </a:defRPr>
            </a:defPPr>
            <a:lvl1pPr algn="ctr">
              <a:defRPr sz="2025" b="1">
                <a:solidFill>
                  <a:srgbClr val="005293"/>
                </a:solidFill>
                <a:latin typeface="Arial"/>
                <a:ea typeface="Arial"/>
                <a:cs typeface="Arial"/>
              </a:defRPr>
            </a:lvl1pPr>
            <a:lvl2pPr algn="ctr">
              <a:defRPr sz="2025" b="1">
                <a:solidFill>
                  <a:srgbClr val="005293"/>
                </a:solidFill>
                <a:latin typeface="Arial"/>
                <a:ea typeface="Arial"/>
                <a:cs typeface="Arial"/>
              </a:defRPr>
            </a:lvl2pPr>
            <a:lvl3pPr algn="ctr">
              <a:defRPr sz="2025" b="1">
                <a:solidFill>
                  <a:srgbClr val="005293"/>
                </a:solidFill>
                <a:latin typeface="Arial"/>
                <a:ea typeface="Arial"/>
                <a:cs typeface="Arial"/>
              </a:defRPr>
            </a:lvl3pPr>
            <a:lvl4pPr algn="ctr">
              <a:defRPr sz="2025" b="1">
                <a:solidFill>
                  <a:srgbClr val="005293"/>
                </a:solidFill>
                <a:latin typeface="Arial"/>
                <a:ea typeface="Arial"/>
                <a:cs typeface="Arial"/>
              </a:defRPr>
            </a:lvl4pPr>
            <a:lvl5pPr algn="ctr">
              <a:defRPr sz="2025" b="1">
                <a:solidFill>
                  <a:srgbClr val="005293"/>
                </a:solidFill>
                <a:latin typeface="Arial"/>
                <a:ea typeface="Arial"/>
                <a:cs typeface="Arial"/>
              </a:defRPr>
            </a:lvl5pPr>
            <a:lvl6pPr algn="ctr">
              <a:defRPr sz="2025" b="1">
                <a:solidFill>
                  <a:srgbClr val="005293"/>
                </a:solidFill>
                <a:latin typeface="Arial"/>
                <a:ea typeface="Arial"/>
                <a:cs typeface="Arial"/>
              </a:defRPr>
            </a:lvl6pPr>
            <a:lvl7pPr algn="ctr">
              <a:defRPr sz="2025" b="1">
                <a:solidFill>
                  <a:srgbClr val="005293"/>
                </a:solidFill>
                <a:latin typeface="Arial"/>
                <a:ea typeface="Arial"/>
                <a:cs typeface="Arial"/>
              </a:defRPr>
            </a:lvl7pPr>
            <a:lvl8pPr algn="ctr">
              <a:defRPr sz="2025" b="1">
                <a:solidFill>
                  <a:srgbClr val="005293"/>
                </a:solidFill>
                <a:latin typeface="Arial"/>
                <a:ea typeface="Arial"/>
                <a:cs typeface="Arial"/>
              </a:defRPr>
            </a:lvl8pPr>
            <a:lvl9pPr algn="ctr">
              <a:defRPr sz="2025" b="1">
                <a:solidFill>
                  <a:srgbClr val="005293"/>
                </a:solidFill>
                <a:latin typeface="Arial"/>
                <a:ea typeface="Arial"/>
                <a:cs typeface="Arial"/>
              </a:defRPr>
            </a:lvl9pPr>
          </a:lstStyle>
          <a:p xmlns:a="http://schemas.openxmlformats.org/drawingml/2006/main">
            <a:pPr algn="ctr">
              <a:defRPr sz="2025" b="1">
                <a:solidFill>
                  <a:srgbClr val="005293"/>
                </a:solidFill>
                <a:latin typeface="Arial"/>
                <a:ea typeface="Arial"/>
                <a:cs typeface="Arial"/>
              </a:defRPr>
            </a:pPr>
            <a:r>
              <a:rPr sz="2025" b="1">
                <a:solidFill>
                  <a:srgbClr val="005293"/>
                </a:solidFill>
                <a:latin typeface="Arial"/>
                <a:ea typeface="Arial"/>
                <a:cs typeface="Arial"/>
              </a:rPr>
              <a:t>Studenten</a:t>
            </a:r>
          </a:p>
        </p:txBody>
      </p:sp>
      <p:sp>
        <p:nvSpPr>
          <p:cNvPr id="14" name="">
            <a:extLst xmlns:a="http://schemas.openxmlformats.org/drawingml/2006/main">
              <a:ext uri="{FF2B5EF4-FFF2-40B4-BE49-F238E27FC236}">
                <a16:creationId xmlns:a16="http://schemas.microsoft.com/office/drawing/2014/main" id="{EB5322FC-C41F-4549-A658-98A62CE016C6}"/>
              </a:ext>
            </a:extLst>
          </p:cNvPr>
          <p:cNvSpPr>
            <a:spLocks xmlns:a="http://schemas.openxmlformats.org/drawingml/2006/main" noGrp="1"/>
          </p:cNvSpPr>
          <p:nvPr/>
        </p:nvSpPr>
        <p:spPr>
          <a:xfrm xmlns:a="http://schemas.openxmlformats.org/drawingml/2006/main">
            <a:off x="3857625" y="1666875"/>
            <a:ext cx="1428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26313B"/>
                </a:solidFill>
                <a:latin typeface="Arial"/>
                <a:ea typeface="Arial"/>
                <a:cs typeface="Arial"/>
              </a:defRPr>
            </a:defPPr>
            <a:lvl1pPr>
              <a:defRPr sz="1725" b="0">
                <a:solidFill>
                  <a:srgbClr val="26313B"/>
                </a:solidFill>
                <a:latin typeface="Arial"/>
                <a:ea typeface="Arial"/>
                <a:cs typeface="Arial"/>
              </a:defRPr>
            </a:lvl1pPr>
            <a:lvl2pPr>
              <a:defRPr sz="1725" b="0">
                <a:solidFill>
                  <a:srgbClr val="26313B"/>
                </a:solidFill>
                <a:latin typeface="Arial"/>
                <a:ea typeface="Arial"/>
                <a:cs typeface="Arial"/>
              </a:defRPr>
            </a:lvl2pPr>
            <a:lvl3pPr>
              <a:defRPr sz="1725" b="0">
                <a:solidFill>
                  <a:srgbClr val="26313B"/>
                </a:solidFill>
                <a:latin typeface="Arial"/>
                <a:ea typeface="Arial"/>
                <a:cs typeface="Arial"/>
              </a:defRPr>
            </a:lvl3pPr>
            <a:lvl4pPr>
              <a:defRPr sz="1725" b="0">
                <a:solidFill>
                  <a:srgbClr val="26313B"/>
                </a:solidFill>
                <a:latin typeface="Arial"/>
                <a:ea typeface="Arial"/>
                <a:cs typeface="Arial"/>
              </a:defRPr>
            </a:lvl4pPr>
            <a:lvl5pPr>
              <a:defRPr sz="1725" b="0">
                <a:solidFill>
                  <a:srgbClr val="26313B"/>
                </a:solidFill>
                <a:latin typeface="Arial"/>
                <a:ea typeface="Arial"/>
                <a:cs typeface="Arial"/>
              </a:defRPr>
            </a:lvl5pPr>
            <a:lvl6pPr>
              <a:defRPr sz="1725" b="0">
                <a:solidFill>
                  <a:srgbClr val="26313B"/>
                </a:solidFill>
                <a:latin typeface="Arial"/>
                <a:ea typeface="Arial"/>
                <a:cs typeface="Arial"/>
              </a:defRPr>
            </a:lvl6pPr>
            <a:lvl7pPr>
              <a:defRPr sz="1725" b="0">
                <a:solidFill>
                  <a:srgbClr val="26313B"/>
                </a:solidFill>
                <a:latin typeface="Arial"/>
                <a:ea typeface="Arial"/>
                <a:cs typeface="Arial"/>
              </a:defRPr>
            </a:lvl7pPr>
            <a:lvl8pPr>
              <a:defRPr sz="1725" b="0">
                <a:solidFill>
                  <a:srgbClr val="26313B"/>
                </a:solidFill>
                <a:latin typeface="Arial"/>
                <a:ea typeface="Arial"/>
                <a:cs typeface="Arial"/>
              </a:defRPr>
            </a:lvl8pPr>
            <a:lvl9pPr>
              <a:defRPr sz="1725" b="0">
                <a:solidFill>
                  <a:srgbClr val="26313B"/>
                </a:solidFill>
                <a:latin typeface="Arial"/>
                <a:ea typeface="Arial"/>
                <a:cs typeface="Arial"/>
              </a:defRPr>
            </a:lvl9pPr>
          </a:lstStyle>
          <a:p xmlns:a="http://schemas.openxmlformats.org/drawingml/2006/main">
            <a:pPr>
              <a:defRPr sz="1725" b="0">
                <a:solidFill>
                  <a:srgbClr val="26313B"/>
                </a:solidFill>
                <a:latin typeface="Arial"/>
                <a:ea typeface="Arial"/>
                <a:cs typeface="Arial"/>
              </a:defRPr>
            </a:pPr>
            <a:r>
              <a:rPr sz="1725" b="0">
                <a:solidFill>
                  <a:srgbClr val="26313B"/>
                </a:solidFill>
                <a:latin typeface="Arial"/>
                <a:ea typeface="Arial"/>
                <a:cs typeface="Arial"/>
              </a:rPr>
              <a:t>Vorgänger</a:t>
            </a:r>
          </a:p>
        </p:txBody>
      </p:sp>
      <p:sp>
        <p:nvSpPr>
          <p:cNvPr id="15" name="">
            <a:extLst xmlns:a="http://schemas.openxmlformats.org/drawingml/2006/main">
              <a:ext uri="{FF2B5EF4-FFF2-40B4-BE49-F238E27FC236}">
                <a16:creationId xmlns:a16="http://schemas.microsoft.com/office/drawing/2014/main" id="{016DCE4B-4324-4D75-9502-43E3F5F9C029}"/>
              </a:ext>
            </a:extLst>
          </p:cNvPr>
          <p:cNvSpPr>
            <a:spLocks xmlns:a="http://schemas.openxmlformats.org/drawingml/2006/main" noGrp="1"/>
          </p:cNvSpPr>
          <p:nvPr/>
        </p:nvSpPr>
        <p:spPr>
          <a:xfrm xmlns:a="http://schemas.openxmlformats.org/drawingml/2006/main">
            <a:off x="7191375" y="1666875"/>
            <a:ext cx="152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26313B"/>
                </a:solidFill>
                <a:latin typeface="Arial"/>
                <a:ea typeface="Arial"/>
                <a:cs typeface="Arial"/>
              </a:defRPr>
            </a:defPPr>
            <a:lvl1pPr>
              <a:defRPr sz="1725" b="0">
                <a:solidFill>
                  <a:srgbClr val="26313B"/>
                </a:solidFill>
                <a:latin typeface="Arial"/>
                <a:ea typeface="Arial"/>
                <a:cs typeface="Arial"/>
              </a:defRPr>
            </a:lvl1pPr>
            <a:lvl2pPr>
              <a:defRPr sz="1725" b="0">
                <a:solidFill>
                  <a:srgbClr val="26313B"/>
                </a:solidFill>
                <a:latin typeface="Arial"/>
                <a:ea typeface="Arial"/>
                <a:cs typeface="Arial"/>
              </a:defRPr>
            </a:lvl2pPr>
            <a:lvl3pPr>
              <a:defRPr sz="1725" b="0">
                <a:solidFill>
                  <a:srgbClr val="26313B"/>
                </a:solidFill>
                <a:latin typeface="Arial"/>
                <a:ea typeface="Arial"/>
                <a:cs typeface="Arial"/>
              </a:defRPr>
            </a:lvl3pPr>
            <a:lvl4pPr>
              <a:defRPr sz="1725" b="0">
                <a:solidFill>
                  <a:srgbClr val="26313B"/>
                </a:solidFill>
                <a:latin typeface="Arial"/>
                <a:ea typeface="Arial"/>
                <a:cs typeface="Arial"/>
              </a:defRPr>
            </a:lvl4pPr>
            <a:lvl5pPr>
              <a:defRPr sz="1725" b="0">
                <a:solidFill>
                  <a:srgbClr val="26313B"/>
                </a:solidFill>
                <a:latin typeface="Arial"/>
                <a:ea typeface="Arial"/>
                <a:cs typeface="Arial"/>
              </a:defRPr>
            </a:lvl5pPr>
            <a:lvl6pPr>
              <a:defRPr sz="1725" b="0">
                <a:solidFill>
                  <a:srgbClr val="26313B"/>
                </a:solidFill>
                <a:latin typeface="Arial"/>
                <a:ea typeface="Arial"/>
                <a:cs typeface="Arial"/>
              </a:defRPr>
            </a:lvl6pPr>
            <a:lvl7pPr>
              <a:defRPr sz="1725" b="0">
                <a:solidFill>
                  <a:srgbClr val="26313B"/>
                </a:solidFill>
                <a:latin typeface="Arial"/>
                <a:ea typeface="Arial"/>
                <a:cs typeface="Arial"/>
              </a:defRPr>
            </a:lvl7pPr>
            <a:lvl8pPr>
              <a:defRPr sz="1725" b="0">
                <a:solidFill>
                  <a:srgbClr val="26313B"/>
                </a:solidFill>
                <a:latin typeface="Arial"/>
                <a:ea typeface="Arial"/>
                <a:cs typeface="Arial"/>
              </a:defRPr>
            </a:lvl8pPr>
            <a:lvl9pPr>
              <a:defRPr sz="1725" b="0">
                <a:solidFill>
                  <a:srgbClr val="26313B"/>
                </a:solidFill>
                <a:latin typeface="Arial"/>
                <a:ea typeface="Arial"/>
                <a:cs typeface="Arial"/>
              </a:defRPr>
            </a:lvl9pPr>
          </a:lstStyle>
          <a:p xmlns:a="http://schemas.openxmlformats.org/drawingml/2006/main">
            <a:pPr>
              <a:defRPr sz="1725" b="0">
                <a:solidFill>
                  <a:srgbClr val="26313B"/>
                </a:solidFill>
                <a:latin typeface="Arial"/>
                <a:ea typeface="Arial"/>
                <a:cs typeface="Arial"/>
              </a:defRPr>
            </a:pPr>
            <a:r>
              <a:rPr sz="1725" b="0">
                <a:solidFill>
                  <a:srgbClr val="26313B"/>
                </a:solidFill>
                <a:latin typeface="Arial"/>
                <a:ea typeface="Arial"/>
                <a:cs typeface="Arial"/>
              </a:rPr>
              <a:t>Nachfolger</a:t>
            </a:r>
          </a:p>
        </p:txBody>
      </p:sp>
      <p:sp>
        <p:nvSpPr>
          <p:cNvPr id="16" name="">
            <a:extLst xmlns:a="http://schemas.openxmlformats.org/drawingml/2006/main">
              <a:ext uri="{FF2B5EF4-FFF2-40B4-BE49-F238E27FC236}">
                <a16:creationId xmlns:a16="http://schemas.microsoft.com/office/drawing/2014/main" id="{3B017103-6B0E-4A5B-9D0B-41B75DFF0010}"/>
              </a:ext>
            </a:extLst>
          </p:cNvPr>
          <p:cNvSpPr>
            <a:spLocks xmlns:a="http://schemas.openxmlformats.org/drawingml/2006/main" noGrp="1"/>
          </p:cNvSpPr>
          <p:nvPr/>
        </p:nvSpPr>
        <p:spPr>
          <a:xfrm xmlns:a="http://schemas.openxmlformats.org/drawingml/2006/main">
            <a:off x="609600" y="48577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1">
                <a:solidFill>
                  <a:srgbClr val="005293"/>
                </a:solidFill>
                <a:latin typeface="Arial"/>
                <a:ea typeface="Arial"/>
                <a:cs typeface="Arial"/>
              </a:defRPr>
            </a:defPPr>
            <a:lvl1pPr>
              <a:defRPr sz="2175" b="1">
                <a:solidFill>
                  <a:srgbClr val="005293"/>
                </a:solidFill>
                <a:latin typeface="Arial"/>
                <a:ea typeface="Arial"/>
                <a:cs typeface="Arial"/>
              </a:defRPr>
            </a:lvl1pPr>
            <a:lvl2pPr>
              <a:defRPr sz="2175" b="1">
                <a:solidFill>
                  <a:srgbClr val="005293"/>
                </a:solidFill>
                <a:latin typeface="Arial"/>
                <a:ea typeface="Arial"/>
                <a:cs typeface="Arial"/>
              </a:defRPr>
            </a:lvl2pPr>
            <a:lvl3pPr>
              <a:defRPr sz="2175" b="1">
                <a:solidFill>
                  <a:srgbClr val="005293"/>
                </a:solidFill>
                <a:latin typeface="Arial"/>
                <a:ea typeface="Arial"/>
                <a:cs typeface="Arial"/>
              </a:defRPr>
            </a:lvl3pPr>
            <a:lvl4pPr>
              <a:defRPr sz="2175" b="1">
                <a:solidFill>
                  <a:srgbClr val="005293"/>
                </a:solidFill>
                <a:latin typeface="Arial"/>
                <a:ea typeface="Arial"/>
                <a:cs typeface="Arial"/>
              </a:defRPr>
            </a:lvl4pPr>
            <a:lvl5pPr>
              <a:defRPr sz="2175" b="1">
                <a:solidFill>
                  <a:srgbClr val="005293"/>
                </a:solidFill>
                <a:latin typeface="Arial"/>
                <a:ea typeface="Arial"/>
                <a:cs typeface="Arial"/>
              </a:defRPr>
            </a:lvl5pPr>
            <a:lvl6pPr>
              <a:defRPr sz="2175" b="1">
                <a:solidFill>
                  <a:srgbClr val="005293"/>
                </a:solidFill>
                <a:latin typeface="Arial"/>
                <a:ea typeface="Arial"/>
                <a:cs typeface="Arial"/>
              </a:defRPr>
            </a:lvl6pPr>
            <a:lvl7pPr>
              <a:defRPr sz="2175" b="1">
                <a:solidFill>
                  <a:srgbClr val="005293"/>
                </a:solidFill>
                <a:latin typeface="Arial"/>
                <a:ea typeface="Arial"/>
                <a:cs typeface="Arial"/>
              </a:defRPr>
            </a:lvl7pPr>
            <a:lvl8pPr>
              <a:defRPr sz="2175" b="1">
                <a:solidFill>
                  <a:srgbClr val="005293"/>
                </a:solidFill>
                <a:latin typeface="Arial"/>
                <a:ea typeface="Arial"/>
                <a:cs typeface="Arial"/>
              </a:defRPr>
            </a:lvl8pPr>
            <a:lvl9pPr>
              <a:defRPr sz="2175" b="1">
                <a:solidFill>
                  <a:srgbClr val="005293"/>
                </a:solidFill>
                <a:latin typeface="Arial"/>
                <a:ea typeface="Arial"/>
                <a:cs typeface="Arial"/>
              </a:defRPr>
            </a:lvl9pPr>
          </a:lstStyle>
          <a:p xmlns:a="http://schemas.openxmlformats.org/drawingml/2006/main">
            <a:pPr>
              <a:defRPr sz="2175" b="1">
                <a:solidFill>
                  <a:srgbClr val="005293"/>
                </a:solidFill>
                <a:latin typeface="Arial"/>
                <a:ea typeface="Arial"/>
                <a:cs typeface="Arial"/>
              </a:defRPr>
            </a:pPr>
            <a:r>
              <a:rPr sz="2175" b="1">
                <a:solidFill>
                  <a:srgbClr val="005293"/>
                </a:solidFill>
                <a:latin typeface="Arial"/>
                <a:ea typeface="Arial"/>
                <a:cs typeface="Arial"/>
              </a:rPr>
              <a:t>Zwei Rollen desselben Entitytyps: Vorgänger und Nachfolger.</a:t>
            </a:r>
          </a:p>
        </p:txBody>
      </p:sp>
      <p:sp>
        <p:nvSpPr>
          <p:cNvPr id="17" name="">
            <a:extLst xmlns:a="http://schemas.openxmlformats.org/drawingml/2006/main">
              <a:ext uri="{FF2B5EF4-FFF2-40B4-BE49-F238E27FC236}">
                <a16:creationId xmlns:a16="http://schemas.microsoft.com/office/drawing/2014/main" id="{20D683E2-CA5C-4EB0-AF49-590C86A714F5}"/>
              </a:ext>
            </a:extLst>
          </p:cNvPr>
          <p:cNvSpPr>
            <a:spLocks xmlns:a="http://schemas.openxmlformats.org/drawingml/2006/main" noGrp="1"/>
          </p:cNvSpPr>
          <p:nvPr/>
        </p:nvSpPr>
        <p:spPr>
          <a:xfrm xmlns:a="http://schemas.openxmlformats.org/drawingml/2006/main">
            <a:off x="609600" y="5381625"/>
            <a:ext cx="10972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025" b="0">
                <a:solidFill>
                  <a:srgbClr val="26313B"/>
                </a:solidFill>
                <a:latin typeface="Arial"/>
                <a:ea typeface="Arial"/>
                <a:cs typeface="Arial"/>
              </a:defRPr>
            </a:defPPr>
            <a:lvl1pPr>
              <a:defRPr sz="2025" b="0">
                <a:solidFill>
                  <a:srgbClr val="26313B"/>
                </a:solidFill>
                <a:latin typeface="Arial"/>
                <a:ea typeface="Arial"/>
                <a:cs typeface="Arial"/>
              </a:defRPr>
            </a:lvl1pPr>
            <a:lvl2pPr>
              <a:defRPr sz="2025" b="0">
                <a:solidFill>
                  <a:srgbClr val="26313B"/>
                </a:solidFill>
                <a:latin typeface="Arial"/>
                <a:ea typeface="Arial"/>
                <a:cs typeface="Arial"/>
              </a:defRPr>
            </a:lvl2pPr>
            <a:lvl3pPr>
              <a:defRPr sz="2025" b="0">
                <a:solidFill>
                  <a:srgbClr val="26313B"/>
                </a:solidFill>
                <a:latin typeface="Arial"/>
                <a:ea typeface="Arial"/>
                <a:cs typeface="Arial"/>
              </a:defRPr>
            </a:lvl3pPr>
            <a:lvl4pPr>
              <a:defRPr sz="2025" b="0">
                <a:solidFill>
                  <a:srgbClr val="26313B"/>
                </a:solidFill>
                <a:latin typeface="Arial"/>
                <a:ea typeface="Arial"/>
                <a:cs typeface="Arial"/>
              </a:defRPr>
            </a:lvl4pPr>
            <a:lvl5pPr>
              <a:defRPr sz="2025" b="0">
                <a:solidFill>
                  <a:srgbClr val="26313B"/>
                </a:solidFill>
                <a:latin typeface="Arial"/>
                <a:ea typeface="Arial"/>
                <a:cs typeface="Arial"/>
              </a:defRPr>
            </a:lvl5pPr>
            <a:lvl6pPr>
              <a:defRPr sz="2025" b="0">
                <a:solidFill>
                  <a:srgbClr val="26313B"/>
                </a:solidFill>
                <a:latin typeface="Arial"/>
                <a:ea typeface="Arial"/>
                <a:cs typeface="Arial"/>
              </a:defRPr>
            </a:lvl6pPr>
            <a:lvl7pPr>
              <a:defRPr sz="2025" b="0">
                <a:solidFill>
                  <a:srgbClr val="26313B"/>
                </a:solidFill>
                <a:latin typeface="Arial"/>
                <a:ea typeface="Arial"/>
                <a:cs typeface="Arial"/>
              </a:defRPr>
            </a:lvl7pPr>
            <a:lvl8pPr>
              <a:defRPr sz="2025" b="0">
                <a:solidFill>
                  <a:srgbClr val="26313B"/>
                </a:solidFill>
                <a:latin typeface="Arial"/>
                <a:ea typeface="Arial"/>
                <a:cs typeface="Arial"/>
              </a:defRPr>
            </a:lvl8pPr>
            <a:lvl9pPr>
              <a:defRPr sz="2025" b="0">
                <a:solidFill>
                  <a:srgbClr val="26313B"/>
                </a:solidFill>
                <a:latin typeface="Arial"/>
                <a:ea typeface="Arial"/>
                <a:cs typeface="Arial"/>
              </a:defRPr>
            </a:lvl9pPr>
          </a:lstStyle>
          <a:p xmlns:a="http://schemas.openxmlformats.org/drawingml/2006/main">
            <a:pPr>
              <a:defRPr sz="2025" b="0">
                <a:solidFill>
                  <a:srgbClr val="26313B"/>
                </a:solidFill>
                <a:latin typeface="Arial"/>
                <a:ea typeface="Arial"/>
                <a:cs typeface="Arial"/>
              </a:defRPr>
            </a:pPr>
            <a:r>
              <a:rPr sz="2025" b="0">
                <a:solidFill>
                  <a:srgbClr val="26313B"/>
                </a:solidFill>
                <a:latin typeface="Arial"/>
                <a:ea typeface="Arial"/>
                <a:cs typeface="Arial"/>
              </a:rPr>
              <a:t>Die wiederholten Rechtecke stehen für denselben Typ Vorlesungen.</a:t>
            </a:r>
          </a:p>
        </p:txBody>
      </p:sp>
      <p:sp>
        <p:nvSpPr>
          <p:cNvPr id="18" name="">
            <a:extLst xmlns:a="http://schemas.openxmlformats.org/drawingml/2006/main">
              <a:ext uri="{FF2B5EF4-FFF2-40B4-BE49-F238E27FC236}">
                <a16:creationId xmlns:a16="http://schemas.microsoft.com/office/drawing/2014/main" id="{FA5122E9-7AD4-4BE8-924F-707BD7FB004E}"/>
              </a:ext>
            </a:extLst>
          </p:cNvPr>
          <p:cNvSpPr>
            <a:spLocks xmlns:a="http://schemas.openxmlformats.org/drawingml/2006/main" noGrp="1"/>
          </p:cNvSpPr>
          <p:nvPr/>
        </p:nvSpPr>
        <p:spPr>
          <a:xfrm xmlns:a="http://schemas.openxmlformats.org/drawingml/2006/main">
            <a:off x="609600" y="5857875"/>
            <a:ext cx="10972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025" b="0">
                <a:solidFill>
                  <a:srgbClr val="26313B"/>
                </a:solidFill>
                <a:latin typeface="Arial"/>
                <a:ea typeface="Arial"/>
                <a:cs typeface="Arial"/>
              </a:defRPr>
            </a:defPPr>
            <a:lvl1pPr>
              <a:defRPr sz="2025" b="0">
                <a:solidFill>
                  <a:srgbClr val="26313B"/>
                </a:solidFill>
                <a:latin typeface="Arial"/>
                <a:ea typeface="Arial"/>
                <a:cs typeface="Arial"/>
              </a:defRPr>
            </a:lvl1pPr>
            <a:lvl2pPr>
              <a:defRPr sz="2025" b="0">
                <a:solidFill>
                  <a:srgbClr val="26313B"/>
                </a:solidFill>
                <a:latin typeface="Arial"/>
                <a:ea typeface="Arial"/>
                <a:cs typeface="Arial"/>
              </a:defRPr>
            </a:lvl2pPr>
            <a:lvl3pPr>
              <a:defRPr sz="2025" b="0">
                <a:solidFill>
                  <a:srgbClr val="26313B"/>
                </a:solidFill>
                <a:latin typeface="Arial"/>
                <a:ea typeface="Arial"/>
                <a:cs typeface="Arial"/>
              </a:defRPr>
            </a:lvl3pPr>
            <a:lvl4pPr>
              <a:defRPr sz="2025" b="0">
                <a:solidFill>
                  <a:srgbClr val="26313B"/>
                </a:solidFill>
                <a:latin typeface="Arial"/>
                <a:ea typeface="Arial"/>
                <a:cs typeface="Arial"/>
              </a:defRPr>
            </a:lvl4pPr>
            <a:lvl5pPr>
              <a:defRPr sz="2025" b="0">
                <a:solidFill>
                  <a:srgbClr val="26313B"/>
                </a:solidFill>
                <a:latin typeface="Arial"/>
                <a:ea typeface="Arial"/>
                <a:cs typeface="Arial"/>
              </a:defRPr>
            </a:lvl5pPr>
            <a:lvl6pPr>
              <a:defRPr sz="2025" b="0">
                <a:solidFill>
                  <a:srgbClr val="26313B"/>
                </a:solidFill>
                <a:latin typeface="Arial"/>
                <a:ea typeface="Arial"/>
                <a:cs typeface="Arial"/>
              </a:defRPr>
            </a:lvl6pPr>
            <a:lvl7pPr>
              <a:defRPr sz="2025" b="0">
                <a:solidFill>
                  <a:srgbClr val="26313B"/>
                </a:solidFill>
                <a:latin typeface="Arial"/>
                <a:ea typeface="Arial"/>
                <a:cs typeface="Arial"/>
              </a:defRPr>
            </a:lvl7pPr>
            <a:lvl8pPr>
              <a:defRPr sz="2025" b="0">
                <a:solidFill>
                  <a:srgbClr val="26313B"/>
                </a:solidFill>
                <a:latin typeface="Arial"/>
                <a:ea typeface="Arial"/>
                <a:cs typeface="Arial"/>
              </a:defRPr>
            </a:lvl8pPr>
            <a:lvl9pPr>
              <a:defRPr sz="2025" b="0">
                <a:solidFill>
                  <a:srgbClr val="26313B"/>
                </a:solidFill>
                <a:latin typeface="Arial"/>
                <a:ea typeface="Arial"/>
                <a:cs typeface="Arial"/>
              </a:defRPr>
            </a:lvl9pPr>
          </a:lstStyle>
          <a:p xmlns:a="http://schemas.openxmlformats.org/drawingml/2006/main">
            <a:pPr>
              <a:defRPr sz="2025" b="0">
                <a:solidFill>
                  <a:srgbClr val="26313B"/>
                </a:solidFill>
                <a:latin typeface="Arial"/>
                <a:ea typeface="Arial"/>
                <a:cs typeface="Arial"/>
              </a:defRPr>
            </a:pPr>
            <a:r>
              <a:rPr sz="2025" b="0">
                <a:solidFill>
                  <a:srgbClr val="26313B"/>
                </a:solidFill>
                <a:latin typeface="Arial"/>
                <a:ea typeface="Arial"/>
                <a:cs typeface="Arial"/>
              </a:rPr>
              <a:t>Im Gesamtdiagramm einen Typ meist einmal zeichnen und Kanten bündeln.</a:t>
            </a:r>
          </a:p>
        </p:txBody>
      </p:sp>
      <p:sp>
        <p:nvSpPr>
          <p:cNvPr id="19" name="">
            <a:extLst xmlns:a="http://schemas.openxmlformats.org/drawingml/2006/main">
              <a:ext uri="{FF2B5EF4-FFF2-40B4-BE49-F238E27FC236}">
                <a16:creationId xmlns:a16="http://schemas.microsoft.com/office/drawing/2014/main" id="{706B5EB5-CFF5-4FB8-9A32-F415D81A691F}"/>
              </a:ext>
            </a:extLst>
          </p:cNvPr>
          <p:cNvSpPr>
            <a:spLocks xmlns:a="http://schemas.openxmlformats.org/drawingml/2006/main" noGrp="1"/>
          </p:cNvSpPr>
          <p:nvPr/>
        </p:nvSpPr>
        <p:spPr>
          <a:xfrm xmlns:a="http://schemas.openxmlformats.org/drawingml/2006/main">
            <a:off x="11144250" y="644842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5</a:t>
            </a:r>
          </a:p>
        </p:txBody>
      </p:sp>
    </p:spTree>
    <p:extLst>
      <p:ext uri="{BB962C8B-B14F-4D97-AF65-F5344CB8AC3E}">
        <p14:creationId xmlns:p14="http://schemas.microsoft.com/office/powerpoint/2010/main" val="212780195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8DAEEF-76D9-42EE-92A9-7F2E181784D2}"/>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Relationenschema und Attribute</a:t>
            </a:r>
          </a:p>
        </p:txBody>
      </p:sp>
      <p:sp>
        <p:nvSpPr>
          <p:cNvPr id="2" name="">
            <a:extLst xmlns:a="http://schemas.openxmlformats.org/drawingml/2006/main">
              <a:ext uri="{FF2B5EF4-FFF2-40B4-BE49-F238E27FC236}">
                <a16:creationId xmlns:a16="http://schemas.microsoft.com/office/drawing/2014/main" id="{C4FA9120-37B0-40DB-A5FB-0E1E7AE786E1}"/>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5FFDCA90-DA7F-42F5-AFFB-113199D6D795}"/>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C69D41C4-D94C-4C0A-ADCE-51A9EFFE04D9}"/>
              </a:ext>
            </a:extLst>
          </p:cNvPr>
          <p:cNvSpPr>
            <a:spLocks xmlns:a="http://schemas.openxmlformats.org/drawingml/2006/main" noGrp="1"/>
          </p:cNvSpPr>
          <p:nvPr/>
        </p:nvSpPr>
        <p:spPr>
          <a:xfrm xmlns:a="http://schemas.openxmlformats.org/drawingml/2006/main">
            <a:off x="609600" y="138112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5293"/>
                </a:solidFill>
                <a:latin typeface="Arial"/>
                <a:ea typeface="Arial"/>
                <a:cs typeface="Arial"/>
              </a:defRPr>
            </a:defPPr>
            <a:lvl1pPr>
              <a:buNone/>
              <a:defRPr sz="2325" b="1">
                <a:solidFill>
                  <a:srgbClr val="005293"/>
                </a:solidFill>
                <a:latin typeface="Arial"/>
                <a:ea typeface="Arial"/>
                <a:cs typeface="Arial"/>
              </a:defRPr>
            </a:lvl1pPr>
            <a:lvl2pPr>
              <a:buNone/>
              <a:defRPr sz="2325" b="1">
                <a:solidFill>
                  <a:srgbClr val="005293"/>
                </a:solidFill>
                <a:latin typeface="Arial"/>
                <a:ea typeface="Arial"/>
                <a:cs typeface="Arial"/>
              </a:defRPr>
            </a:lvl2pPr>
            <a:lvl3pPr>
              <a:buNone/>
              <a:defRPr sz="2325" b="1">
                <a:solidFill>
                  <a:srgbClr val="005293"/>
                </a:solidFill>
                <a:latin typeface="Arial"/>
                <a:ea typeface="Arial"/>
                <a:cs typeface="Arial"/>
              </a:defRPr>
            </a:lvl3pPr>
            <a:lvl4pPr>
              <a:buNone/>
              <a:defRPr sz="2325" b="1">
                <a:solidFill>
                  <a:srgbClr val="005293"/>
                </a:solidFill>
                <a:latin typeface="Arial"/>
                <a:ea typeface="Arial"/>
                <a:cs typeface="Arial"/>
              </a:defRPr>
            </a:lvl4pPr>
            <a:lvl5pPr>
              <a:buNone/>
              <a:defRPr sz="2325" b="1">
                <a:solidFill>
                  <a:srgbClr val="005293"/>
                </a:solidFill>
                <a:latin typeface="Arial"/>
                <a:ea typeface="Arial"/>
                <a:cs typeface="Arial"/>
              </a:defRPr>
            </a:lvl5pPr>
            <a:lvl6pPr>
              <a:buNone/>
              <a:defRPr sz="2325" b="1">
                <a:solidFill>
                  <a:srgbClr val="005293"/>
                </a:solidFill>
                <a:latin typeface="Arial"/>
                <a:ea typeface="Arial"/>
                <a:cs typeface="Arial"/>
              </a:defRPr>
            </a:lvl6pPr>
            <a:lvl7pPr>
              <a:buNone/>
              <a:defRPr sz="2325" b="1">
                <a:solidFill>
                  <a:srgbClr val="005293"/>
                </a:solidFill>
                <a:latin typeface="Arial"/>
                <a:ea typeface="Arial"/>
                <a:cs typeface="Arial"/>
              </a:defRPr>
            </a:lvl7pPr>
            <a:lvl8pPr>
              <a:buNone/>
              <a:defRPr sz="2325" b="1">
                <a:solidFill>
                  <a:srgbClr val="005293"/>
                </a:solidFill>
                <a:latin typeface="Arial"/>
                <a:ea typeface="Arial"/>
                <a:cs typeface="Arial"/>
              </a:defRPr>
            </a:lvl8pPr>
            <a:lvl9pPr>
              <a:buNone/>
              <a:defRPr sz="2325" b="1">
                <a:solidFill>
                  <a:srgbClr val="005293"/>
                </a:solidFill>
                <a:latin typeface="Arial"/>
                <a:ea typeface="Arial"/>
                <a:cs typeface="Arial"/>
              </a:defRPr>
            </a:lvl9pPr>
          </a:lstStyle>
          <a:p xmlns:a="http://schemas.openxmlformats.org/drawingml/2006/main">
            <a:pPr>
              <a:buNone/>
              <a:defRPr sz="2325" b="1">
                <a:solidFill>
                  <a:srgbClr val="005293"/>
                </a:solidFill>
                <a:latin typeface="Arial"/>
                <a:ea typeface="Arial"/>
                <a:cs typeface="Arial"/>
              </a:defRPr>
            </a:pPr>
            <a:r>
              <a:t>Studenten(</a:t>
            </a:r>
            <a:r>
              <a:rPr u="sng"/>
              <a:t>MatrNr</a:t>
            </a:r>
            <a:r>
              <a:t>: integer, Name: string, Semester: integer)</a:t>
            </a:r>
          </a:p>
        </p:txBody>
      </p:sp>
      <p:sp>
        <p:nvSpPr>
          <p:cNvPr id="5" name="">
            <a:extLst xmlns:a="http://schemas.openxmlformats.org/drawingml/2006/main">
              <a:ext uri="{FF2B5EF4-FFF2-40B4-BE49-F238E27FC236}">
                <a16:creationId xmlns:a16="http://schemas.microsoft.com/office/drawing/2014/main" id="{8859A459-2629-438D-B95A-A4B2FBC94E12}"/>
              </a:ext>
            </a:extLst>
          </p:cNvPr>
          <p:cNvSpPr>
            <a:spLocks xmlns:a="http://schemas.openxmlformats.org/drawingml/2006/main" noGrp="1"/>
          </p:cNvSpPr>
          <p:nvPr/>
        </p:nvSpPr>
        <p:spPr>
          <a:xfrm xmlns:a="http://schemas.openxmlformats.org/drawingml/2006/main">
            <a:off x="609600" y="22955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buNone/>
              <a:defRPr sz="2100" b="0">
                <a:solidFill>
                  <a:srgbClr val="202B33"/>
                </a:solidFill>
                <a:latin typeface="Arial"/>
                <a:ea typeface="Arial"/>
                <a:cs typeface="Arial"/>
              </a:defRPr>
            </a:lvl1pPr>
            <a:lvl2pPr>
              <a:buNone/>
              <a:defRPr sz="2100" b="0">
                <a:solidFill>
                  <a:srgbClr val="202B33"/>
                </a:solidFill>
                <a:latin typeface="Arial"/>
                <a:ea typeface="Arial"/>
                <a:cs typeface="Arial"/>
              </a:defRPr>
            </a:lvl2pPr>
            <a:lvl3pPr>
              <a:buNone/>
              <a:defRPr sz="2100" b="0">
                <a:solidFill>
                  <a:srgbClr val="202B33"/>
                </a:solidFill>
                <a:latin typeface="Arial"/>
                <a:ea typeface="Arial"/>
                <a:cs typeface="Arial"/>
              </a:defRPr>
            </a:lvl3pPr>
            <a:lvl4pPr>
              <a:buNone/>
              <a:defRPr sz="2100" b="0">
                <a:solidFill>
                  <a:srgbClr val="202B33"/>
                </a:solidFill>
                <a:latin typeface="Arial"/>
                <a:ea typeface="Arial"/>
                <a:cs typeface="Arial"/>
              </a:defRPr>
            </a:lvl4pPr>
            <a:lvl5pPr>
              <a:buNone/>
              <a:defRPr sz="2100" b="0">
                <a:solidFill>
                  <a:srgbClr val="202B33"/>
                </a:solidFill>
                <a:latin typeface="Arial"/>
                <a:ea typeface="Arial"/>
                <a:cs typeface="Arial"/>
              </a:defRPr>
            </a:lvl5pPr>
            <a:lvl6pPr>
              <a:buNone/>
              <a:defRPr sz="2100" b="0">
                <a:solidFill>
                  <a:srgbClr val="202B33"/>
                </a:solidFill>
                <a:latin typeface="Arial"/>
                <a:ea typeface="Arial"/>
                <a:cs typeface="Arial"/>
              </a:defRPr>
            </a:lvl6pPr>
            <a:lvl7pPr>
              <a:buNone/>
              <a:defRPr sz="2100" b="0">
                <a:solidFill>
                  <a:srgbClr val="202B33"/>
                </a:solidFill>
                <a:latin typeface="Arial"/>
                <a:ea typeface="Arial"/>
                <a:cs typeface="Arial"/>
              </a:defRPr>
            </a:lvl7pPr>
            <a:lvl8pPr>
              <a:buNone/>
              <a:defRPr sz="2100" b="0">
                <a:solidFill>
                  <a:srgbClr val="202B33"/>
                </a:solidFill>
                <a:latin typeface="Arial"/>
                <a:ea typeface="Arial"/>
                <a:cs typeface="Arial"/>
              </a:defRPr>
            </a:lvl8pPr>
            <a:lvl9pPr>
              <a:buNone/>
              <a:defRPr sz="2100" b="0">
                <a:solidFill>
                  <a:srgbClr val="202B33"/>
                </a:solidFill>
                <a:latin typeface="Arial"/>
                <a:ea typeface="Arial"/>
                <a:cs typeface="Arial"/>
              </a:defRPr>
            </a:lvl9pPr>
          </a:lstStyle>
          <a:p xmlns:a="http://schemas.openxmlformats.org/drawingml/2006/main">
            <a:pPr>
              <a:buNone/>
              <a:defRPr sz="2100" b="0">
                <a:solidFill>
                  <a:srgbClr val="202B33"/>
                </a:solidFill>
                <a:latin typeface="Arial"/>
                <a:ea typeface="Arial"/>
                <a:cs typeface="Arial"/>
              </a:defRPr>
            </a:pPr>
            <a:r>
              <a:rPr sz="2100" b="0">
                <a:solidFill>
                  <a:srgbClr val="202B33"/>
                </a:solidFill>
                <a:latin typeface="Arial"/>
                <a:ea typeface="Arial"/>
                <a:cs typeface="Arial"/>
              </a:rPr>
              <a:t>Das Schema nennt die Relation, ihre Attribute und deren Wertebereiche.</a:t>
            </a:r>
          </a:p>
        </p:txBody>
      </p:sp>
      <p:graphicFrame>
        <p:nvGraphicFramePr>
          <p:cNvPr id="6" name="">
            <a:extLst xmlns:a="http://schemas.openxmlformats.org/drawingml/2006/main">
              <a:ext uri="{FF2B5EF4-FFF2-40B4-BE49-F238E27FC236}">
                <a16:creationId xmlns:a16="http://schemas.microsoft.com/office/drawing/2014/main" id="{82F83134-E1D8-47FD-A4FB-E195CE44BC1D}"/>
              </a:ext>
            </a:extLst>
          </p:cNvPr>
          <p:cNvGraphicFramePr/>
          <p:nvPr/>
        </p:nvGraphicFramePr>
        <p:xfrm>
          <a:off xmlns:a="http://schemas.openxmlformats.org/drawingml/2006/main" x="609600" y="3095625"/>
          <a:ext xmlns:a="http://schemas.openxmlformats.org/drawingml/2006/main" cx="9048750" cy="1857375"/>
        </p:xfrm>
        <a:graphic xmlns:a="http://schemas.openxmlformats.org/drawingml/2006/main">
          <a:graphicData uri="http://schemas.openxmlformats.org/drawingml/2006/table">
            <a:tbl>
              <a:tblPr/>
              <a:tblGrid>
                <a:gridCol w="2381250"/>
                <a:gridCol w="4286250"/>
                <a:gridCol w="2381250"/>
              </a:tblGrid>
              <a:tr h="619125">
                <a:tc>
                  <a:txBody>
                    <a:bodyPr/>
                    <a:lstStyle/>
                    <a:p>
                      <a:r>
                        <a:rPr sz="2100" b="1" u="sng">
                          <a:solidFill>
                            <a:srgbClr val="FFFFFF"/>
                          </a:solidFill>
                          <a:latin typeface="Arial"/>
                          <a:ea typeface="Arial"/>
                          <a:cs typeface="Arial"/>
                        </a:rPr>
                        <a:t>MatrNr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2100"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2100" b="1">
                          <a:solidFill>
                            <a:srgbClr val="FFFFFF"/>
                          </a:solidFill>
                          <a:latin typeface="Arial"/>
                          <a:ea typeface="Arial"/>
                          <a:cs typeface="Arial"/>
                        </a:rPr>
                        <a:t>Semester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619125">
                <a:tc>
                  <a:txBody>
                    <a:bodyPr/>
                    <a:lstStyle/>
                    <a:p>
                      <a:r>
                        <a:rPr sz="2100" b="0">
                          <a:solidFill>
                            <a:srgbClr val="202B33"/>
                          </a:solidFill>
                          <a:latin typeface="Arial"/>
                          <a:ea typeface="Arial"/>
                          <a:cs typeface="Arial"/>
                        </a:rPr>
                        <a:t>1001</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100" b="0">
                          <a:solidFill>
                            <a:srgbClr val="202B33"/>
                          </a:solidFill>
                          <a:latin typeface="Arial"/>
                          <a:ea typeface="Arial"/>
                          <a:cs typeface="Arial"/>
                        </a:rPr>
                        <a:t>Anna</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100" b="0">
                          <a:solidFill>
                            <a:srgbClr val="202B33"/>
                          </a:solidFill>
                          <a:latin typeface="Arial"/>
                          <a:ea typeface="Arial"/>
                          <a:cs typeface="Arial"/>
                        </a:rPr>
                        <a:t>3</a:t>
                      </a:r>
                    </a:p>
                  </a:txBody>
                  <a:tcPr marL="95250" marR="66675" marT="28575" marB="28575" anchor="ctr">
                    <a:lnR w="6668">
                      <a:solidFill>
                        <a:srgbClr val="CBD8E1"/>
                      </a:solidFill>
                    </a:lnR>
                    <a:lnB w="6668">
                      <a:solidFill>
                        <a:srgbClr val="CBD8E1"/>
                      </a:solidFill>
                    </a:lnB>
                    <a:solidFill>
                      <a:srgbClr val="FFFFFF"/>
                    </a:solidFill>
                  </a:tcPr>
                </a:tc>
              </a:tr>
              <a:tr h="619125">
                <a:tc>
                  <a:txBody>
                    <a:bodyPr/>
                    <a:lstStyle/>
                    <a:p>
                      <a:r>
                        <a:rPr sz="2100" b="0">
                          <a:solidFill>
                            <a:srgbClr val="202B33"/>
                          </a:solidFill>
                          <a:latin typeface="Arial"/>
                          <a:ea typeface="Arial"/>
                          <a:cs typeface="Arial"/>
                        </a:rPr>
                        <a:t>1002</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2100" b="0">
                          <a:solidFill>
                            <a:srgbClr val="202B33"/>
                          </a:solidFill>
                          <a:latin typeface="Arial"/>
                          <a:ea typeface="Arial"/>
                          <a:cs typeface="Arial"/>
                        </a:rPr>
                        <a:t>Ben</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2100" b="0">
                          <a:solidFill>
                            <a:srgbClr val="202B33"/>
                          </a:solidFill>
                          <a:latin typeface="Arial"/>
                          <a:ea typeface="Arial"/>
                          <a:cs typeface="Arial"/>
                        </a:rPr>
                        <a:t>1</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7" name="">
            <a:extLst xmlns:a="http://schemas.openxmlformats.org/drawingml/2006/main">
              <a:ext uri="{FF2B5EF4-FFF2-40B4-BE49-F238E27FC236}">
                <a16:creationId xmlns:a16="http://schemas.microsoft.com/office/drawing/2014/main" id="{AE45E65B-84E2-425F-84DE-E50ECC9FC421}"/>
              </a:ext>
            </a:extLst>
          </p:cNvPr>
          <p:cNvSpPr>
            <a:spLocks xmlns:a="http://schemas.openxmlformats.org/drawingml/2006/main" noGrp="1"/>
          </p:cNvSpPr>
          <p:nvPr/>
        </p:nvSpPr>
        <p:spPr>
          <a:xfrm xmlns:a="http://schemas.openxmlformats.org/drawingml/2006/main">
            <a:off x="609600" y="5362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5293"/>
                </a:solidFill>
                <a:latin typeface="Arial"/>
                <a:ea typeface="Arial"/>
                <a:cs typeface="Arial"/>
              </a:defRPr>
            </a:defPPr>
            <a:lvl1pPr>
              <a:buNone/>
              <a:defRPr sz="2175" b="1">
                <a:solidFill>
                  <a:srgbClr val="005293"/>
                </a:solidFill>
                <a:latin typeface="Arial"/>
                <a:ea typeface="Arial"/>
                <a:cs typeface="Arial"/>
              </a:defRPr>
            </a:lvl1pPr>
            <a:lvl2pPr>
              <a:buNone/>
              <a:defRPr sz="2175" b="1">
                <a:solidFill>
                  <a:srgbClr val="005293"/>
                </a:solidFill>
                <a:latin typeface="Arial"/>
                <a:ea typeface="Arial"/>
                <a:cs typeface="Arial"/>
              </a:defRPr>
            </a:lvl2pPr>
            <a:lvl3pPr>
              <a:buNone/>
              <a:defRPr sz="2175" b="1">
                <a:solidFill>
                  <a:srgbClr val="005293"/>
                </a:solidFill>
                <a:latin typeface="Arial"/>
                <a:ea typeface="Arial"/>
                <a:cs typeface="Arial"/>
              </a:defRPr>
            </a:lvl3pPr>
            <a:lvl4pPr>
              <a:buNone/>
              <a:defRPr sz="2175" b="1">
                <a:solidFill>
                  <a:srgbClr val="005293"/>
                </a:solidFill>
                <a:latin typeface="Arial"/>
                <a:ea typeface="Arial"/>
                <a:cs typeface="Arial"/>
              </a:defRPr>
            </a:lvl4pPr>
            <a:lvl5pPr>
              <a:buNone/>
              <a:defRPr sz="2175" b="1">
                <a:solidFill>
                  <a:srgbClr val="005293"/>
                </a:solidFill>
                <a:latin typeface="Arial"/>
                <a:ea typeface="Arial"/>
                <a:cs typeface="Arial"/>
              </a:defRPr>
            </a:lvl5pPr>
            <a:lvl6pPr>
              <a:buNone/>
              <a:defRPr sz="2175" b="1">
                <a:solidFill>
                  <a:srgbClr val="005293"/>
                </a:solidFill>
                <a:latin typeface="Arial"/>
                <a:ea typeface="Arial"/>
                <a:cs typeface="Arial"/>
              </a:defRPr>
            </a:lvl6pPr>
            <a:lvl7pPr>
              <a:buNone/>
              <a:defRPr sz="2175" b="1">
                <a:solidFill>
                  <a:srgbClr val="005293"/>
                </a:solidFill>
                <a:latin typeface="Arial"/>
                <a:ea typeface="Arial"/>
                <a:cs typeface="Arial"/>
              </a:defRPr>
            </a:lvl7pPr>
            <a:lvl8pPr>
              <a:buNone/>
              <a:defRPr sz="2175" b="1">
                <a:solidFill>
                  <a:srgbClr val="005293"/>
                </a:solidFill>
                <a:latin typeface="Arial"/>
                <a:ea typeface="Arial"/>
                <a:cs typeface="Arial"/>
              </a:defRPr>
            </a:lvl8pPr>
            <a:lvl9pPr>
              <a:buNone/>
              <a:defRPr sz="2175" b="1">
                <a:solidFill>
                  <a:srgbClr val="005293"/>
                </a:solidFill>
                <a:latin typeface="Arial"/>
                <a:ea typeface="Arial"/>
                <a:cs typeface="Arial"/>
              </a:defRPr>
            </a:lvl9pPr>
          </a:lstStyle>
          <a:p xmlns:a="http://schemas.openxmlformats.org/drawingml/2006/main">
            <a:pPr>
              <a:buNone/>
              <a:defRPr sz="2175" b="1">
                <a:solidFill>
                  <a:srgbClr val="005293"/>
                </a:solidFill>
                <a:latin typeface="Arial"/>
                <a:ea typeface="Arial"/>
                <a:cs typeface="Arial"/>
              </a:defRPr>
            </a:pPr>
            <a:r>
              <a:rPr sz="2175" b="1">
                <a:solidFill>
                  <a:srgbClr val="005293"/>
                </a:solidFill>
                <a:latin typeface="Arial"/>
                <a:ea typeface="Arial"/>
                <a:cs typeface="Arial"/>
              </a:rPr>
              <a:t>Spalte = Attribut. Zeile = Tupel. Die Tabelle zeigt eine Ausprägung.</a:t>
            </a:r>
          </a:p>
        </p:txBody>
      </p:sp>
      <p:sp>
        <p:nvSpPr>
          <p:cNvPr id="8" name="">
            <a:extLst xmlns:a="http://schemas.openxmlformats.org/drawingml/2006/main">
              <a:ext uri="{FF2B5EF4-FFF2-40B4-BE49-F238E27FC236}">
                <a16:creationId xmlns:a16="http://schemas.microsoft.com/office/drawing/2014/main" id="{41055CF1-75C3-4131-8764-8669E1B4C602}"/>
              </a:ext>
            </a:extLst>
          </p:cNvPr>
          <p:cNvSpPr>
            <a:spLocks xmlns:a="http://schemas.openxmlformats.org/drawingml/2006/main" noGrp="1"/>
          </p:cNvSpPr>
          <p:nvPr/>
        </p:nvSpPr>
        <p:spPr>
          <a:xfrm xmlns:a="http://schemas.openxmlformats.org/drawingml/2006/main">
            <a:off x="609600" y="58769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202B33"/>
                </a:solidFill>
                <a:latin typeface="Arial"/>
                <a:ea typeface="Arial"/>
                <a:cs typeface="Arial"/>
              </a:defRPr>
            </a:defPPr>
            <a:lvl1pPr>
              <a:buNone/>
              <a:defRPr sz="1950" b="0">
                <a:solidFill>
                  <a:srgbClr val="202B33"/>
                </a:solidFill>
                <a:latin typeface="Arial"/>
                <a:ea typeface="Arial"/>
                <a:cs typeface="Arial"/>
              </a:defRPr>
            </a:lvl1pPr>
            <a:lvl2pPr>
              <a:buNone/>
              <a:defRPr sz="1950" b="0">
                <a:solidFill>
                  <a:srgbClr val="202B33"/>
                </a:solidFill>
                <a:latin typeface="Arial"/>
                <a:ea typeface="Arial"/>
                <a:cs typeface="Arial"/>
              </a:defRPr>
            </a:lvl2pPr>
            <a:lvl3pPr>
              <a:buNone/>
              <a:defRPr sz="1950" b="0">
                <a:solidFill>
                  <a:srgbClr val="202B33"/>
                </a:solidFill>
                <a:latin typeface="Arial"/>
                <a:ea typeface="Arial"/>
                <a:cs typeface="Arial"/>
              </a:defRPr>
            </a:lvl3pPr>
            <a:lvl4pPr>
              <a:buNone/>
              <a:defRPr sz="1950" b="0">
                <a:solidFill>
                  <a:srgbClr val="202B33"/>
                </a:solidFill>
                <a:latin typeface="Arial"/>
                <a:ea typeface="Arial"/>
                <a:cs typeface="Arial"/>
              </a:defRPr>
            </a:lvl4pPr>
            <a:lvl5pPr>
              <a:buNone/>
              <a:defRPr sz="1950" b="0">
                <a:solidFill>
                  <a:srgbClr val="202B33"/>
                </a:solidFill>
                <a:latin typeface="Arial"/>
                <a:ea typeface="Arial"/>
                <a:cs typeface="Arial"/>
              </a:defRPr>
            </a:lvl5pPr>
            <a:lvl6pPr>
              <a:buNone/>
              <a:defRPr sz="1950" b="0">
                <a:solidFill>
                  <a:srgbClr val="202B33"/>
                </a:solidFill>
                <a:latin typeface="Arial"/>
                <a:ea typeface="Arial"/>
                <a:cs typeface="Arial"/>
              </a:defRPr>
            </a:lvl6pPr>
            <a:lvl7pPr>
              <a:buNone/>
              <a:defRPr sz="1950" b="0">
                <a:solidFill>
                  <a:srgbClr val="202B33"/>
                </a:solidFill>
                <a:latin typeface="Arial"/>
                <a:ea typeface="Arial"/>
                <a:cs typeface="Arial"/>
              </a:defRPr>
            </a:lvl7pPr>
            <a:lvl8pPr>
              <a:buNone/>
              <a:defRPr sz="1950" b="0">
                <a:solidFill>
                  <a:srgbClr val="202B33"/>
                </a:solidFill>
                <a:latin typeface="Arial"/>
                <a:ea typeface="Arial"/>
                <a:cs typeface="Arial"/>
              </a:defRPr>
            </a:lvl8pPr>
            <a:lvl9pPr>
              <a:buNone/>
              <a:defRPr sz="1950" b="0">
                <a:solidFill>
                  <a:srgbClr val="202B33"/>
                </a:solidFill>
                <a:latin typeface="Arial"/>
                <a:ea typeface="Arial"/>
                <a:cs typeface="Arial"/>
              </a:defRPr>
            </a:lvl9pPr>
          </a:lstStyle>
          <a:p xmlns:a="http://schemas.openxmlformats.org/drawingml/2006/main">
            <a:pPr>
              <a:buNone/>
              <a:defRPr sz="1950" b="0">
                <a:solidFill>
                  <a:srgbClr val="202B33"/>
                </a:solidFill>
                <a:latin typeface="Arial"/>
                <a:ea typeface="Arial"/>
                <a:cs typeface="Arial"/>
              </a:defRPr>
            </a:pPr>
            <a:r>
              <a:rPr sz="1950" b="0">
                <a:solidFill>
                  <a:srgbClr val="202B33"/>
                </a:solidFill>
                <a:latin typeface="Arial"/>
                <a:ea typeface="Arial"/>
                <a:cs typeface="Arial"/>
              </a:rPr>
              <a:t>Relationen können Entitytypen und Beziehungstypen darstellen.</a:t>
            </a:r>
          </a:p>
        </p:txBody>
      </p:sp>
    </p:spTree>
    <p:extLst>
      <p:ext uri="{BB962C8B-B14F-4D97-AF65-F5344CB8AC3E}">
        <p14:creationId xmlns:p14="http://schemas.microsoft.com/office/powerpoint/2010/main" val="71466667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42CD75-CB84-43E0-9932-4735445012A8}"/>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Primärschlüssel und zusammengesetzte Schlüssel</a:t>
            </a:r>
          </a:p>
        </p:txBody>
      </p:sp>
      <p:sp>
        <p:nvSpPr>
          <p:cNvPr id="2" name="">
            <a:extLst xmlns:a="http://schemas.openxmlformats.org/drawingml/2006/main">
              <a:ext uri="{FF2B5EF4-FFF2-40B4-BE49-F238E27FC236}">
                <a16:creationId xmlns:a16="http://schemas.microsoft.com/office/drawing/2014/main" id="{F85DF38B-15E5-4B8F-AE79-C2FE22E59D77}"/>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6A7FB517-2A68-42FC-9F75-8D3FC6BDD249}"/>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7</a:t>
            </a:r>
          </a:p>
        </p:txBody>
      </p:sp>
      <p:sp>
        <p:nvSpPr>
          <p:cNvPr id="4" name="">
            <a:extLst xmlns:a="http://schemas.openxmlformats.org/drawingml/2006/main">
              <a:ext uri="{FF2B5EF4-FFF2-40B4-BE49-F238E27FC236}">
                <a16:creationId xmlns:a16="http://schemas.microsoft.com/office/drawing/2014/main" id="{6E7173BB-FE97-4DF3-9106-34CC58B266BE}"/>
              </a:ext>
            </a:extLst>
          </p:cNvPr>
          <p:cNvSpPr>
            <a:spLocks xmlns:a="http://schemas.openxmlformats.org/drawingml/2006/main" noGrp="1"/>
          </p:cNvSpPr>
          <p:nvPr/>
        </p:nvSpPr>
        <p:spPr>
          <a:xfrm xmlns:a="http://schemas.openxmlformats.org/drawingml/2006/main">
            <a:off x="609600" y="1428750"/>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005293"/>
                </a:solidFill>
                <a:latin typeface="Arial"/>
                <a:ea typeface="Arial"/>
                <a:cs typeface="Arial"/>
              </a:defRPr>
            </a:defPPr>
            <a:lvl1pPr>
              <a:buNone/>
              <a:defRPr sz="2700" b="1">
                <a:solidFill>
                  <a:srgbClr val="005293"/>
                </a:solidFill>
                <a:latin typeface="Arial"/>
                <a:ea typeface="Arial"/>
                <a:cs typeface="Arial"/>
              </a:defRPr>
            </a:lvl1pPr>
            <a:lvl2pPr>
              <a:buNone/>
              <a:defRPr sz="2700" b="1">
                <a:solidFill>
                  <a:srgbClr val="005293"/>
                </a:solidFill>
                <a:latin typeface="Arial"/>
                <a:ea typeface="Arial"/>
                <a:cs typeface="Arial"/>
              </a:defRPr>
            </a:lvl2pPr>
            <a:lvl3pPr>
              <a:buNone/>
              <a:defRPr sz="2700" b="1">
                <a:solidFill>
                  <a:srgbClr val="005293"/>
                </a:solidFill>
                <a:latin typeface="Arial"/>
                <a:ea typeface="Arial"/>
                <a:cs typeface="Arial"/>
              </a:defRPr>
            </a:lvl3pPr>
            <a:lvl4pPr>
              <a:buNone/>
              <a:defRPr sz="2700" b="1">
                <a:solidFill>
                  <a:srgbClr val="005293"/>
                </a:solidFill>
                <a:latin typeface="Arial"/>
                <a:ea typeface="Arial"/>
                <a:cs typeface="Arial"/>
              </a:defRPr>
            </a:lvl4pPr>
            <a:lvl5pPr>
              <a:buNone/>
              <a:defRPr sz="2700" b="1">
                <a:solidFill>
                  <a:srgbClr val="005293"/>
                </a:solidFill>
                <a:latin typeface="Arial"/>
                <a:ea typeface="Arial"/>
                <a:cs typeface="Arial"/>
              </a:defRPr>
            </a:lvl5pPr>
            <a:lvl6pPr>
              <a:buNone/>
              <a:defRPr sz="2700" b="1">
                <a:solidFill>
                  <a:srgbClr val="005293"/>
                </a:solidFill>
                <a:latin typeface="Arial"/>
                <a:ea typeface="Arial"/>
                <a:cs typeface="Arial"/>
              </a:defRPr>
            </a:lvl6pPr>
            <a:lvl7pPr>
              <a:buNone/>
              <a:defRPr sz="2700" b="1">
                <a:solidFill>
                  <a:srgbClr val="005293"/>
                </a:solidFill>
                <a:latin typeface="Arial"/>
                <a:ea typeface="Arial"/>
                <a:cs typeface="Arial"/>
              </a:defRPr>
            </a:lvl7pPr>
            <a:lvl8pPr>
              <a:buNone/>
              <a:defRPr sz="2700" b="1">
                <a:solidFill>
                  <a:srgbClr val="005293"/>
                </a:solidFill>
                <a:latin typeface="Arial"/>
                <a:ea typeface="Arial"/>
                <a:cs typeface="Arial"/>
              </a:defRPr>
            </a:lvl8pPr>
            <a:lvl9pPr>
              <a:buNone/>
              <a:defRPr sz="2700" b="1">
                <a:solidFill>
                  <a:srgbClr val="005293"/>
                </a:solidFill>
                <a:latin typeface="Arial"/>
                <a:ea typeface="Arial"/>
                <a:cs typeface="Arial"/>
              </a:defRPr>
            </a:lvl9pPr>
          </a:lstStyle>
          <a:p xmlns:a="http://schemas.openxmlformats.org/drawingml/2006/main">
            <a:pPr>
              <a:buNone/>
              <a:defRPr sz="2700" b="1">
                <a:solidFill>
                  <a:srgbClr val="005293"/>
                </a:solidFill>
                <a:latin typeface="Arial"/>
                <a:ea typeface="Arial"/>
                <a:cs typeface="Arial"/>
              </a:defRPr>
            </a:pPr>
            <a:r>
              <a:t>Studenten(</a:t>
            </a:r>
            <a:r>
              <a:rPr u="sng"/>
              <a:t>MatrNr</a:t>
            </a:r>
            <a:r>
              <a:t>, Name, Semester)</a:t>
            </a:r>
          </a:p>
        </p:txBody>
      </p:sp>
      <p:sp>
        <p:nvSpPr>
          <p:cNvPr id="5" name="">
            <a:extLst xmlns:a="http://schemas.openxmlformats.org/drawingml/2006/main">
              <a:ext uri="{FF2B5EF4-FFF2-40B4-BE49-F238E27FC236}">
                <a16:creationId xmlns:a16="http://schemas.microsoft.com/office/drawing/2014/main" id="{3D3061E4-2FF9-4101-8AF0-6A267002E1C3}"/>
              </a:ext>
            </a:extLst>
          </p:cNvPr>
          <p:cNvSpPr>
            <a:spLocks xmlns:a="http://schemas.openxmlformats.org/drawingml/2006/main" noGrp="1"/>
          </p:cNvSpPr>
          <p:nvPr/>
        </p:nvSpPr>
        <p:spPr>
          <a:xfrm xmlns:a="http://schemas.openxmlformats.org/drawingml/2006/main">
            <a:off x="609600" y="230505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buNone/>
              <a:defRPr sz="2175" b="0">
                <a:solidFill>
                  <a:srgbClr val="202B33"/>
                </a:solidFill>
                <a:latin typeface="Arial"/>
                <a:ea typeface="Arial"/>
                <a:cs typeface="Arial"/>
              </a:defRPr>
            </a:lvl1pPr>
            <a:lvl2pPr>
              <a:buNone/>
              <a:defRPr sz="2175" b="0">
                <a:solidFill>
                  <a:srgbClr val="202B33"/>
                </a:solidFill>
                <a:latin typeface="Arial"/>
                <a:ea typeface="Arial"/>
                <a:cs typeface="Arial"/>
              </a:defRPr>
            </a:lvl2pPr>
            <a:lvl3pPr>
              <a:buNone/>
              <a:defRPr sz="2175" b="0">
                <a:solidFill>
                  <a:srgbClr val="202B33"/>
                </a:solidFill>
                <a:latin typeface="Arial"/>
                <a:ea typeface="Arial"/>
                <a:cs typeface="Arial"/>
              </a:defRPr>
            </a:lvl3pPr>
            <a:lvl4pPr>
              <a:buNone/>
              <a:defRPr sz="2175" b="0">
                <a:solidFill>
                  <a:srgbClr val="202B33"/>
                </a:solidFill>
                <a:latin typeface="Arial"/>
                <a:ea typeface="Arial"/>
                <a:cs typeface="Arial"/>
              </a:defRPr>
            </a:lvl4pPr>
            <a:lvl5pPr>
              <a:buNone/>
              <a:defRPr sz="2175" b="0">
                <a:solidFill>
                  <a:srgbClr val="202B33"/>
                </a:solidFill>
                <a:latin typeface="Arial"/>
                <a:ea typeface="Arial"/>
                <a:cs typeface="Arial"/>
              </a:defRPr>
            </a:lvl5pPr>
            <a:lvl6pPr>
              <a:buNone/>
              <a:defRPr sz="2175" b="0">
                <a:solidFill>
                  <a:srgbClr val="202B33"/>
                </a:solidFill>
                <a:latin typeface="Arial"/>
                <a:ea typeface="Arial"/>
                <a:cs typeface="Arial"/>
              </a:defRPr>
            </a:lvl6pPr>
            <a:lvl7pPr>
              <a:buNone/>
              <a:defRPr sz="2175" b="0">
                <a:solidFill>
                  <a:srgbClr val="202B33"/>
                </a:solidFill>
                <a:latin typeface="Arial"/>
                <a:ea typeface="Arial"/>
                <a:cs typeface="Arial"/>
              </a:defRPr>
            </a:lvl7pPr>
            <a:lvl8pPr>
              <a:buNone/>
              <a:defRPr sz="2175" b="0">
                <a:solidFill>
                  <a:srgbClr val="202B33"/>
                </a:solidFill>
                <a:latin typeface="Arial"/>
                <a:ea typeface="Arial"/>
                <a:cs typeface="Arial"/>
              </a:defRPr>
            </a:lvl8pPr>
            <a:lvl9pPr>
              <a:buNone/>
              <a:defRPr sz="2175" b="0">
                <a:solidFill>
                  <a:srgbClr val="202B33"/>
                </a:solidFill>
                <a:latin typeface="Arial"/>
                <a:ea typeface="Arial"/>
                <a:cs typeface="Arial"/>
              </a:defRPr>
            </a:lvl9pPr>
          </a:lstStyle>
          <a:p xmlns:a="http://schemas.openxmlformats.org/drawingml/2006/main">
            <a:pPr>
              <a:buNone/>
              <a:defRPr sz="2175" b="0">
                <a:solidFill>
                  <a:srgbClr val="202B33"/>
                </a:solidFill>
                <a:latin typeface="Arial"/>
                <a:ea typeface="Arial"/>
                <a:cs typeface="Arial"/>
              </a:defRPr>
            </a:pPr>
            <a:r>
              <a:rPr sz="2175" b="0">
                <a:solidFill>
                  <a:srgbClr val="202B33"/>
                </a:solidFill>
                <a:latin typeface="Arial"/>
                <a:ea typeface="Arial"/>
                <a:cs typeface="Arial"/>
              </a:rPr>
              <a:t>MatrNr allein identifiziert einen Studenten.</a:t>
            </a:r>
          </a:p>
          <a:p xmlns:a="http://schemas.openxmlformats.org/drawingml/2006/main">
            <a:pPr>
              <a:buNone/>
              <a:defRPr sz="2175" b="0">
                <a:solidFill>
                  <a:srgbClr val="202B33"/>
                </a:solidFill>
                <a:latin typeface="Arial"/>
                <a:ea typeface="Arial"/>
                <a:cs typeface="Arial"/>
              </a:defRPr>
            </a:pPr>
            <a:r>
              <a:rPr sz="2175" b="0">
                <a:solidFill>
                  <a:srgbClr val="202B33"/>
                </a:solidFill>
                <a:latin typeface="Arial"/>
                <a:ea typeface="Arial"/>
                <a:cs typeface="Arial"/>
              </a:rPr>
              <a:t>Gleiche Namen dürfen mehrfach vorkommen.</a:t>
            </a:r>
          </a:p>
        </p:txBody>
      </p:sp>
      <p:sp>
        <p:nvSpPr>
          <p:cNvPr id="6" name="">
            <a:extLst xmlns:a="http://schemas.openxmlformats.org/drawingml/2006/main">
              <a:ext uri="{FF2B5EF4-FFF2-40B4-BE49-F238E27FC236}">
                <a16:creationId xmlns:a16="http://schemas.microsoft.com/office/drawing/2014/main" id="{2BABB2EF-863E-4922-8B19-C579D547AFCB}"/>
              </a:ext>
            </a:extLst>
          </p:cNvPr>
          <p:cNvSpPr>
            <a:spLocks xmlns:a="http://schemas.openxmlformats.org/drawingml/2006/main" noGrp="1"/>
          </p:cNvSpPr>
          <p:nvPr/>
        </p:nvSpPr>
        <p:spPr>
          <a:xfrm xmlns:a="http://schemas.openxmlformats.org/drawingml/2006/main">
            <a:off x="609600" y="362902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005293"/>
                </a:solidFill>
                <a:latin typeface="Arial"/>
                <a:ea typeface="Arial"/>
                <a:cs typeface="Arial"/>
              </a:defRPr>
            </a:defPPr>
            <a:lvl1pPr>
              <a:buNone/>
              <a:defRPr sz="2700" b="1">
                <a:solidFill>
                  <a:srgbClr val="005293"/>
                </a:solidFill>
                <a:latin typeface="Arial"/>
                <a:ea typeface="Arial"/>
                <a:cs typeface="Arial"/>
              </a:defRPr>
            </a:lvl1pPr>
            <a:lvl2pPr>
              <a:buNone/>
              <a:defRPr sz="2700" b="1">
                <a:solidFill>
                  <a:srgbClr val="005293"/>
                </a:solidFill>
                <a:latin typeface="Arial"/>
                <a:ea typeface="Arial"/>
                <a:cs typeface="Arial"/>
              </a:defRPr>
            </a:lvl2pPr>
            <a:lvl3pPr>
              <a:buNone/>
              <a:defRPr sz="2700" b="1">
                <a:solidFill>
                  <a:srgbClr val="005293"/>
                </a:solidFill>
                <a:latin typeface="Arial"/>
                <a:ea typeface="Arial"/>
                <a:cs typeface="Arial"/>
              </a:defRPr>
            </a:lvl3pPr>
            <a:lvl4pPr>
              <a:buNone/>
              <a:defRPr sz="2700" b="1">
                <a:solidFill>
                  <a:srgbClr val="005293"/>
                </a:solidFill>
                <a:latin typeface="Arial"/>
                <a:ea typeface="Arial"/>
                <a:cs typeface="Arial"/>
              </a:defRPr>
            </a:lvl4pPr>
            <a:lvl5pPr>
              <a:buNone/>
              <a:defRPr sz="2700" b="1">
                <a:solidFill>
                  <a:srgbClr val="005293"/>
                </a:solidFill>
                <a:latin typeface="Arial"/>
                <a:ea typeface="Arial"/>
                <a:cs typeface="Arial"/>
              </a:defRPr>
            </a:lvl5pPr>
            <a:lvl6pPr>
              <a:buNone/>
              <a:defRPr sz="2700" b="1">
                <a:solidFill>
                  <a:srgbClr val="005293"/>
                </a:solidFill>
                <a:latin typeface="Arial"/>
                <a:ea typeface="Arial"/>
                <a:cs typeface="Arial"/>
              </a:defRPr>
            </a:lvl6pPr>
            <a:lvl7pPr>
              <a:buNone/>
              <a:defRPr sz="2700" b="1">
                <a:solidFill>
                  <a:srgbClr val="005293"/>
                </a:solidFill>
                <a:latin typeface="Arial"/>
                <a:ea typeface="Arial"/>
                <a:cs typeface="Arial"/>
              </a:defRPr>
            </a:lvl7pPr>
            <a:lvl8pPr>
              <a:buNone/>
              <a:defRPr sz="2700" b="1">
                <a:solidFill>
                  <a:srgbClr val="005293"/>
                </a:solidFill>
                <a:latin typeface="Arial"/>
                <a:ea typeface="Arial"/>
                <a:cs typeface="Arial"/>
              </a:defRPr>
            </a:lvl8pPr>
            <a:lvl9pPr>
              <a:buNone/>
              <a:defRPr sz="2700" b="1">
                <a:solidFill>
                  <a:srgbClr val="005293"/>
                </a:solidFill>
                <a:latin typeface="Arial"/>
                <a:ea typeface="Arial"/>
                <a:cs typeface="Arial"/>
              </a:defRPr>
            </a:lvl9pPr>
          </a:lstStyle>
          <a:p xmlns:a="http://schemas.openxmlformats.org/drawingml/2006/main">
            <a:pPr>
              <a:buNone/>
              <a:defRPr sz="2700" b="1">
                <a:solidFill>
                  <a:srgbClr val="005293"/>
                </a:solidFill>
                <a:latin typeface="Arial"/>
                <a:ea typeface="Arial"/>
                <a:cs typeface="Arial"/>
              </a:defRPr>
            </a:pPr>
            <a:r>
              <a:t>hören(</a:t>
            </a:r>
            <a:r>
              <a:rPr u="sng"/>
              <a:t>MatrNr</a:t>
            </a:r>
            <a:r>
              <a:t>, </a:t>
            </a:r>
            <a:r>
              <a:rPr u="sng"/>
              <a:t>VorlNr</a:t>
            </a:r>
            <a:r>
              <a:t>)</a:t>
            </a:r>
          </a:p>
        </p:txBody>
      </p:sp>
      <p:sp>
        <p:nvSpPr>
          <p:cNvPr id="7" name="">
            <a:extLst xmlns:a="http://schemas.openxmlformats.org/drawingml/2006/main">
              <a:ext uri="{FF2B5EF4-FFF2-40B4-BE49-F238E27FC236}">
                <a16:creationId xmlns:a16="http://schemas.microsoft.com/office/drawing/2014/main" id="{67FF7C4D-A682-4C2E-BC99-5BD2CDC7FE5C}"/>
              </a:ext>
            </a:extLst>
          </p:cNvPr>
          <p:cNvSpPr>
            <a:spLocks xmlns:a="http://schemas.openxmlformats.org/drawingml/2006/main" noGrp="1"/>
          </p:cNvSpPr>
          <p:nvPr/>
        </p:nvSpPr>
        <p:spPr>
          <a:xfrm xmlns:a="http://schemas.openxmlformats.org/drawingml/2006/main">
            <a:off x="609600" y="45053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buNone/>
              <a:defRPr sz="2100" b="0">
                <a:solidFill>
                  <a:srgbClr val="202B33"/>
                </a:solidFill>
                <a:latin typeface="Arial"/>
                <a:ea typeface="Arial"/>
                <a:cs typeface="Arial"/>
              </a:defRPr>
            </a:lvl1pPr>
            <a:lvl2pPr>
              <a:buNone/>
              <a:defRPr sz="2100" b="0">
                <a:solidFill>
                  <a:srgbClr val="202B33"/>
                </a:solidFill>
                <a:latin typeface="Arial"/>
                <a:ea typeface="Arial"/>
                <a:cs typeface="Arial"/>
              </a:defRPr>
            </a:lvl2pPr>
            <a:lvl3pPr>
              <a:buNone/>
              <a:defRPr sz="2100" b="0">
                <a:solidFill>
                  <a:srgbClr val="202B33"/>
                </a:solidFill>
                <a:latin typeface="Arial"/>
                <a:ea typeface="Arial"/>
                <a:cs typeface="Arial"/>
              </a:defRPr>
            </a:lvl3pPr>
            <a:lvl4pPr>
              <a:buNone/>
              <a:defRPr sz="2100" b="0">
                <a:solidFill>
                  <a:srgbClr val="202B33"/>
                </a:solidFill>
                <a:latin typeface="Arial"/>
                <a:ea typeface="Arial"/>
                <a:cs typeface="Arial"/>
              </a:defRPr>
            </a:lvl4pPr>
            <a:lvl5pPr>
              <a:buNone/>
              <a:defRPr sz="2100" b="0">
                <a:solidFill>
                  <a:srgbClr val="202B33"/>
                </a:solidFill>
                <a:latin typeface="Arial"/>
                <a:ea typeface="Arial"/>
                <a:cs typeface="Arial"/>
              </a:defRPr>
            </a:lvl5pPr>
            <a:lvl6pPr>
              <a:buNone/>
              <a:defRPr sz="2100" b="0">
                <a:solidFill>
                  <a:srgbClr val="202B33"/>
                </a:solidFill>
                <a:latin typeface="Arial"/>
                <a:ea typeface="Arial"/>
                <a:cs typeface="Arial"/>
              </a:defRPr>
            </a:lvl6pPr>
            <a:lvl7pPr>
              <a:buNone/>
              <a:defRPr sz="2100" b="0">
                <a:solidFill>
                  <a:srgbClr val="202B33"/>
                </a:solidFill>
                <a:latin typeface="Arial"/>
                <a:ea typeface="Arial"/>
                <a:cs typeface="Arial"/>
              </a:defRPr>
            </a:lvl7pPr>
            <a:lvl8pPr>
              <a:buNone/>
              <a:defRPr sz="2100" b="0">
                <a:solidFill>
                  <a:srgbClr val="202B33"/>
                </a:solidFill>
                <a:latin typeface="Arial"/>
                <a:ea typeface="Arial"/>
                <a:cs typeface="Arial"/>
              </a:defRPr>
            </a:lvl8pPr>
            <a:lvl9pPr>
              <a:buNone/>
              <a:defRPr sz="2100" b="0">
                <a:solidFill>
                  <a:srgbClr val="202B33"/>
                </a:solidFill>
                <a:latin typeface="Arial"/>
                <a:ea typeface="Arial"/>
                <a:cs typeface="Arial"/>
              </a:defRPr>
            </a:lvl9pPr>
          </a:lstStyle>
          <a:p xmlns:a="http://schemas.openxmlformats.org/drawingml/2006/main">
            <a:pPr>
              <a:buNone/>
              <a:defRPr sz="2100" b="0">
                <a:solidFill>
                  <a:srgbClr val="202B33"/>
                </a:solidFill>
                <a:latin typeface="Arial"/>
                <a:ea typeface="Arial"/>
                <a:cs typeface="Arial"/>
              </a:defRPr>
            </a:pPr>
            <a:r>
              <a:rPr sz="2100" b="0">
                <a:solidFill>
                  <a:srgbClr val="202B33"/>
                </a:solidFill>
                <a:latin typeface="Arial"/>
                <a:ea typeface="Arial"/>
                <a:cs typeface="Arial"/>
              </a:rPr>
              <a:t>Erst die Kombination (MatrNr, VorlNr) identifiziert ein Tupel.</a:t>
            </a:r>
          </a:p>
          <a:p xmlns:a="http://schemas.openxmlformats.org/drawingml/2006/main">
            <a:pPr>
              <a:buNone/>
              <a:defRPr sz="2100" b="0">
                <a:solidFill>
                  <a:srgbClr val="202B33"/>
                </a:solidFill>
                <a:latin typeface="Arial"/>
                <a:ea typeface="Arial"/>
                <a:cs typeface="Arial"/>
              </a:defRPr>
            </a:pPr>
            <a:r>
              <a:rPr sz="2100" b="0">
                <a:solidFill>
                  <a:srgbClr val="202B33"/>
                </a:solidFill>
                <a:latin typeface="Arial"/>
                <a:ea typeface="Arial"/>
                <a:cs typeface="Arial"/>
              </a:rPr>
              <a:t>Beide Attribute unterstreichen: Sie bilden gemeinsam einen Schlüssel.</a:t>
            </a:r>
          </a:p>
        </p:txBody>
      </p:sp>
      <p:sp>
        <p:nvSpPr>
          <p:cNvPr id="8" name="">
            <a:extLst xmlns:a="http://schemas.openxmlformats.org/drawingml/2006/main">
              <a:ext uri="{FF2B5EF4-FFF2-40B4-BE49-F238E27FC236}">
                <a16:creationId xmlns:a16="http://schemas.microsoft.com/office/drawing/2014/main" id="{AE9F487F-51CC-41A3-8A77-99DF07B8D0E2}"/>
              </a:ext>
            </a:extLst>
          </p:cNvPr>
          <p:cNvSpPr>
            <a:spLocks xmlns:a="http://schemas.openxmlformats.org/drawingml/2006/main" noGrp="1"/>
          </p:cNvSpPr>
          <p:nvPr/>
        </p:nvSpPr>
        <p:spPr>
          <a:xfrm xmlns:a="http://schemas.openxmlformats.org/drawingml/2006/main">
            <a:off x="609600" y="58102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Ein Primärschlüssel ist ein ausgewählter minimaler eindeutiger Schlüssel.</a:t>
            </a:r>
          </a:p>
        </p:txBody>
      </p:sp>
    </p:spTree>
    <p:extLst>
      <p:ext uri="{BB962C8B-B14F-4D97-AF65-F5344CB8AC3E}">
        <p14:creationId xmlns:p14="http://schemas.microsoft.com/office/powerpoint/2010/main" val="214381433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9148833-4D0F-4EBD-994A-E16B8A99FA24}"/>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Die Schreibweise mit { […] }</a:t>
            </a:r>
          </a:p>
        </p:txBody>
      </p:sp>
      <p:sp>
        <p:nvSpPr>
          <p:cNvPr id="2" name="">
            <a:extLst xmlns:a="http://schemas.openxmlformats.org/drawingml/2006/main">
              <a:ext uri="{FF2B5EF4-FFF2-40B4-BE49-F238E27FC236}">
                <a16:creationId xmlns:a16="http://schemas.microsoft.com/office/drawing/2014/main" id="{64C9A028-16CE-420D-9E45-79BC6835167F}"/>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B57D8774-E272-4E14-B5D0-F609A5B7B50C}"/>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8</a:t>
            </a:r>
          </a:p>
        </p:txBody>
      </p:sp>
      <p:sp>
        <p:nvSpPr>
          <p:cNvPr id="4" name="">
            <a:extLst xmlns:a="http://schemas.openxmlformats.org/drawingml/2006/main">
              <a:ext uri="{FF2B5EF4-FFF2-40B4-BE49-F238E27FC236}">
                <a16:creationId xmlns:a16="http://schemas.microsoft.com/office/drawing/2014/main" id="{2D9DC2DE-0B90-4F00-8985-6DC651BDCB49}"/>
              </a:ext>
            </a:extLst>
          </p:cNvPr>
          <p:cNvSpPr>
            <a:spLocks xmlns:a="http://schemas.openxmlformats.org/drawingml/2006/main" noGrp="1"/>
          </p:cNvSpPr>
          <p:nvPr/>
        </p:nvSpPr>
        <p:spPr>
          <a:xfrm xmlns:a="http://schemas.openxmlformats.org/drawingml/2006/main">
            <a:off x="609600" y="13620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buNone/>
              <a:defRPr sz="1875" b="1">
                <a:solidFill>
                  <a:srgbClr val="005293"/>
                </a:solidFill>
                <a:latin typeface="Arial"/>
                <a:ea typeface="Arial"/>
                <a:cs typeface="Arial"/>
              </a:defRPr>
            </a:lvl1pPr>
            <a:lvl2pPr>
              <a:buNone/>
              <a:defRPr sz="1875" b="1">
                <a:solidFill>
                  <a:srgbClr val="005293"/>
                </a:solidFill>
                <a:latin typeface="Arial"/>
                <a:ea typeface="Arial"/>
                <a:cs typeface="Arial"/>
              </a:defRPr>
            </a:lvl2pPr>
            <a:lvl3pPr>
              <a:buNone/>
              <a:defRPr sz="1875" b="1">
                <a:solidFill>
                  <a:srgbClr val="005293"/>
                </a:solidFill>
                <a:latin typeface="Arial"/>
                <a:ea typeface="Arial"/>
                <a:cs typeface="Arial"/>
              </a:defRPr>
            </a:lvl3pPr>
            <a:lvl4pPr>
              <a:buNone/>
              <a:defRPr sz="1875" b="1">
                <a:solidFill>
                  <a:srgbClr val="005293"/>
                </a:solidFill>
                <a:latin typeface="Arial"/>
                <a:ea typeface="Arial"/>
                <a:cs typeface="Arial"/>
              </a:defRPr>
            </a:lvl4pPr>
            <a:lvl5pPr>
              <a:buNone/>
              <a:defRPr sz="1875" b="1">
                <a:solidFill>
                  <a:srgbClr val="005293"/>
                </a:solidFill>
                <a:latin typeface="Arial"/>
                <a:ea typeface="Arial"/>
                <a:cs typeface="Arial"/>
              </a:defRPr>
            </a:lvl5pPr>
            <a:lvl6pPr>
              <a:buNone/>
              <a:defRPr sz="1875" b="1">
                <a:solidFill>
                  <a:srgbClr val="005293"/>
                </a:solidFill>
                <a:latin typeface="Arial"/>
                <a:ea typeface="Arial"/>
                <a:cs typeface="Arial"/>
              </a:defRPr>
            </a:lvl6pPr>
            <a:lvl7pPr>
              <a:buNone/>
              <a:defRPr sz="1875" b="1">
                <a:solidFill>
                  <a:srgbClr val="005293"/>
                </a:solidFill>
                <a:latin typeface="Arial"/>
                <a:ea typeface="Arial"/>
                <a:cs typeface="Arial"/>
              </a:defRPr>
            </a:lvl7pPr>
            <a:lvl8pPr>
              <a:buNone/>
              <a:defRPr sz="1875" b="1">
                <a:solidFill>
                  <a:srgbClr val="005293"/>
                </a:solidFill>
                <a:latin typeface="Arial"/>
                <a:ea typeface="Arial"/>
                <a:cs typeface="Arial"/>
              </a:defRPr>
            </a:lvl8pPr>
            <a:lvl9pPr>
              <a:buNone/>
              <a:defRPr sz="1875" b="1">
                <a:solidFill>
                  <a:srgbClr val="005293"/>
                </a:solidFill>
                <a:latin typeface="Arial"/>
                <a:ea typeface="Arial"/>
                <a:cs typeface="Arial"/>
              </a:defRPr>
            </a:lvl9pPr>
          </a:lstStyle>
          <a:p xmlns:a="http://schemas.openxmlformats.org/drawingml/2006/main">
            <a:pPr>
              <a:buNone/>
              <a:defRPr sz="1875" b="1">
                <a:solidFill>
                  <a:srgbClr val="005293"/>
                </a:solidFill>
                <a:latin typeface="Arial"/>
                <a:ea typeface="Arial"/>
                <a:cs typeface="Arial"/>
              </a:defRPr>
            </a:pPr>
            <a:r>
              <a:rPr sz="1875" b="1">
                <a:solidFill>
                  <a:srgbClr val="005293"/>
                </a:solidFill>
                <a:latin typeface="Arial"/>
                <a:ea typeface="Arial"/>
                <a:cs typeface="Arial"/>
              </a:rPr>
              <a:t>Schema: Attributnamen und Wertebereiche</a:t>
            </a:r>
          </a:p>
        </p:txBody>
      </p:sp>
      <p:sp>
        <p:nvSpPr>
          <p:cNvPr id="5" name="">
            <a:extLst xmlns:a="http://schemas.openxmlformats.org/drawingml/2006/main">
              <a:ext uri="{FF2B5EF4-FFF2-40B4-BE49-F238E27FC236}">
                <a16:creationId xmlns:a16="http://schemas.microsoft.com/office/drawing/2014/main" id="{16FACC61-E336-4F4E-95CD-2BF0AA7AC50D}"/>
              </a:ext>
            </a:extLst>
          </p:cNvPr>
          <p:cNvSpPr>
            <a:spLocks xmlns:a="http://schemas.openxmlformats.org/drawingml/2006/main" noGrp="1"/>
          </p:cNvSpPr>
          <p:nvPr/>
        </p:nvSpPr>
        <p:spPr>
          <a:xfrm xmlns:a="http://schemas.openxmlformats.org/drawingml/2006/main">
            <a:off x="609600" y="197167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5293"/>
                </a:solidFill>
                <a:latin typeface="Arial"/>
                <a:ea typeface="Arial"/>
                <a:cs typeface="Arial"/>
              </a:defRPr>
            </a:defPPr>
            <a:lvl1pPr>
              <a:buNone/>
              <a:defRPr sz="2175" b="1">
                <a:solidFill>
                  <a:srgbClr val="005293"/>
                </a:solidFill>
                <a:latin typeface="Arial"/>
                <a:ea typeface="Arial"/>
                <a:cs typeface="Arial"/>
              </a:defRPr>
            </a:lvl1pPr>
            <a:lvl2pPr>
              <a:buNone/>
              <a:defRPr sz="2175" b="1">
                <a:solidFill>
                  <a:srgbClr val="005293"/>
                </a:solidFill>
                <a:latin typeface="Arial"/>
                <a:ea typeface="Arial"/>
                <a:cs typeface="Arial"/>
              </a:defRPr>
            </a:lvl2pPr>
            <a:lvl3pPr>
              <a:buNone/>
              <a:defRPr sz="2175" b="1">
                <a:solidFill>
                  <a:srgbClr val="005293"/>
                </a:solidFill>
                <a:latin typeface="Arial"/>
                <a:ea typeface="Arial"/>
                <a:cs typeface="Arial"/>
              </a:defRPr>
            </a:lvl3pPr>
            <a:lvl4pPr>
              <a:buNone/>
              <a:defRPr sz="2175" b="1">
                <a:solidFill>
                  <a:srgbClr val="005293"/>
                </a:solidFill>
                <a:latin typeface="Arial"/>
                <a:ea typeface="Arial"/>
                <a:cs typeface="Arial"/>
              </a:defRPr>
            </a:lvl4pPr>
            <a:lvl5pPr>
              <a:buNone/>
              <a:defRPr sz="2175" b="1">
                <a:solidFill>
                  <a:srgbClr val="005293"/>
                </a:solidFill>
                <a:latin typeface="Arial"/>
                <a:ea typeface="Arial"/>
                <a:cs typeface="Arial"/>
              </a:defRPr>
            </a:lvl5pPr>
            <a:lvl6pPr>
              <a:buNone/>
              <a:defRPr sz="2175" b="1">
                <a:solidFill>
                  <a:srgbClr val="005293"/>
                </a:solidFill>
                <a:latin typeface="Arial"/>
                <a:ea typeface="Arial"/>
                <a:cs typeface="Arial"/>
              </a:defRPr>
            </a:lvl6pPr>
            <a:lvl7pPr>
              <a:buNone/>
              <a:defRPr sz="2175" b="1">
                <a:solidFill>
                  <a:srgbClr val="005293"/>
                </a:solidFill>
                <a:latin typeface="Arial"/>
                <a:ea typeface="Arial"/>
                <a:cs typeface="Arial"/>
              </a:defRPr>
            </a:lvl7pPr>
            <a:lvl8pPr>
              <a:buNone/>
              <a:defRPr sz="2175" b="1">
                <a:solidFill>
                  <a:srgbClr val="005293"/>
                </a:solidFill>
                <a:latin typeface="Arial"/>
                <a:ea typeface="Arial"/>
                <a:cs typeface="Arial"/>
              </a:defRPr>
            </a:lvl8pPr>
            <a:lvl9pPr>
              <a:buNone/>
              <a:defRPr sz="2175" b="1">
                <a:solidFill>
                  <a:srgbClr val="005293"/>
                </a:solidFill>
                <a:latin typeface="Arial"/>
                <a:ea typeface="Arial"/>
                <a:cs typeface="Arial"/>
              </a:defRPr>
            </a:lvl9pPr>
          </a:lstStyle>
          <a:p xmlns:a="http://schemas.openxmlformats.org/drawingml/2006/main">
            <a:pPr>
              <a:buNone/>
              <a:defRPr sz="2175" b="1">
                <a:solidFill>
                  <a:srgbClr val="005293"/>
                </a:solidFill>
                <a:latin typeface="Arial"/>
                <a:ea typeface="Arial"/>
                <a:cs typeface="Arial"/>
              </a:defRPr>
            </a:pPr>
            <a:r>
              <a:t>Züge : { [</a:t>
            </a:r>
            <a:r>
              <a:rPr u="sng"/>
              <a:t>ZugNr</a:t>
            </a:r>
            <a:r>
              <a:t>: integer, Länge: integer] }</a:t>
            </a:r>
          </a:p>
        </p:txBody>
      </p:sp>
      <p:sp>
        <p:nvSpPr>
          <p:cNvPr id="6" name="">
            <a:extLst xmlns:a="http://schemas.openxmlformats.org/drawingml/2006/main">
              <a:ext uri="{FF2B5EF4-FFF2-40B4-BE49-F238E27FC236}">
                <a16:creationId xmlns:a16="http://schemas.microsoft.com/office/drawing/2014/main" id="{B3BA6A56-6BB2-47F1-87C2-71F14EE681F4}"/>
              </a:ext>
            </a:extLst>
          </p:cNvPr>
          <p:cNvSpPr>
            <a:spLocks xmlns:a="http://schemas.openxmlformats.org/drawingml/2006/main" noGrp="1"/>
          </p:cNvSpPr>
          <p:nvPr/>
        </p:nvSpPr>
        <p:spPr>
          <a:xfrm xmlns:a="http://schemas.openxmlformats.org/drawingml/2006/main">
            <a:off x="609600" y="28956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buNone/>
              <a:defRPr sz="2175" b="0">
                <a:solidFill>
                  <a:srgbClr val="202B33"/>
                </a:solidFill>
                <a:latin typeface="Arial"/>
                <a:ea typeface="Arial"/>
                <a:cs typeface="Arial"/>
              </a:defRPr>
            </a:lvl1pPr>
            <a:lvl2pPr>
              <a:buNone/>
              <a:defRPr sz="2175" b="0">
                <a:solidFill>
                  <a:srgbClr val="202B33"/>
                </a:solidFill>
                <a:latin typeface="Arial"/>
                <a:ea typeface="Arial"/>
                <a:cs typeface="Arial"/>
              </a:defRPr>
            </a:lvl2pPr>
            <a:lvl3pPr>
              <a:buNone/>
              <a:defRPr sz="2175" b="0">
                <a:solidFill>
                  <a:srgbClr val="202B33"/>
                </a:solidFill>
                <a:latin typeface="Arial"/>
                <a:ea typeface="Arial"/>
                <a:cs typeface="Arial"/>
              </a:defRPr>
            </a:lvl3pPr>
            <a:lvl4pPr>
              <a:buNone/>
              <a:defRPr sz="2175" b="0">
                <a:solidFill>
                  <a:srgbClr val="202B33"/>
                </a:solidFill>
                <a:latin typeface="Arial"/>
                <a:ea typeface="Arial"/>
                <a:cs typeface="Arial"/>
              </a:defRPr>
            </a:lvl4pPr>
            <a:lvl5pPr>
              <a:buNone/>
              <a:defRPr sz="2175" b="0">
                <a:solidFill>
                  <a:srgbClr val="202B33"/>
                </a:solidFill>
                <a:latin typeface="Arial"/>
                <a:ea typeface="Arial"/>
                <a:cs typeface="Arial"/>
              </a:defRPr>
            </a:lvl5pPr>
            <a:lvl6pPr>
              <a:buNone/>
              <a:defRPr sz="2175" b="0">
                <a:solidFill>
                  <a:srgbClr val="202B33"/>
                </a:solidFill>
                <a:latin typeface="Arial"/>
                <a:ea typeface="Arial"/>
                <a:cs typeface="Arial"/>
              </a:defRPr>
            </a:lvl6pPr>
            <a:lvl7pPr>
              <a:buNone/>
              <a:defRPr sz="2175" b="0">
                <a:solidFill>
                  <a:srgbClr val="202B33"/>
                </a:solidFill>
                <a:latin typeface="Arial"/>
                <a:ea typeface="Arial"/>
                <a:cs typeface="Arial"/>
              </a:defRPr>
            </a:lvl7pPr>
            <a:lvl8pPr>
              <a:buNone/>
              <a:defRPr sz="2175" b="0">
                <a:solidFill>
                  <a:srgbClr val="202B33"/>
                </a:solidFill>
                <a:latin typeface="Arial"/>
                <a:ea typeface="Arial"/>
                <a:cs typeface="Arial"/>
              </a:defRPr>
            </a:lvl8pPr>
            <a:lvl9pPr>
              <a:buNone/>
              <a:defRPr sz="2175" b="0">
                <a:solidFill>
                  <a:srgbClr val="202B33"/>
                </a:solidFill>
                <a:latin typeface="Arial"/>
                <a:ea typeface="Arial"/>
                <a:cs typeface="Arial"/>
              </a:defRPr>
            </a:lvl9pPr>
          </a:lstStyle>
          <a:p xmlns:a="http://schemas.openxmlformats.org/drawingml/2006/main">
            <a:pPr>
              <a:buNone/>
              <a:defRPr sz="2175" b="0">
                <a:solidFill>
                  <a:srgbClr val="202B33"/>
                </a:solidFill>
                <a:latin typeface="Arial"/>
                <a:ea typeface="Arial"/>
                <a:cs typeface="Arial"/>
              </a:defRPr>
            </a:pPr>
            <a:r>
              <a:rPr sz="2175" b="0">
                <a:solidFill>
                  <a:srgbClr val="202B33"/>
                </a:solidFill>
                <a:latin typeface="Arial"/>
                <a:ea typeface="Arial"/>
                <a:cs typeface="Arial"/>
              </a:rPr>
              <a:t>[ … ] beschreibt die Struktur eines Tupels.</a:t>
            </a:r>
          </a:p>
          <a:p xmlns:a="http://schemas.openxmlformats.org/drawingml/2006/main">
            <a:pPr>
              <a:buNone/>
              <a:defRPr sz="2175" b="0">
                <a:solidFill>
                  <a:srgbClr val="202B33"/>
                </a:solidFill>
                <a:latin typeface="Arial"/>
                <a:ea typeface="Arial"/>
                <a:cs typeface="Arial"/>
              </a:defRPr>
            </a:pPr>
            <a:r>
              <a:rPr sz="2175" b="0">
                <a:solidFill>
                  <a:srgbClr val="202B33"/>
                </a:solidFill>
                <a:latin typeface="Arial"/>
                <a:ea typeface="Arial"/>
                <a:cs typeface="Arial"/>
              </a:rPr>
              <a:t>{ … } beschreibt eine Menge solcher Tupel.</a:t>
            </a:r>
          </a:p>
        </p:txBody>
      </p:sp>
      <p:sp>
        <p:nvSpPr>
          <p:cNvPr id="7" name="">
            <a:extLst xmlns:a="http://schemas.openxmlformats.org/drawingml/2006/main">
              <a:ext uri="{FF2B5EF4-FFF2-40B4-BE49-F238E27FC236}">
                <a16:creationId xmlns:a16="http://schemas.microsoft.com/office/drawing/2014/main" id="{6B8D8689-F207-4FA8-976C-322A85C1AEC5}"/>
              </a:ext>
            </a:extLst>
          </p:cNvPr>
          <p:cNvSpPr>
            <a:spLocks xmlns:a="http://schemas.openxmlformats.org/drawingml/2006/main" noGrp="1"/>
          </p:cNvSpPr>
          <p:nvPr/>
        </p:nvSpPr>
        <p:spPr>
          <a:xfrm xmlns:a="http://schemas.openxmlformats.org/drawingml/2006/main">
            <a:off x="609600" y="41052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buNone/>
              <a:defRPr sz="1875" b="1">
                <a:solidFill>
                  <a:srgbClr val="005293"/>
                </a:solidFill>
                <a:latin typeface="Arial"/>
                <a:ea typeface="Arial"/>
                <a:cs typeface="Arial"/>
              </a:defRPr>
            </a:lvl1pPr>
            <a:lvl2pPr>
              <a:buNone/>
              <a:defRPr sz="1875" b="1">
                <a:solidFill>
                  <a:srgbClr val="005293"/>
                </a:solidFill>
                <a:latin typeface="Arial"/>
                <a:ea typeface="Arial"/>
                <a:cs typeface="Arial"/>
              </a:defRPr>
            </a:lvl2pPr>
            <a:lvl3pPr>
              <a:buNone/>
              <a:defRPr sz="1875" b="1">
                <a:solidFill>
                  <a:srgbClr val="005293"/>
                </a:solidFill>
                <a:latin typeface="Arial"/>
                <a:ea typeface="Arial"/>
                <a:cs typeface="Arial"/>
              </a:defRPr>
            </a:lvl3pPr>
            <a:lvl4pPr>
              <a:buNone/>
              <a:defRPr sz="1875" b="1">
                <a:solidFill>
                  <a:srgbClr val="005293"/>
                </a:solidFill>
                <a:latin typeface="Arial"/>
                <a:ea typeface="Arial"/>
                <a:cs typeface="Arial"/>
              </a:defRPr>
            </a:lvl4pPr>
            <a:lvl5pPr>
              <a:buNone/>
              <a:defRPr sz="1875" b="1">
                <a:solidFill>
                  <a:srgbClr val="005293"/>
                </a:solidFill>
                <a:latin typeface="Arial"/>
                <a:ea typeface="Arial"/>
                <a:cs typeface="Arial"/>
              </a:defRPr>
            </a:lvl5pPr>
            <a:lvl6pPr>
              <a:buNone/>
              <a:defRPr sz="1875" b="1">
                <a:solidFill>
                  <a:srgbClr val="005293"/>
                </a:solidFill>
                <a:latin typeface="Arial"/>
                <a:ea typeface="Arial"/>
                <a:cs typeface="Arial"/>
              </a:defRPr>
            </a:lvl6pPr>
            <a:lvl7pPr>
              <a:buNone/>
              <a:defRPr sz="1875" b="1">
                <a:solidFill>
                  <a:srgbClr val="005293"/>
                </a:solidFill>
                <a:latin typeface="Arial"/>
                <a:ea typeface="Arial"/>
                <a:cs typeface="Arial"/>
              </a:defRPr>
            </a:lvl7pPr>
            <a:lvl8pPr>
              <a:buNone/>
              <a:defRPr sz="1875" b="1">
                <a:solidFill>
                  <a:srgbClr val="005293"/>
                </a:solidFill>
                <a:latin typeface="Arial"/>
                <a:ea typeface="Arial"/>
                <a:cs typeface="Arial"/>
              </a:defRPr>
            </a:lvl8pPr>
            <a:lvl9pPr>
              <a:buNone/>
              <a:defRPr sz="1875" b="1">
                <a:solidFill>
                  <a:srgbClr val="005293"/>
                </a:solidFill>
                <a:latin typeface="Arial"/>
                <a:ea typeface="Arial"/>
                <a:cs typeface="Arial"/>
              </a:defRPr>
            </a:lvl9pPr>
          </a:lstStyle>
          <a:p xmlns:a="http://schemas.openxmlformats.org/drawingml/2006/main">
            <a:pPr>
              <a:buNone/>
              <a:defRPr sz="1875" b="1">
                <a:solidFill>
                  <a:srgbClr val="005293"/>
                </a:solidFill>
                <a:latin typeface="Arial"/>
                <a:ea typeface="Arial"/>
                <a:cs typeface="Arial"/>
              </a:defRPr>
            </a:pPr>
            <a:r>
              <a:rPr sz="1875" b="1">
                <a:solidFill>
                  <a:srgbClr val="005293"/>
                </a:solidFill>
                <a:latin typeface="Arial"/>
                <a:ea typeface="Arial"/>
                <a:cs typeface="Arial"/>
              </a:rPr>
              <a:t>Ausprägung: konkrete Werte (eigenes Beispiel)</a:t>
            </a:r>
          </a:p>
        </p:txBody>
      </p:sp>
      <p:sp>
        <p:nvSpPr>
          <p:cNvPr id="8" name="">
            <a:extLst xmlns:a="http://schemas.openxmlformats.org/drawingml/2006/main">
              <a:ext uri="{FF2B5EF4-FFF2-40B4-BE49-F238E27FC236}">
                <a16:creationId xmlns:a16="http://schemas.microsoft.com/office/drawing/2014/main" id="{CE2B8D92-0538-4E11-8A4E-116189674ABD}"/>
              </a:ext>
            </a:extLst>
          </p:cNvPr>
          <p:cNvSpPr>
            <a:spLocks xmlns:a="http://schemas.openxmlformats.org/drawingml/2006/main" noGrp="1"/>
          </p:cNvSpPr>
          <p:nvPr/>
        </p:nvSpPr>
        <p:spPr>
          <a:xfrm xmlns:a="http://schemas.openxmlformats.org/drawingml/2006/main">
            <a:off x="609600" y="46577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5293"/>
                </a:solidFill>
                <a:latin typeface="Arial"/>
                <a:ea typeface="Arial"/>
                <a:cs typeface="Arial"/>
              </a:defRPr>
            </a:defPPr>
            <a:lvl1pPr>
              <a:buNone/>
              <a:defRPr sz="2400" b="1">
                <a:solidFill>
                  <a:srgbClr val="005293"/>
                </a:solidFill>
                <a:latin typeface="Arial"/>
                <a:ea typeface="Arial"/>
                <a:cs typeface="Arial"/>
              </a:defRPr>
            </a:lvl1pPr>
            <a:lvl2pPr>
              <a:buNone/>
              <a:defRPr sz="2400" b="1">
                <a:solidFill>
                  <a:srgbClr val="005293"/>
                </a:solidFill>
                <a:latin typeface="Arial"/>
                <a:ea typeface="Arial"/>
                <a:cs typeface="Arial"/>
              </a:defRPr>
            </a:lvl2pPr>
            <a:lvl3pPr>
              <a:buNone/>
              <a:defRPr sz="2400" b="1">
                <a:solidFill>
                  <a:srgbClr val="005293"/>
                </a:solidFill>
                <a:latin typeface="Arial"/>
                <a:ea typeface="Arial"/>
                <a:cs typeface="Arial"/>
              </a:defRPr>
            </a:lvl3pPr>
            <a:lvl4pPr>
              <a:buNone/>
              <a:defRPr sz="2400" b="1">
                <a:solidFill>
                  <a:srgbClr val="005293"/>
                </a:solidFill>
                <a:latin typeface="Arial"/>
                <a:ea typeface="Arial"/>
                <a:cs typeface="Arial"/>
              </a:defRPr>
            </a:lvl4pPr>
            <a:lvl5pPr>
              <a:buNone/>
              <a:defRPr sz="2400" b="1">
                <a:solidFill>
                  <a:srgbClr val="005293"/>
                </a:solidFill>
                <a:latin typeface="Arial"/>
                <a:ea typeface="Arial"/>
                <a:cs typeface="Arial"/>
              </a:defRPr>
            </a:lvl5pPr>
            <a:lvl6pPr>
              <a:buNone/>
              <a:defRPr sz="2400" b="1">
                <a:solidFill>
                  <a:srgbClr val="005293"/>
                </a:solidFill>
                <a:latin typeface="Arial"/>
                <a:ea typeface="Arial"/>
                <a:cs typeface="Arial"/>
              </a:defRPr>
            </a:lvl6pPr>
            <a:lvl7pPr>
              <a:buNone/>
              <a:defRPr sz="2400" b="1">
                <a:solidFill>
                  <a:srgbClr val="005293"/>
                </a:solidFill>
                <a:latin typeface="Arial"/>
                <a:ea typeface="Arial"/>
                <a:cs typeface="Arial"/>
              </a:defRPr>
            </a:lvl7pPr>
            <a:lvl8pPr>
              <a:buNone/>
              <a:defRPr sz="2400" b="1">
                <a:solidFill>
                  <a:srgbClr val="005293"/>
                </a:solidFill>
                <a:latin typeface="Arial"/>
                <a:ea typeface="Arial"/>
                <a:cs typeface="Arial"/>
              </a:defRPr>
            </a:lvl8pPr>
            <a:lvl9pPr>
              <a:buNone/>
              <a:defRPr sz="2400" b="1">
                <a:solidFill>
                  <a:srgbClr val="005293"/>
                </a:solidFill>
                <a:latin typeface="Arial"/>
                <a:ea typeface="Arial"/>
                <a:cs typeface="Arial"/>
              </a:defRPr>
            </a:lvl9pPr>
          </a:lstStyle>
          <a:p xmlns:a="http://schemas.openxmlformats.org/drawingml/2006/main">
            <a:pPr>
              <a:buNone/>
              <a:defRPr sz="2400" b="1">
                <a:solidFill>
                  <a:srgbClr val="005293"/>
                </a:solidFill>
                <a:latin typeface="Arial"/>
                <a:ea typeface="Arial"/>
                <a:cs typeface="Arial"/>
              </a:defRPr>
            </a:pPr>
            <a:r>
              <a:rPr sz="2400" b="1">
                <a:solidFill>
                  <a:srgbClr val="005293"/>
                </a:solidFill>
                <a:latin typeface="Arial"/>
                <a:ea typeface="Arial"/>
                <a:cs typeface="Arial"/>
              </a:rPr>
              <a:t>Züge = { [101, 200], [102, 180] }</a:t>
            </a:r>
          </a:p>
        </p:txBody>
      </p:sp>
      <p:sp>
        <p:nvSpPr>
          <p:cNvPr id="9" name="">
            <a:extLst xmlns:a="http://schemas.openxmlformats.org/drawingml/2006/main">
              <a:ext uri="{FF2B5EF4-FFF2-40B4-BE49-F238E27FC236}">
                <a16:creationId xmlns:a16="http://schemas.microsoft.com/office/drawing/2014/main" id="{EF855546-7AE2-4F05-A4D0-BAF86183DC52}"/>
              </a:ext>
            </a:extLst>
          </p:cNvPr>
          <p:cNvSpPr>
            <a:spLocks xmlns:a="http://schemas.openxmlformats.org/drawingml/2006/main" noGrp="1"/>
          </p:cNvSpPr>
          <p:nvPr/>
        </p:nvSpPr>
        <p:spPr>
          <a:xfrm xmlns:a="http://schemas.openxmlformats.org/drawingml/2006/main">
            <a:off x="609600" y="57245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202B33"/>
                </a:solidFill>
                <a:latin typeface="Arial"/>
                <a:ea typeface="Arial"/>
                <a:cs typeface="Arial"/>
              </a:defRPr>
            </a:defPPr>
            <a:lvl1pPr>
              <a:buNone/>
              <a:defRPr sz="1875" b="0">
                <a:solidFill>
                  <a:srgbClr val="202B33"/>
                </a:solidFill>
                <a:latin typeface="Arial"/>
                <a:ea typeface="Arial"/>
                <a:cs typeface="Arial"/>
              </a:defRPr>
            </a:lvl1pPr>
            <a:lvl2pPr>
              <a:buNone/>
              <a:defRPr sz="1875" b="0">
                <a:solidFill>
                  <a:srgbClr val="202B33"/>
                </a:solidFill>
                <a:latin typeface="Arial"/>
                <a:ea typeface="Arial"/>
                <a:cs typeface="Arial"/>
              </a:defRPr>
            </a:lvl2pPr>
            <a:lvl3pPr>
              <a:buNone/>
              <a:defRPr sz="1875" b="0">
                <a:solidFill>
                  <a:srgbClr val="202B33"/>
                </a:solidFill>
                <a:latin typeface="Arial"/>
                <a:ea typeface="Arial"/>
                <a:cs typeface="Arial"/>
              </a:defRPr>
            </a:lvl3pPr>
            <a:lvl4pPr>
              <a:buNone/>
              <a:defRPr sz="1875" b="0">
                <a:solidFill>
                  <a:srgbClr val="202B33"/>
                </a:solidFill>
                <a:latin typeface="Arial"/>
                <a:ea typeface="Arial"/>
                <a:cs typeface="Arial"/>
              </a:defRPr>
            </a:lvl4pPr>
            <a:lvl5pPr>
              <a:buNone/>
              <a:defRPr sz="1875" b="0">
                <a:solidFill>
                  <a:srgbClr val="202B33"/>
                </a:solidFill>
                <a:latin typeface="Arial"/>
                <a:ea typeface="Arial"/>
                <a:cs typeface="Arial"/>
              </a:defRPr>
            </a:lvl5pPr>
            <a:lvl6pPr>
              <a:buNone/>
              <a:defRPr sz="1875" b="0">
                <a:solidFill>
                  <a:srgbClr val="202B33"/>
                </a:solidFill>
                <a:latin typeface="Arial"/>
                <a:ea typeface="Arial"/>
                <a:cs typeface="Arial"/>
              </a:defRPr>
            </a:lvl6pPr>
            <a:lvl7pPr>
              <a:buNone/>
              <a:defRPr sz="1875" b="0">
                <a:solidFill>
                  <a:srgbClr val="202B33"/>
                </a:solidFill>
                <a:latin typeface="Arial"/>
                <a:ea typeface="Arial"/>
                <a:cs typeface="Arial"/>
              </a:defRPr>
            </a:lvl7pPr>
            <a:lvl8pPr>
              <a:buNone/>
              <a:defRPr sz="1875" b="0">
                <a:solidFill>
                  <a:srgbClr val="202B33"/>
                </a:solidFill>
                <a:latin typeface="Arial"/>
                <a:ea typeface="Arial"/>
                <a:cs typeface="Arial"/>
              </a:defRPr>
            </a:lvl8pPr>
            <a:lvl9pPr>
              <a:buNone/>
              <a:defRPr sz="1875" b="0">
                <a:solidFill>
                  <a:srgbClr val="202B33"/>
                </a:solidFill>
                <a:latin typeface="Arial"/>
                <a:ea typeface="Arial"/>
                <a:cs typeface="Arial"/>
              </a:defRPr>
            </a:lvl9pPr>
          </a:lstStyle>
          <a:p xmlns:a="http://schemas.openxmlformats.org/drawingml/2006/main">
            <a:pPr>
              <a:buNone/>
              <a:defRPr sz="1875" b="0">
                <a:solidFill>
                  <a:srgbClr val="202B33"/>
                </a:solidFill>
                <a:latin typeface="Arial"/>
                <a:ea typeface="Arial"/>
                <a:cs typeface="Arial"/>
              </a:defRPr>
            </a:pPr>
            <a:r>
              <a:rPr sz="1875" b="0">
                <a:solidFill>
                  <a:srgbClr val="202B33"/>
                </a:solidFill>
                <a:latin typeface="Arial"/>
                <a:ea typeface="Arial"/>
                <a:cs typeface="Arial"/>
              </a:rPr>
              <a:t>Jede eckige Klammer enthält ein Tupel. Die äußeren Klammern umfassen die Relation.</a:t>
            </a:r>
          </a:p>
        </p:txBody>
      </p:sp>
    </p:spTree>
    <p:extLst>
      <p:ext uri="{BB962C8B-B14F-4D97-AF65-F5344CB8AC3E}">
        <p14:creationId xmlns:p14="http://schemas.microsoft.com/office/powerpoint/2010/main" val="179091673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1D39A53E-9850-40E5-A18C-CB30E47C147E}"/>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Eine Beziehung mit beliebig vielen Rollen</a:t>
            </a:r>
          </a:p>
        </p:txBody>
      </p:sp>
      <p:sp>
        <p:nvSpPr>
          <p:cNvPr id="2" name="">
            <a:extLst xmlns:a="http://schemas.openxmlformats.org/drawingml/2006/main">
              <a:ext uri="{FF2B5EF4-FFF2-40B4-BE49-F238E27FC236}">
                <a16:creationId xmlns:a16="http://schemas.microsoft.com/office/drawing/2014/main" id="{B747C45A-2C68-4D42-A653-7067DB20BF0C}"/>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DD4D744E-F7CE-4062-8C33-F10D92BE7821}"/>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CA10C142-432B-4D2C-B27D-138E49935E11}"/>
              </a:ext>
            </a:extLst>
          </p:cNvPr>
          <p:cNvSpPr>
            <a:spLocks xmlns:a="http://schemas.openxmlformats.org/drawingml/2006/main" noGrp="1"/>
          </p:cNvSpPr>
          <p:nvPr/>
        </p:nvSpPr>
        <p:spPr>
          <a:xfrm xmlns:a="http://schemas.openxmlformats.org/drawingml/2006/main">
            <a:off x="4953000" y="1428750"/>
            <a:ext cx="2286000" cy="666750"/>
          </a:xfrm>
          <a:prstGeom xmlns:a="http://schemas.openxmlformats.org/drawingml/2006/main" prst="rect">
            <a:avLst/>
          </a:prstGeom>
          <a:solidFill xmlns:a="http://schemas.openxmlformats.org/drawingml/2006/main">
            <a:srgbClr val="EDF4F9"/>
          </a:solidFill>
          <a:ln xmlns:a="http://schemas.openxmlformats.org/drawingml/2006/main" w="19050">
            <a:solidFill>
              <a:srgbClr val="005293"/>
            </a:solidFill>
          </a:ln>
        </p:spPr>
      </p:sp>
      <p:sp>
        <p:nvSpPr>
          <p:cNvPr id="5" name="">
            <a:extLst xmlns:a="http://schemas.openxmlformats.org/drawingml/2006/main">
              <a:ext uri="{FF2B5EF4-FFF2-40B4-BE49-F238E27FC236}">
                <a16:creationId xmlns:a16="http://schemas.microsoft.com/office/drawing/2014/main" id="{8C882AA5-CC18-43AE-B321-204F0D2AB2B4}"/>
              </a:ext>
            </a:extLst>
          </p:cNvPr>
          <p:cNvSpPr>
            <a:spLocks xmlns:a="http://schemas.openxmlformats.org/drawingml/2006/main" noGrp="1"/>
          </p:cNvSpPr>
          <p:nvPr/>
        </p:nvSpPr>
        <p:spPr>
          <a:xfrm xmlns:a="http://schemas.openxmlformats.org/drawingml/2006/main">
            <a:off x="5029200" y="1590675"/>
            <a:ext cx="2133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175" b="1">
                <a:solidFill>
                  <a:srgbClr val="005293"/>
                </a:solidFill>
                <a:latin typeface="Arial"/>
                <a:ea typeface="Arial"/>
                <a:cs typeface="Arial"/>
              </a:defRPr>
            </a:defPPr>
            <a:lvl1pPr algn="ctr">
              <a:buNone/>
              <a:defRPr sz="2175" b="1">
                <a:solidFill>
                  <a:srgbClr val="005293"/>
                </a:solidFill>
                <a:latin typeface="Arial"/>
                <a:ea typeface="Arial"/>
                <a:cs typeface="Arial"/>
              </a:defRPr>
            </a:lvl1pPr>
            <a:lvl2pPr algn="ctr">
              <a:buNone/>
              <a:defRPr sz="2175" b="1">
                <a:solidFill>
                  <a:srgbClr val="005293"/>
                </a:solidFill>
                <a:latin typeface="Arial"/>
                <a:ea typeface="Arial"/>
                <a:cs typeface="Arial"/>
              </a:defRPr>
            </a:lvl2pPr>
            <a:lvl3pPr algn="ctr">
              <a:buNone/>
              <a:defRPr sz="2175" b="1">
                <a:solidFill>
                  <a:srgbClr val="005293"/>
                </a:solidFill>
                <a:latin typeface="Arial"/>
                <a:ea typeface="Arial"/>
                <a:cs typeface="Arial"/>
              </a:defRPr>
            </a:lvl3pPr>
            <a:lvl4pPr algn="ctr">
              <a:buNone/>
              <a:defRPr sz="2175" b="1">
                <a:solidFill>
                  <a:srgbClr val="005293"/>
                </a:solidFill>
                <a:latin typeface="Arial"/>
                <a:ea typeface="Arial"/>
                <a:cs typeface="Arial"/>
              </a:defRPr>
            </a:lvl4pPr>
            <a:lvl5pPr algn="ctr">
              <a:buNone/>
              <a:defRPr sz="2175" b="1">
                <a:solidFill>
                  <a:srgbClr val="005293"/>
                </a:solidFill>
                <a:latin typeface="Arial"/>
                <a:ea typeface="Arial"/>
                <a:cs typeface="Arial"/>
              </a:defRPr>
            </a:lvl5pPr>
            <a:lvl6pPr algn="ctr">
              <a:buNone/>
              <a:defRPr sz="2175" b="1">
                <a:solidFill>
                  <a:srgbClr val="005293"/>
                </a:solidFill>
                <a:latin typeface="Arial"/>
                <a:ea typeface="Arial"/>
                <a:cs typeface="Arial"/>
              </a:defRPr>
            </a:lvl6pPr>
            <a:lvl7pPr algn="ctr">
              <a:buNone/>
              <a:defRPr sz="2175" b="1">
                <a:solidFill>
                  <a:srgbClr val="005293"/>
                </a:solidFill>
                <a:latin typeface="Arial"/>
                <a:ea typeface="Arial"/>
                <a:cs typeface="Arial"/>
              </a:defRPr>
            </a:lvl7pPr>
            <a:lvl8pPr algn="ctr">
              <a:buNone/>
              <a:defRPr sz="2175" b="1">
                <a:solidFill>
                  <a:srgbClr val="005293"/>
                </a:solidFill>
                <a:latin typeface="Arial"/>
                <a:ea typeface="Arial"/>
                <a:cs typeface="Arial"/>
              </a:defRPr>
            </a:lvl8pPr>
            <a:lvl9pPr algn="ctr">
              <a:buNone/>
              <a:defRPr sz="2175" b="1">
                <a:solidFill>
                  <a:srgbClr val="005293"/>
                </a:solidFill>
                <a:latin typeface="Arial"/>
                <a:ea typeface="Arial"/>
                <a:cs typeface="Arial"/>
              </a:defRPr>
            </a:lvl9pPr>
          </a:lstStyle>
          <a:p xmlns:a="http://schemas.openxmlformats.org/drawingml/2006/main">
            <a:pPr algn="ctr">
              <a:buNone/>
              <a:defRPr sz="2175" b="1">
                <a:solidFill>
                  <a:srgbClr val="005293"/>
                </a:solidFill>
                <a:latin typeface="Arial"/>
                <a:ea typeface="Arial"/>
                <a:cs typeface="Arial"/>
              </a:defRPr>
            </a:pPr>
            <a:r>
              <a:rPr sz="2175" b="1">
                <a:solidFill>
                  <a:srgbClr val="005293"/>
                </a:solidFill>
                <a:latin typeface="Arial"/>
                <a:ea typeface="Arial"/>
                <a:cs typeface="Arial"/>
              </a:rPr>
              <a:t>E₁</a:t>
            </a:r>
          </a:p>
        </p:txBody>
      </p:sp>
      <p:sp>
        <p:nvSpPr>
          <p:cNvPr id="6" name="">
            <a:extLst xmlns:a="http://schemas.openxmlformats.org/drawingml/2006/main">
              <a:ext uri="{FF2B5EF4-FFF2-40B4-BE49-F238E27FC236}">
                <a16:creationId xmlns:a16="http://schemas.microsoft.com/office/drawing/2014/main" id="{A04814CC-E153-44DC-A894-BD2AA6F127CD}"/>
              </a:ext>
            </a:extLst>
          </p:cNvPr>
          <p:cNvSpPr>
            <a:spLocks xmlns:a="http://schemas.openxmlformats.org/drawingml/2006/main" noGrp="1"/>
          </p:cNvSpPr>
          <p:nvPr/>
        </p:nvSpPr>
        <p:spPr>
          <a:xfrm xmlns:a="http://schemas.openxmlformats.org/drawingml/2006/main">
            <a:off x="9239250" y="2667000"/>
            <a:ext cx="2333625" cy="666750"/>
          </a:xfrm>
          <a:prstGeom xmlns:a="http://schemas.openxmlformats.org/drawingml/2006/main" prst="rect">
            <a:avLst/>
          </a:prstGeom>
          <a:solidFill xmlns:a="http://schemas.openxmlformats.org/drawingml/2006/main">
            <a:srgbClr val="EDF4F9"/>
          </a:solidFill>
          <a:ln xmlns:a="http://schemas.openxmlformats.org/drawingml/2006/main" w="19050">
            <a:solidFill>
              <a:srgbClr val="005293"/>
            </a:solidFill>
          </a:ln>
        </p:spPr>
      </p:sp>
      <p:sp>
        <p:nvSpPr>
          <p:cNvPr id="7" name="">
            <a:extLst xmlns:a="http://schemas.openxmlformats.org/drawingml/2006/main">
              <a:ext uri="{FF2B5EF4-FFF2-40B4-BE49-F238E27FC236}">
                <a16:creationId xmlns:a16="http://schemas.microsoft.com/office/drawing/2014/main" id="{C56C981F-23C6-4E77-9808-A4933FD6CCBC}"/>
              </a:ext>
            </a:extLst>
          </p:cNvPr>
          <p:cNvSpPr>
            <a:spLocks xmlns:a="http://schemas.openxmlformats.org/drawingml/2006/main" noGrp="1"/>
          </p:cNvSpPr>
          <p:nvPr/>
        </p:nvSpPr>
        <p:spPr>
          <a:xfrm xmlns:a="http://schemas.openxmlformats.org/drawingml/2006/main">
            <a:off x="9315450" y="2828925"/>
            <a:ext cx="21812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175" b="1">
                <a:solidFill>
                  <a:srgbClr val="005293"/>
                </a:solidFill>
                <a:latin typeface="Arial"/>
                <a:ea typeface="Arial"/>
                <a:cs typeface="Arial"/>
              </a:defRPr>
            </a:defPPr>
            <a:lvl1pPr algn="ctr">
              <a:buNone/>
              <a:defRPr sz="2175" b="1">
                <a:solidFill>
                  <a:srgbClr val="005293"/>
                </a:solidFill>
                <a:latin typeface="Arial"/>
                <a:ea typeface="Arial"/>
                <a:cs typeface="Arial"/>
              </a:defRPr>
            </a:lvl1pPr>
            <a:lvl2pPr algn="ctr">
              <a:buNone/>
              <a:defRPr sz="2175" b="1">
                <a:solidFill>
                  <a:srgbClr val="005293"/>
                </a:solidFill>
                <a:latin typeface="Arial"/>
                <a:ea typeface="Arial"/>
                <a:cs typeface="Arial"/>
              </a:defRPr>
            </a:lvl2pPr>
            <a:lvl3pPr algn="ctr">
              <a:buNone/>
              <a:defRPr sz="2175" b="1">
                <a:solidFill>
                  <a:srgbClr val="005293"/>
                </a:solidFill>
                <a:latin typeface="Arial"/>
                <a:ea typeface="Arial"/>
                <a:cs typeface="Arial"/>
              </a:defRPr>
            </a:lvl3pPr>
            <a:lvl4pPr algn="ctr">
              <a:buNone/>
              <a:defRPr sz="2175" b="1">
                <a:solidFill>
                  <a:srgbClr val="005293"/>
                </a:solidFill>
                <a:latin typeface="Arial"/>
                <a:ea typeface="Arial"/>
                <a:cs typeface="Arial"/>
              </a:defRPr>
            </a:lvl4pPr>
            <a:lvl5pPr algn="ctr">
              <a:buNone/>
              <a:defRPr sz="2175" b="1">
                <a:solidFill>
                  <a:srgbClr val="005293"/>
                </a:solidFill>
                <a:latin typeface="Arial"/>
                <a:ea typeface="Arial"/>
                <a:cs typeface="Arial"/>
              </a:defRPr>
            </a:lvl5pPr>
            <a:lvl6pPr algn="ctr">
              <a:buNone/>
              <a:defRPr sz="2175" b="1">
                <a:solidFill>
                  <a:srgbClr val="005293"/>
                </a:solidFill>
                <a:latin typeface="Arial"/>
                <a:ea typeface="Arial"/>
                <a:cs typeface="Arial"/>
              </a:defRPr>
            </a:lvl6pPr>
            <a:lvl7pPr algn="ctr">
              <a:buNone/>
              <a:defRPr sz="2175" b="1">
                <a:solidFill>
                  <a:srgbClr val="005293"/>
                </a:solidFill>
                <a:latin typeface="Arial"/>
                <a:ea typeface="Arial"/>
                <a:cs typeface="Arial"/>
              </a:defRPr>
            </a:lvl7pPr>
            <a:lvl8pPr algn="ctr">
              <a:buNone/>
              <a:defRPr sz="2175" b="1">
                <a:solidFill>
                  <a:srgbClr val="005293"/>
                </a:solidFill>
                <a:latin typeface="Arial"/>
                <a:ea typeface="Arial"/>
                <a:cs typeface="Arial"/>
              </a:defRPr>
            </a:lvl8pPr>
            <a:lvl9pPr algn="ctr">
              <a:buNone/>
              <a:defRPr sz="2175" b="1">
                <a:solidFill>
                  <a:srgbClr val="005293"/>
                </a:solidFill>
                <a:latin typeface="Arial"/>
                <a:ea typeface="Arial"/>
                <a:cs typeface="Arial"/>
              </a:defRPr>
            </a:lvl9pPr>
          </a:lstStyle>
          <a:p xmlns:a="http://schemas.openxmlformats.org/drawingml/2006/main">
            <a:pPr algn="ctr">
              <a:buNone/>
              <a:defRPr sz="2175" b="1">
                <a:solidFill>
                  <a:srgbClr val="005293"/>
                </a:solidFill>
                <a:latin typeface="Arial"/>
                <a:ea typeface="Arial"/>
                <a:cs typeface="Arial"/>
              </a:defRPr>
            </a:pPr>
            <a:r>
              <a:rPr sz="2175" b="1">
                <a:solidFill>
                  <a:srgbClr val="005293"/>
                </a:solidFill>
                <a:latin typeface="Arial"/>
                <a:ea typeface="Arial"/>
                <a:cs typeface="Arial"/>
              </a:rPr>
              <a:t>E₂</a:t>
            </a:r>
          </a:p>
        </p:txBody>
      </p:sp>
      <p:sp>
        <p:nvSpPr>
          <p:cNvPr id="8" name="">
            <a:extLst xmlns:a="http://schemas.openxmlformats.org/drawingml/2006/main">
              <a:ext uri="{FF2B5EF4-FFF2-40B4-BE49-F238E27FC236}">
                <a16:creationId xmlns:a16="http://schemas.microsoft.com/office/drawing/2014/main" id="{24E37E18-59A9-473B-B87E-CD340B02F613}"/>
              </a:ext>
            </a:extLst>
          </p:cNvPr>
          <p:cNvSpPr>
            <a:spLocks xmlns:a="http://schemas.openxmlformats.org/drawingml/2006/main" noGrp="1"/>
          </p:cNvSpPr>
          <p:nvPr/>
        </p:nvSpPr>
        <p:spPr>
          <a:xfrm xmlns:a="http://schemas.openxmlformats.org/drawingml/2006/main">
            <a:off x="4953000" y="4191000"/>
            <a:ext cx="2286000" cy="666750"/>
          </a:xfrm>
          <a:prstGeom xmlns:a="http://schemas.openxmlformats.org/drawingml/2006/main" prst="rect">
            <a:avLst/>
          </a:prstGeom>
          <a:solidFill xmlns:a="http://schemas.openxmlformats.org/drawingml/2006/main">
            <a:srgbClr val="EDF4F9"/>
          </a:solidFill>
          <a:ln xmlns:a="http://schemas.openxmlformats.org/drawingml/2006/main" w="19050">
            <a:solidFill>
              <a:srgbClr val="005293"/>
            </a:solidFill>
          </a:ln>
        </p:spPr>
      </p:sp>
      <p:sp>
        <p:nvSpPr>
          <p:cNvPr id="9" name="">
            <a:extLst xmlns:a="http://schemas.openxmlformats.org/drawingml/2006/main">
              <a:ext uri="{FF2B5EF4-FFF2-40B4-BE49-F238E27FC236}">
                <a16:creationId xmlns:a16="http://schemas.microsoft.com/office/drawing/2014/main" id="{407DEF3E-BEA1-44D1-A241-83D19F29C34A}"/>
              </a:ext>
            </a:extLst>
          </p:cNvPr>
          <p:cNvSpPr>
            <a:spLocks xmlns:a="http://schemas.openxmlformats.org/drawingml/2006/main" noGrp="1"/>
          </p:cNvSpPr>
          <p:nvPr/>
        </p:nvSpPr>
        <p:spPr>
          <a:xfrm xmlns:a="http://schemas.openxmlformats.org/drawingml/2006/main">
            <a:off x="5029200" y="4352925"/>
            <a:ext cx="2133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175" b="1">
                <a:solidFill>
                  <a:srgbClr val="005293"/>
                </a:solidFill>
                <a:latin typeface="Arial"/>
                <a:ea typeface="Arial"/>
                <a:cs typeface="Arial"/>
              </a:defRPr>
            </a:defPPr>
            <a:lvl1pPr algn="ctr">
              <a:buNone/>
              <a:defRPr sz="2175" b="1">
                <a:solidFill>
                  <a:srgbClr val="005293"/>
                </a:solidFill>
                <a:latin typeface="Arial"/>
                <a:ea typeface="Arial"/>
                <a:cs typeface="Arial"/>
              </a:defRPr>
            </a:lvl1pPr>
            <a:lvl2pPr algn="ctr">
              <a:buNone/>
              <a:defRPr sz="2175" b="1">
                <a:solidFill>
                  <a:srgbClr val="005293"/>
                </a:solidFill>
                <a:latin typeface="Arial"/>
                <a:ea typeface="Arial"/>
                <a:cs typeface="Arial"/>
              </a:defRPr>
            </a:lvl2pPr>
            <a:lvl3pPr algn="ctr">
              <a:buNone/>
              <a:defRPr sz="2175" b="1">
                <a:solidFill>
                  <a:srgbClr val="005293"/>
                </a:solidFill>
                <a:latin typeface="Arial"/>
                <a:ea typeface="Arial"/>
                <a:cs typeface="Arial"/>
              </a:defRPr>
            </a:lvl3pPr>
            <a:lvl4pPr algn="ctr">
              <a:buNone/>
              <a:defRPr sz="2175" b="1">
                <a:solidFill>
                  <a:srgbClr val="005293"/>
                </a:solidFill>
                <a:latin typeface="Arial"/>
                <a:ea typeface="Arial"/>
                <a:cs typeface="Arial"/>
              </a:defRPr>
            </a:lvl4pPr>
            <a:lvl5pPr algn="ctr">
              <a:buNone/>
              <a:defRPr sz="2175" b="1">
                <a:solidFill>
                  <a:srgbClr val="005293"/>
                </a:solidFill>
                <a:latin typeface="Arial"/>
                <a:ea typeface="Arial"/>
                <a:cs typeface="Arial"/>
              </a:defRPr>
            </a:lvl5pPr>
            <a:lvl6pPr algn="ctr">
              <a:buNone/>
              <a:defRPr sz="2175" b="1">
                <a:solidFill>
                  <a:srgbClr val="005293"/>
                </a:solidFill>
                <a:latin typeface="Arial"/>
                <a:ea typeface="Arial"/>
                <a:cs typeface="Arial"/>
              </a:defRPr>
            </a:lvl6pPr>
            <a:lvl7pPr algn="ctr">
              <a:buNone/>
              <a:defRPr sz="2175" b="1">
                <a:solidFill>
                  <a:srgbClr val="005293"/>
                </a:solidFill>
                <a:latin typeface="Arial"/>
                <a:ea typeface="Arial"/>
                <a:cs typeface="Arial"/>
              </a:defRPr>
            </a:lvl7pPr>
            <a:lvl8pPr algn="ctr">
              <a:buNone/>
              <a:defRPr sz="2175" b="1">
                <a:solidFill>
                  <a:srgbClr val="005293"/>
                </a:solidFill>
                <a:latin typeface="Arial"/>
                <a:ea typeface="Arial"/>
                <a:cs typeface="Arial"/>
              </a:defRPr>
            </a:lvl8pPr>
            <a:lvl9pPr algn="ctr">
              <a:buNone/>
              <a:defRPr sz="2175" b="1">
                <a:solidFill>
                  <a:srgbClr val="005293"/>
                </a:solidFill>
                <a:latin typeface="Arial"/>
                <a:ea typeface="Arial"/>
                <a:cs typeface="Arial"/>
              </a:defRPr>
            </a:lvl9pPr>
          </a:lstStyle>
          <a:p xmlns:a="http://schemas.openxmlformats.org/drawingml/2006/main">
            <a:pPr algn="ctr">
              <a:buNone/>
              <a:defRPr sz="2175" b="1">
                <a:solidFill>
                  <a:srgbClr val="005293"/>
                </a:solidFill>
                <a:latin typeface="Arial"/>
                <a:ea typeface="Arial"/>
                <a:cs typeface="Arial"/>
              </a:defRPr>
            </a:pPr>
            <a:r>
              <a:rPr sz="2175" b="1">
                <a:solidFill>
                  <a:srgbClr val="005293"/>
                </a:solidFill>
                <a:latin typeface="Arial"/>
                <a:ea typeface="Arial"/>
                <a:cs typeface="Arial"/>
              </a:rPr>
              <a:t>Eᵢ</a:t>
            </a:r>
          </a:p>
        </p:txBody>
      </p:sp>
      <p:sp>
        <p:nvSpPr>
          <p:cNvPr id="10" name="">
            <a:extLst xmlns:a="http://schemas.openxmlformats.org/drawingml/2006/main">
              <a:ext uri="{FF2B5EF4-FFF2-40B4-BE49-F238E27FC236}">
                <a16:creationId xmlns:a16="http://schemas.microsoft.com/office/drawing/2014/main" id="{5BF54008-5AEE-42DA-BF7F-719FD384D65F}"/>
              </a:ext>
            </a:extLst>
          </p:cNvPr>
          <p:cNvSpPr>
            <a:spLocks xmlns:a="http://schemas.openxmlformats.org/drawingml/2006/main" noGrp="1"/>
          </p:cNvSpPr>
          <p:nvPr/>
        </p:nvSpPr>
        <p:spPr>
          <a:xfrm xmlns:a="http://schemas.openxmlformats.org/drawingml/2006/main">
            <a:off x="609600" y="2667000"/>
            <a:ext cx="2333625" cy="666750"/>
          </a:xfrm>
          <a:prstGeom xmlns:a="http://schemas.openxmlformats.org/drawingml/2006/main" prst="rect">
            <a:avLst/>
          </a:prstGeom>
          <a:solidFill xmlns:a="http://schemas.openxmlformats.org/drawingml/2006/main">
            <a:srgbClr val="EDF4F9"/>
          </a:solidFill>
          <a:ln xmlns:a="http://schemas.openxmlformats.org/drawingml/2006/main" w="19050">
            <a:solidFill>
              <a:srgbClr val="005293"/>
            </a:solidFill>
          </a:ln>
        </p:spPr>
      </p:sp>
      <p:sp>
        <p:nvSpPr>
          <p:cNvPr id="11" name="">
            <a:extLst xmlns:a="http://schemas.openxmlformats.org/drawingml/2006/main">
              <a:ext uri="{FF2B5EF4-FFF2-40B4-BE49-F238E27FC236}">
                <a16:creationId xmlns:a16="http://schemas.microsoft.com/office/drawing/2014/main" id="{BA5CA354-F882-4581-928E-06CD5A434BFA}"/>
              </a:ext>
            </a:extLst>
          </p:cNvPr>
          <p:cNvSpPr>
            <a:spLocks xmlns:a="http://schemas.openxmlformats.org/drawingml/2006/main" noGrp="1"/>
          </p:cNvSpPr>
          <p:nvPr/>
        </p:nvSpPr>
        <p:spPr>
          <a:xfrm xmlns:a="http://schemas.openxmlformats.org/drawingml/2006/main">
            <a:off x="685800" y="2828925"/>
            <a:ext cx="21812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175" b="1">
                <a:solidFill>
                  <a:srgbClr val="005293"/>
                </a:solidFill>
                <a:latin typeface="Arial"/>
                <a:ea typeface="Arial"/>
                <a:cs typeface="Arial"/>
              </a:defRPr>
            </a:defPPr>
            <a:lvl1pPr algn="ctr">
              <a:buNone/>
              <a:defRPr sz="2175" b="1">
                <a:solidFill>
                  <a:srgbClr val="005293"/>
                </a:solidFill>
                <a:latin typeface="Arial"/>
                <a:ea typeface="Arial"/>
                <a:cs typeface="Arial"/>
              </a:defRPr>
            </a:lvl1pPr>
            <a:lvl2pPr algn="ctr">
              <a:buNone/>
              <a:defRPr sz="2175" b="1">
                <a:solidFill>
                  <a:srgbClr val="005293"/>
                </a:solidFill>
                <a:latin typeface="Arial"/>
                <a:ea typeface="Arial"/>
                <a:cs typeface="Arial"/>
              </a:defRPr>
            </a:lvl2pPr>
            <a:lvl3pPr algn="ctr">
              <a:buNone/>
              <a:defRPr sz="2175" b="1">
                <a:solidFill>
                  <a:srgbClr val="005293"/>
                </a:solidFill>
                <a:latin typeface="Arial"/>
                <a:ea typeface="Arial"/>
                <a:cs typeface="Arial"/>
              </a:defRPr>
            </a:lvl3pPr>
            <a:lvl4pPr algn="ctr">
              <a:buNone/>
              <a:defRPr sz="2175" b="1">
                <a:solidFill>
                  <a:srgbClr val="005293"/>
                </a:solidFill>
                <a:latin typeface="Arial"/>
                <a:ea typeface="Arial"/>
                <a:cs typeface="Arial"/>
              </a:defRPr>
            </a:lvl4pPr>
            <a:lvl5pPr algn="ctr">
              <a:buNone/>
              <a:defRPr sz="2175" b="1">
                <a:solidFill>
                  <a:srgbClr val="005293"/>
                </a:solidFill>
                <a:latin typeface="Arial"/>
                <a:ea typeface="Arial"/>
                <a:cs typeface="Arial"/>
              </a:defRPr>
            </a:lvl5pPr>
            <a:lvl6pPr algn="ctr">
              <a:buNone/>
              <a:defRPr sz="2175" b="1">
                <a:solidFill>
                  <a:srgbClr val="005293"/>
                </a:solidFill>
                <a:latin typeface="Arial"/>
                <a:ea typeface="Arial"/>
                <a:cs typeface="Arial"/>
              </a:defRPr>
            </a:lvl6pPr>
            <a:lvl7pPr algn="ctr">
              <a:buNone/>
              <a:defRPr sz="2175" b="1">
                <a:solidFill>
                  <a:srgbClr val="005293"/>
                </a:solidFill>
                <a:latin typeface="Arial"/>
                <a:ea typeface="Arial"/>
                <a:cs typeface="Arial"/>
              </a:defRPr>
            </a:lvl7pPr>
            <a:lvl8pPr algn="ctr">
              <a:buNone/>
              <a:defRPr sz="2175" b="1">
                <a:solidFill>
                  <a:srgbClr val="005293"/>
                </a:solidFill>
                <a:latin typeface="Arial"/>
                <a:ea typeface="Arial"/>
                <a:cs typeface="Arial"/>
              </a:defRPr>
            </a:lvl8pPr>
            <a:lvl9pPr algn="ctr">
              <a:buNone/>
              <a:defRPr sz="2175" b="1">
                <a:solidFill>
                  <a:srgbClr val="005293"/>
                </a:solidFill>
                <a:latin typeface="Arial"/>
                <a:ea typeface="Arial"/>
                <a:cs typeface="Arial"/>
              </a:defRPr>
            </a:lvl9pPr>
          </a:lstStyle>
          <a:p xmlns:a="http://schemas.openxmlformats.org/drawingml/2006/main">
            <a:pPr algn="ctr">
              <a:buNone/>
              <a:defRPr sz="2175" b="1">
                <a:solidFill>
                  <a:srgbClr val="005293"/>
                </a:solidFill>
                <a:latin typeface="Arial"/>
                <a:ea typeface="Arial"/>
                <a:cs typeface="Arial"/>
              </a:defRPr>
            </a:pPr>
            <a:r>
              <a:rPr sz="2175" b="1">
                <a:solidFill>
                  <a:srgbClr val="005293"/>
                </a:solidFill>
                <a:latin typeface="Arial"/>
                <a:ea typeface="Arial"/>
                <a:cs typeface="Arial"/>
              </a:rPr>
              <a:t>Eₙ</a:t>
            </a:r>
          </a:p>
        </p:txBody>
      </p:sp>
      <p:sp>
        <p:nvSpPr>
          <p:cNvPr id="12" name="">
            <a:extLst xmlns:a="http://schemas.openxmlformats.org/drawingml/2006/main">
              <a:ext uri="{FF2B5EF4-FFF2-40B4-BE49-F238E27FC236}">
                <a16:creationId xmlns:a16="http://schemas.microsoft.com/office/drawing/2014/main" id="{78EA284C-70C2-4919-B36B-AAB57E19BD46}"/>
              </a:ext>
            </a:extLst>
          </p:cNvPr>
          <p:cNvSpPr>
            <a:spLocks xmlns:a="http://schemas.openxmlformats.org/drawingml/2006/main" noGrp="1"/>
          </p:cNvSpPr>
          <p:nvPr/>
        </p:nvSpPr>
        <p:spPr>
          <a:xfrm xmlns:a="http://schemas.openxmlformats.org/drawingml/2006/main">
            <a:off x="5143500" y="2476500"/>
            <a:ext cx="1905000" cy="1047750"/>
          </a:xfrm>
          <a:prstGeom xmlns:a="http://schemas.openxmlformats.org/drawingml/2006/main" prst="diamond">
            <a:avLst/>
          </a:prstGeom>
          <a:solidFill xmlns:a="http://schemas.openxmlformats.org/drawingml/2006/main">
            <a:srgbClr val="FFFFFF"/>
          </a:solidFill>
          <a:ln xmlns:a="http://schemas.openxmlformats.org/drawingml/2006/main" w="19050">
            <a:solidFill>
              <a:srgbClr val="005293"/>
            </a:solidFill>
          </a:ln>
        </p:spPr>
      </p:sp>
      <p:sp>
        <p:nvSpPr>
          <p:cNvPr id="13" name="">
            <a:extLst xmlns:a="http://schemas.openxmlformats.org/drawingml/2006/main">
              <a:ext uri="{FF2B5EF4-FFF2-40B4-BE49-F238E27FC236}">
                <a16:creationId xmlns:a16="http://schemas.microsoft.com/office/drawing/2014/main" id="{458B3869-F456-4A19-BD7B-6F3F656F40C8}"/>
              </a:ext>
            </a:extLst>
          </p:cNvPr>
          <p:cNvSpPr>
            <a:spLocks xmlns:a="http://schemas.openxmlformats.org/drawingml/2006/main" noGrp="1"/>
          </p:cNvSpPr>
          <p:nvPr/>
        </p:nvSpPr>
        <p:spPr>
          <a:xfrm xmlns:a="http://schemas.openxmlformats.org/drawingml/2006/main">
            <a:off x="5524500" y="2800350"/>
            <a:ext cx="114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775" b="1">
                <a:solidFill>
                  <a:srgbClr val="005293"/>
                </a:solidFill>
                <a:latin typeface="Arial"/>
                <a:ea typeface="Arial"/>
                <a:cs typeface="Arial"/>
              </a:defRPr>
            </a:defPPr>
            <a:lvl1pPr algn="ctr">
              <a:buNone/>
              <a:defRPr sz="2775" b="1">
                <a:solidFill>
                  <a:srgbClr val="005293"/>
                </a:solidFill>
                <a:latin typeface="Arial"/>
                <a:ea typeface="Arial"/>
                <a:cs typeface="Arial"/>
              </a:defRPr>
            </a:lvl1pPr>
            <a:lvl2pPr algn="ctr">
              <a:buNone/>
              <a:defRPr sz="2775" b="1">
                <a:solidFill>
                  <a:srgbClr val="005293"/>
                </a:solidFill>
                <a:latin typeface="Arial"/>
                <a:ea typeface="Arial"/>
                <a:cs typeface="Arial"/>
              </a:defRPr>
            </a:lvl2pPr>
            <a:lvl3pPr algn="ctr">
              <a:buNone/>
              <a:defRPr sz="2775" b="1">
                <a:solidFill>
                  <a:srgbClr val="005293"/>
                </a:solidFill>
                <a:latin typeface="Arial"/>
                <a:ea typeface="Arial"/>
                <a:cs typeface="Arial"/>
              </a:defRPr>
            </a:lvl3pPr>
            <a:lvl4pPr algn="ctr">
              <a:buNone/>
              <a:defRPr sz="2775" b="1">
                <a:solidFill>
                  <a:srgbClr val="005293"/>
                </a:solidFill>
                <a:latin typeface="Arial"/>
                <a:ea typeface="Arial"/>
                <a:cs typeface="Arial"/>
              </a:defRPr>
            </a:lvl4pPr>
            <a:lvl5pPr algn="ctr">
              <a:buNone/>
              <a:defRPr sz="2775" b="1">
                <a:solidFill>
                  <a:srgbClr val="005293"/>
                </a:solidFill>
                <a:latin typeface="Arial"/>
                <a:ea typeface="Arial"/>
                <a:cs typeface="Arial"/>
              </a:defRPr>
            </a:lvl5pPr>
            <a:lvl6pPr algn="ctr">
              <a:buNone/>
              <a:defRPr sz="2775" b="1">
                <a:solidFill>
                  <a:srgbClr val="005293"/>
                </a:solidFill>
                <a:latin typeface="Arial"/>
                <a:ea typeface="Arial"/>
                <a:cs typeface="Arial"/>
              </a:defRPr>
            </a:lvl6pPr>
            <a:lvl7pPr algn="ctr">
              <a:buNone/>
              <a:defRPr sz="2775" b="1">
                <a:solidFill>
                  <a:srgbClr val="005293"/>
                </a:solidFill>
                <a:latin typeface="Arial"/>
                <a:ea typeface="Arial"/>
                <a:cs typeface="Arial"/>
              </a:defRPr>
            </a:lvl7pPr>
            <a:lvl8pPr algn="ctr">
              <a:buNone/>
              <a:defRPr sz="2775" b="1">
                <a:solidFill>
                  <a:srgbClr val="005293"/>
                </a:solidFill>
                <a:latin typeface="Arial"/>
                <a:ea typeface="Arial"/>
                <a:cs typeface="Arial"/>
              </a:defRPr>
            </a:lvl8pPr>
            <a:lvl9pPr algn="ctr">
              <a:buNone/>
              <a:defRPr sz="2775" b="1">
                <a:solidFill>
                  <a:srgbClr val="005293"/>
                </a:solidFill>
                <a:latin typeface="Arial"/>
                <a:ea typeface="Arial"/>
                <a:cs typeface="Arial"/>
              </a:defRPr>
            </a:lvl9pPr>
          </a:lstStyle>
          <a:p xmlns:a="http://schemas.openxmlformats.org/drawingml/2006/main">
            <a:pPr algn="ctr">
              <a:buNone/>
              <a:defRPr sz="2775" b="1">
                <a:solidFill>
                  <a:srgbClr val="005293"/>
                </a:solidFill>
                <a:latin typeface="Arial"/>
                <a:ea typeface="Arial"/>
                <a:cs typeface="Arial"/>
              </a:defRPr>
            </a:pPr>
            <a:r>
              <a:rPr sz="2775" b="1">
                <a:solidFill>
                  <a:srgbClr val="005293"/>
                </a:solidFill>
                <a:latin typeface="Arial"/>
                <a:ea typeface="Arial"/>
                <a:cs typeface="Arial"/>
              </a:rPr>
              <a:t>R</a:t>
            </a:r>
          </a:p>
        </p:txBody>
      </p:sp>
      <p:sp>
        <p:nvSpPr>
          <p:cNvPr id="14" name="">
            <a:extLst xmlns:a="http://schemas.openxmlformats.org/drawingml/2006/main">
              <a:ext uri="{FF2B5EF4-FFF2-40B4-BE49-F238E27FC236}">
                <a16:creationId xmlns:a16="http://schemas.microsoft.com/office/drawing/2014/main" id="{AF8AFF52-F62A-4732-A92C-6514C205F378}"/>
              </a:ext>
            </a:extLst>
          </p:cNvPr>
          <p:cNvSpPr>
            <a:spLocks xmlns:a="http://schemas.openxmlformats.org/drawingml/2006/main" noGrp="1"/>
          </p:cNvSpPr>
          <p:nvPr/>
        </p:nvSpPr>
        <p:spPr>
          <a:xfrm xmlns:a="http://schemas.openxmlformats.org/drawingml/2006/main" flipH="0" flipV="0">
            <a:off x="6096000" y="2095500"/>
            <a:ext cx="0" cy="38100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5" name="">
            <a:extLst xmlns:a="http://schemas.openxmlformats.org/drawingml/2006/main">
              <a:ext uri="{FF2B5EF4-FFF2-40B4-BE49-F238E27FC236}">
                <a16:creationId xmlns:a16="http://schemas.microsoft.com/office/drawing/2014/main" id="{D738E4C4-64A2-4BC8-9B80-E79474DB4ECA}"/>
              </a:ext>
            </a:extLst>
          </p:cNvPr>
          <p:cNvSpPr>
            <a:spLocks xmlns:a="http://schemas.openxmlformats.org/drawingml/2006/main" noGrp="1"/>
          </p:cNvSpPr>
          <p:nvPr/>
        </p:nvSpPr>
        <p:spPr>
          <a:xfrm xmlns:a="http://schemas.openxmlformats.org/drawingml/2006/main" flipH="0" flipV="0">
            <a:off x="7048500" y="3000375"/>
            <a:ext cx="2190750" cy="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6" name="">
            <a:extLst xmlns:a="http://schemas.openxmlformats.org/drawingml/2006/main">
              <a:ext uri="{FF2B5EF4-FFF2-40B4-BE49-F238E27FC236}">
                <a16:creationId xmlns:a16="http://schemas.microsoft.com/office/drawing/2014/main" id="{11248184-979D-401D-8804-4494D78B99DF}"/>
              </a:ext>
            </a:extLst>
          </p:cNvPr>
          <p:cNvSpPr>
            <a:spLocks xmlns:a="http://schemas.openxmlformats.org/drawingml/2006/main" noGrp="1"/>
          </p:cNvSpPr>
          <p:nvPr/>
        </p:nvSpPr>
        <p:spPr>
          <a:xfrm xmlns:a="http://schemas.openxmlformats.org/drawingml/2006/main" flipH="0" flipV="0">
            <a:off x="6096000" y="3524250"/>
            <a:ext cx="0" cy="66675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7" name="">
            <a:extLst xmlns:a="http://schemas.openxmlformats.org/drawingml/2006/main">
              <a:ext uri="{FF2B5EF4-FFF2-40B4-BE49-F238E27FC236}">
                <a16:creationId xmlns:a16="http://schemas.microsoft.com/office/drawing/2014/main" id="{FDD8619D-6239-40CA-B780-956B9772F051}"/>
              </a:ext>
            </a:extLst>
          </p:cNvPr>
          <p:cNvSpPr>
            <a:spLocks xmlns:a="http://schemas.openxmlformats.org/drawingml/2006/main" noGrp="1"/>
          </p:cNvSpPr>
          <p:nvPr/>
        </p:nvSpPr>
        <p:spPr>
          <a:xfrm xmlns:a="http://schemas.openxmlformats.org/drawingml/2006/main" flipH="0" flipV="0">
            <a:off x="2943225" y="3000375"/>
            <a:ext cx="2200275" cy="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8" name="">
            <a:extLst xmlns:a="http://schemas.openxmlformats.org/drawingml/2006/main">
              <a:ext uri="{FF2B5EF4-FFF2-40B4-BE49-F238E27FC236}">
                <a16:creationId xmlns:a16="http://schemas.microsoft.com/office/drawing/2014/main" id="{4C03ECA9-631B-44A8-AC7E-489D47781B60}"/>
              </a:ext>
            </a:extLst>
          </p:cNvPr>
          <p:cNvSpPr>
            <a:spLocks xmlns:a="http://schemas.openxmlformats.org/drawingml/2006/main" noGrp="1"/>
          </p:cNvSpPr>
          <p:nvPr/>
        </p:nvSpPr>
        <p:spPr>
          <a:xfrm xmlns:a="http://schemas.openxmlformats.org/drawingml/2006/main">
            <a:off x="6391275" y="21336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k₁</a:t>
            </a:r>
          </a:p>
        </p:txBody>
      </p:sp>
      <p:sp>
        <p:nvSpPr>
          <p:cNvPr id="19" name="">
            <a:extLst xmlns:a="http://schemas.openxmlformats.org/drawingml/2006/main">
              <a:ext uri="{FF2B5EF4-FFF2-40B4-BE49-F238E27FC236}">
                <a16:creationId xmlns:a16="http://schemas.microsoft.com/office/drawing/2014/main" id="{C07369D2-A7C7-475B-9E3A-15ADADB9CEBD}"/>
              </a:ext>
            </a:extLst>
          </p:cNvPr>
          <p:cNvSpPr>
            <a:spLocks xmlns:a="http://schemas.openxmlformats.org/drawingml/2006/main" noGrp="1"/>
          </p:cNvSpPr>
          <p:nvPr/>
        </p:nvSpPr>
        <p:spPr>
          <a:xfrm xmlns:a="http://schemas.openxmlformats.org/drawingml/2006/main">
            <a:off x="7572375" y="2571750"/>
            <a:ext cx="161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k₂</a:t>
            </a:r>
          </a:p>
        </p:txBody>
      </p:sp>
      <p:sp>
        <p:nvSpPr>
          <p:cNvPr id="20" name="">
            <a:extLst xmlns:a="http://schemas.openxmlformats.org/drawingml/2006/main">
              <a:ext uri="{FF2B5EF4-FFF2-40B4-BE49-F238E27FC236}">
                <a16:creationId xmlns:a16="http://schemas.microsoft.com/office/drawing/2014/main" id="{26BF5F6F-A544-4EB4-B67D-95898ABDB453}"/>
              </a:ext>
            </a:extLst>
          </p:cNvPr>
          <p:cNvSpPr>
            <a:spLocks xmlns:a="http://schemas.openxmlformats.org/drawingml/2006/main" noGrp="1"/>
          </p:cNvSpPr>
          <p:nvPr/>
        </p:nvSpPr>
        <p:spPr>
          <a:xfrm xmlns:a="http://schemas.openxmlformats.org/drawingml/2006/main">
            <a:off x="6400800" y="3743325"/>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kᵢ</a:t>
            </a:r>
          </a:p>
        </p:txBody>
      </p:sp>
      <p:sp>
        <p:nvSpPr>
          <p:cNvPr id="21" name="">
            <a:extLst xmlns:a="http://schemas.openxmlformats.org/drawingml/2006/main">
              <a:ext uri="{FF2B5EF4-FFF2-40B4-BE49-F238E27FC236}">
                <a16:creationId xmlns:a16="http://schemas.microsoft.com/office/drawing/2014/main" id="{39B24C04-FACD-4AD0-BA2D-5515208931CB}"/>
              </a:ext>
            </a:extLst>
          </p:cNvPr>
          <p:cNvSpPr>
            <a:spLocks xmlns:a="http://schemas.openxmlformats.org/drawingml/2006/main" noGrp="1"/>
          </p:cNvSpPr>
          <p:nvPr/>
        </p:nvSpPr>
        <p:spPr>
          <a:xfrm xmlns:a="http://schemas.openxmlformats.org/drawingml/2006/main">
            <a:off x="3333750" y="2571750"/>
            <a:ext cx="171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kₙ</a:t>
            </a:r>
          </a:p>
        </p:txBody>
      </p:sp>
      <p:sp>
        <p:nvSpPr>
          <p:cNvPr id="22" name="">
            <a:extLst xmlns:a="http://schemas.openxmlformats.org/drawingml/2006/main">
              <a:ext uri="{FF2B5EF4-FFF2-40B4-BE49-F238E27FC236}">
                <a16:creationId xmlns:a16="http://schemas.microsoft.com/office/drawing/2014/main" id="{693497AF-0CB3-49CA-A69B-3D4739AF4CDC}"/>
              </a:ext>
            </a:extLst>
          </p:cNvPr>
          <p:cNvSpPr>
            <a:spLocks xmlns:a="http://schemas.openxmlformats.org/drawingml/2006/main" noGrp="1"/>
          </p:cNvSpPr>
          <p:nvPr/>
        </p:nvSpPr>
        <p:spPr>
          <a:xfrm xmlns:a="http://schemas.openxmlformats.org/drawingml/2006/main">
            <a:off x="3762375" y="18669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0">
                <a:solidFill>
                  <a:srgbClr val="596773"/>
                </a:solidFill>
                <a:latin typeface="Arial"/>
                <a:ea typeface="Arial"/>
                <a:cs typeface="Arial"/>
              </a:defRPr>
            </a:defPPr>
            <a:lvl1pPr>
              <a:buNone/>
              <a:defRPr sz="2925" b="0">
                <a:solidFill>
                  <a:srgbClr val="596773"/>
                </a:solidFill>
                <a:latin typeface="Arial"/>
                <a:ea typeface="Arial"/>
                <a:cs typeface="Arial"/>
              </a:defRPr>
            </a:lvl1pPr>
            <a:lvl2pPr>
              <a:buNone/>
              <a:defRPr sz="2925" b="0">
                <a:solidFill>
                  <a:srgbClr val="596773"/>
                </a:solidFill>
                <a:latin typeface="Arial"/>
                <a:ea typeface="Arial"/>
                <a:cs typeface="Arial"/>
              </a:defRPr>
            </a:lvl2pPr>
            <a:lvl3pPr>
              <a:buNone/>
              <a:defRPr sz="2925" b="0">
                <a:solidFill>
                  <a:srgbClr val="596773"/>
                </a:solidFill>
                <a:latin typeface="Arial"/>
                <a:ea typeface="Arial"/>
                <a:cs typeface="Arial"/>
              </a:defRPr>
            </a:lvl3pPr>
            <a:lvl4pPr>
              <a:buNone/>
              <a:defRPr sz="2925" b="0">
                <a:solidFill>
                  <a:srgbClr val="596773"/>
                </a:solidFill>
                <a:latin typeface="Arial"/>
                <a:ea typeface="Arial"/>
                <a:cs typeface="Arial"/>
              </a:defRPr>
            </a:lvl4pPr>
            <a:lvl5pPr>
              <a:buNone/>
              <a:defRPr sz="2925" b="0">
                <a:solidFill>
                  <a:srgbClr val="596773"/>
                </a:solidFill>
                <a:latin typeface="Arial"/>
                <a:ea typeface="Arial"/>
                <a:cs typeface="Arial"/>
              </a:defRPr>
            </a:lvl5pPr>
            <a:lvl6pPr>
              <a:buNone/>
              <a:defRPr sz="2925" b="0">
                <a:solidFill>
                  <a:srgbClr val="596773"/>
                </a:solidFill>
                <a:latin typeface="Arial"/>
                <a:ea typeface="Arial"/>
                <a:cs typeface="Arial"/>
              </a:defRPr>
            </a:lvl6pPr>
            <a:lvl7pPr>
              <a:buNone/>
              <a:defRPr sz="2925" b="0">
                <a:solidFill>
                  <a:srgbClr val="596773"/>
                </a:solidFill>
                <a:latin typeface="Arial"/>
                <a:ea typeface="Arial"/>
                <a:cs typeface="Arial"/>
              </a:defRPr>
            </a:lvl7pPr>
            <a:lvl8pPr>
              <a:buNone/>
              <a:defRPr sz="2925" b="0">
                <a:solidFill>
                  <a:srgbClr val="596773"/>
                </a:solidFill>
                <a:latin typeface="Arial"/>
                <a:ea typeface="Arial"/>
                <a:cs typeface="Arial"/>
              </a:defRPr>
            </a:lvl8pPr>
            <a:lvl9pPr>
              <a:buNone/>
              <a:defRPr sz="2925" b="0">
                <a:solidFill>
                  <a:srgbClr val="596773"/>
                </a:solidFill>
                <a:latin typeface="Arial"/>
                <a:ea typeface="Arial"/>
                <a:cs typeface="Arial"/>
              </a:defRPr>
            </a:lvl9pPr>
          </a:lstStyle>
          <a:p xmlns:a="http://schemas.openxmlformats.org/drawingml/2006/main">
            <a:pPr>
              <a:buNone/>
              <a:defRPr sz="2925" b="0">
                <a:solidFill>
                  <a:srgbClr val="596773"/>
                </a:solidFill>
                <a:latin typeface="Arial"/>
                <a:ea typeface="Arial"/>
                <a:cs typeface="Arial"/>
              </a:defRPr>
            </a:pPr>
            <a:r>
              <a:rPr sz="2925" b="0">
                <a:solidFill>
                  <a:srgbClr val="596773"/>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958EC18A-401B-4C31-82AE-BC563E4774A8}"/>
              </a:ext>
            </a:extLst>
          </p:cNvPr>
          <p:cNvSpPr>
            <a:spLocks xmlns:a="http://schemas.openxmlformats.org/drawingml/2006/main" noGrp="1"/>
          </p:cNvSpPr>
          <p:nvPr/>
        </p:nvSpPr>
        <p:spPr>
          <a:xfrm xmlns:a="http://schemas.openxmlformats.org/drawingml/2006/main">
            <a:off x="7848600" y="3857625"/>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0">
                <a:solidFill>
                  <a:srgbClr val="596773"/>
                </a:solidFill>
                <a:latin typeface="Arial"/>
                <a:ea typeface="Arial"/>
                <a:cs typeface="Arial"/>
              </a:defRPr>
            </a:defPPr>
            <a:lvl1pPr>
              <a:buNone/>
              <a:defRPr sz="2925" b="0">
                <a:solidFill>
                  <a:srgbClr val="596773"/>
                </a:solidFill>
                <a:latin typeface="Arial"/>
                <a:ea typeface="Arial"/>
                <a:cs typeface="Arial"/>
              </a:defRPr>
            </a:lvl1pPr>
            <a:lvl2pPr>
              <a:buNone/>
              <a:defRPr sz="2925" b="0">
                <a:solidFill>
                  <a:srgbClr val="596773"/>
                </a:solidFill>
                <a:latin typeface="Arial"/>
                <a:ea typeface="Arial"/>
                <a:cs typeface="Arial"/>
              </a:defRPr>
            </a:lvl2pPr>
            <a:lvl3pPr>
              <a:buNone/>
              <a:defRPr sz="2925" b="0">
                <a:solidFill>
                  <a:srgbClr val="596773"/>
                </a:solidFill>
                <a:latin typeface="Arial"/>
                <a:ea typeface="Arial"/>
                <a:cs typeface="Arial"/>
              </a:defRPr>
            </a:lvl3pPr>
            <a:lvl4pPr>
              <a:buNone/>
              <a:defRPr sz="2925" b="0">
                <a:solidFill>
                  <a:srgbClr val="596773"/>
                </a:solidFill>
                <a:latin typeface="Arial"/>
                <a:ea typeface="Arial"/>
                <a:cs typeface="Arial"/>
              </a:defRPr>
            </a:lvl4pPr>
            <a:lvl5pPr>
              <a:buNone/>
              <a:defRPr sz="2925" b="0">
                <a:solidFill>
                  <a:srgbClr val="596773"/>
                </a:solidFill>
                <a:latin typeface="Arial"/>
                <a:ea typeface="Arial"/>
                <a:cs typeface="Arial"/>
              </a:defRPr>
            </a:lvl5pPr>
            <a:lvl6pPr>
              <a:buNone/>
              <a:defRPr sz="2925" b="0">
                <a:solidFill>
                  <a:srgbClr val="596773"/>
                </a:solidFill>
                <a:latin typeface="Arial"/>
                <a:ea typeface="Arial"/>
                <a:cs typeface="Arial"/>
              </a:defRPr>
            </a:lvl6pPr>
            <a:lvl7pPr>
              <a:buNone/>
              <a:defRPr sz="2925" b="0">
                <a:solidFill>
                  <a:srgbClr val="596773"/>
                </a:solidFill>
                <a:latin typeface="Arial"/>
                <a:ea typeface="Arial"/>
                <a:cs typeface="Arial"/>
              </a:defRPr>
            </a:lvl7pPr>
            <a:lvl8pPr>
              <a:buNone/>
              <a:defRPr sz="2925" b="0">
                <a:solidFill>
                  <a:srgbClr val="596773"/>
                </a:solidFill>
                <a:latin typeface="Arial"/>
                <a:ea typeface="Arial"/>
                <a:cs typeface="Arial"/>
              </a:defRPr>
            </a:lvl8pPr>
            <a:lvl9pPr>
              <a:buNone/>
              <a:defRPr sz="2925" b="0">
                <a:solidFill>
                  <a:srgbClr val="596773"/>
                </a:solidFill>
                <a:latin typeface="Arial"/>
                <a:ea typeface="Arial"/>
                <a:cs typeface="Arial"/>
              </a:defRPr>
            </a:lvl9pPr>
          </a:lstStyle>
          <a:p xmlns:a="http://schemas.openxmlformats.org/drawingml/2006/main">
            <a:pPr>
              <a:buNone/>
              <a:defRPr sz="2925" b="0">
                <a:solidFill>
                  <a:srgbClr val="596773"/>
                </a:solidFill>
                <a:latin typeface="Arial"/>
                <a:ea typeface="Arial"/>
                <a:cs typeface="Arial"/>
              </a:defRPr>
            </a:pPr>
            <a:r>
              <a:rPr sz="2925" b="0">
                <a:solidFill>
                  <a:srgbClr val="596773"/>
                </a:solidFill>
                <a:latin typeface="Arial"/>
                <a:ea typeface="Arial"/>
                <a:cs typeface="Arial"/>
              </a:rPr>
              <a:t>…</a:t>
            </a:r>
          </a:p>
        </p:txBody>
      </p:sp>
      <p:sp>
        <p:nvSpPr>
          <p:cNvPr id="24" name="">
            <a:extLst xmlns:a="http://schemas.openxmlformats.org/drawingml/2006/main">
              <a:ext uri="{FF2B5EF4-FFF2-40B4-BE49-F238E27FC236}">
                <a16:creationId xmlns:a16="http://schemas.microsoft.com/office/drawing/2014/main" id="{4D17F125-2089-4B6B-8F70-55B62D9F7222}"/>
              </a:ext>
            </a:extLst>
          </p:cNvPr>
          <p:cNvSpPr>
            <a:spLocks xmlns:a="http://schemas.openxmlformats.org/drawingml/2006/main" noGrp="1"/>
          </p:cNvSpPr>
          <p:nvPr/>
        </p:nvSpPr>
        <p:spPr>
          <a:xfrm xmlns:a="http://schemas.openxmlformats.org/drawingml/2006/main">
            <a:off x="609600" y="52673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005293"/>
                </a:solidFill>
                <a:latin typeface="Arial"/>
                <a:ea typeface="Arial"/>
                <a:cs typeface="Arial"/>
              </a:defRPr>
            </a:defPPr>
            <a:lvl1pPr>
              <a:buNone/>
              <a:defRPr sz="2850" b="1">
                <a:solidFill>
                  <a:srgbClr val="005293"/>
                </a:solidFill>
                <a:latin typeface="Arial"/>
                <a:ea typeface="Arial"/>
                <a:cs typeface="Arial"/>
              </a:defRPr>
            </a:lvl1pPr>
            <a:lvl2pPr>
              <a:buNone/>
              <a:defRPr sz="2850" b="1">
                <a:solidFill>
                  <a:srgbClr val="005293"/>
                </a:solidFill>
                <a:latin typeface="Arial"/>
                <a:ea typeface="Arial"/>
                <a:cs typeface="Arial"/>
              </a:defRPr>
            </a:lvl2pPr>
            <a:lvl3pPr>
              <a:buNone/>
              <a:defRPr sz="2850" b="1">
                <a:solidFill>
                  <a:srgbClr val="005293"/>
                </a:solidFill>
                <a:latin typeface="Arial"/>
                <a:ea typeface="Arial"/>
                <a:cs typeface="Arial"/>
              </a:defRPr>
            </a:lvl3pPr>
            <a:lvl4pPr>
              <a:buNone/>
              <a:defRPr sz="2850" b="1">
                <a:solidFill>
                  <a:srgbClr val="005293"/>
                </a:solidFill>
                <a:latin typeface="Arial"/>
                <a:ea typeface="Arial"/>
                <a:cs typeface="Arial"/>
              </a:defRPr>
            </a:lvl4pPr>
            <a:lvl5pPr>
              <a:buNone/>
              <a:defRPr sz="2850" b="1">
                <a:solidFill>
                  <a:srgbClr val="005293"/>
                </a:solidFill>
                <a:latin typeface="Arial"/>
                <a:ea typeface="Arial"/>
                <a:cs typeface="Arial"/>
              </a:defRPr>
            </a:lvl5pPr>
            <a:lvl6pPr>
              <a:buNone/>
              <a:defRPr sz="2850" b="1">
                <a:solidFill>
                  <a:srgbClr val="005293"/>
                </a:solidFill>
                <a:latin typeface="Arial"/>
                <a:ea typeface="Arial"/>
                <a:cs typeface="Arial"/>
              </a:defRPr>
            </a:lvl6pPr>
            <a:lvl7pPr>
              <a:buNone/>
              <a:defRPr sz="2850" b="1">
                <a:solidFill>
                  <a:srgbClr val="005293"/>
                </a:solidFill>
                <a:latin typeface="Arial"/>
                <a:ea typeface="Arial"/>
                <a:cs typeface="Arial"/>
              </a:defRPr>
            </a:lvl7pPr>
            <a:lvl8pPr>
              <a:buNone/>
              <a:defRPr sz="2850" b="1">
                <a:solidFill>
                  <a:srgbClr val="005293"/>
                </a:solidFill>
                <a:latin typeface="Arial"/>
                <a:ea typeface="Arial"/>
                <a:cs typeface="Arial"/>
              </a:defRPr>
            </a:lvl8pPr>
            <a:lvl9pPr>
              <a:buNone/>
              <a:defRPr sz="2850" b="1">
                <a:solidFill>
                  <a:srgbClr val="005293"/>
                </a:solidFill>
                <a:latin typeface="Arial"/>
                <a:ea typeface="Arial"/>
                <a:cs typeface="Arial"/>
              </a:defRPr>
            </a:lvl9pPr>
          </a:lstStyle>
          <a:p xmlns:a="http://schemas.openxmlformats.org/drawingml/2006/main">
            <a:pPr>
              <a:buNone/>
              <a:defRPr sz="2850" b="1">
                <a:solidFill>
                  <a:srgbClr val="005293"/>
                </a:solidFill>
                <a:latin typeface="Arial"/>
                <a:ea typeface="Arial"/>
                <a:cs typeface="Arial"/>
              </a:defRPr>
            </a:pPr>
            <a:r>
              <a:rPr sz="2850" b="1">
                <a:solidFill>
                  <a:srgbClr val="005293"/>
                </a:solidFill>
                <a:latin typeface="Arial"/>
                <a:ea typeface="Arial"/>
                <a:cs typeface="Arial"/>
              </a:rPr>
              <a:t>R ⊆ E₁ × E₂ × … × Eₙ</a:t>
            </a:r>
          </a:p>
        </p:txBody>
      </p:sp>
      <p:sp>
        <p:nvSpPr>
          <p:cNvPr id="25" name="">
            <a:extLst xmlns:a="http://schemas.openxmlformats.org/drawingml/2006/main">
              <a:ext uri="{FF2B5EF4-FFF2-40B4-BE49-F238E27FC236}">
                <a16:creationId xmlns:a16="http://schemas.microsoft.com/office/drawing/2014/main" id="{8320E066-C352-431F-A785-58174132CDD2}"/>
              </a:ext>
            </a:extLst>
          </p:cNvPr>
          <p:cNvSpPr>
            <a:spLocks xmlns:a="http://schemas.openxmlformats.org/drawingml/2006/main" noGrp="1"/>
          </p:cNvSpPr>
          <p:nvPr/>
        </p:nvSpPr>
        <p:spPr>
          <a:xfrm xmlns:a="http://schemas.openxmlformats.org/drawingml/2006/main">
            <a:off x="609600" y="58578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202B33"/>
                </a:solidFill>
                <a:latin typeface="Arial"/>
                <a:ea typeface="Arial"/>
                <a:cs typeface="Arial"/>
              </a:defRPr>
            </a:defPPr>
            <a:lvl1pPr>
              <a:buNone/>
              <a:defRPr sz="1875" b="0">
                <a:solidFill>
                  <a:srgbClr val="202B33"/>
                </a:solidFill>
                <a:latin typeface="Arial"/>
                <a:ea typeface="Arial"/>
                <a:cs typeface="Arial"/>
              </a:defRPr>
            </a:lvl1pPr>
            <a:lvl2pPr>
              <a:buNone/>
              <a:defRPr sz="1875" b="0">
                <a:solidFill>
                  <a:srgbClr val="202B33"/>
                </a:solidFill>
                <a:latin typeface="Arial"/>
                <a:ea typeface="Arial"/>
                <a:cs typeface="Arial"/>
              </a:defRPr>
            </a:lvl2pPr>
            <a:lvl3pPr>
              <a:buNone/>
              <a:defRPr sz="1875" b="0">
                <a:solidFill>
                  <a:srgbClr val="202B33"/>
                </a:solidFill>
                <a:latin typeface="Arial"/>
                <a:ea typeface="Arial"/>
                <a:cs typeface="Arial"/>
              </a:defRPr>
            </a:lvl3pPr>
            <a:lvl4pPr>
              <a:buNone/>
              <a:defRPr sz="1875" b="0">
                <a:solidFill>
                  <a:srgbClr val="202B33"/>
                </a:solidFill>
                <a:latin typeface="Arial"/>
                <a:ea typeface="Arial"/>
                <a:cs typeface="Arial"/>
              </a:defRPr>
            </a:lvl4pPr>
            <a:lvl5pPr>
              <a:buNone/>
              <a:defRPr sz="1875" b="0">
                <a:solidFill>
                  <a:srgbClr val="202B33"/>
                </a:solidFill>
                <a:latin typeface="Arial"/>
                <a:ea typeface="Arial"/>
                <a:cs typeface="Arial"/>
              </a:defRPr>
            </a:lvl5pPr>
            <a:lvl6pPr>
              <a:buNone/>
              <a:defRPr sz="1875" b="0">
                <a:solidFill>
                  <a:srgbClr val="202B33"/>
                </a:solidFill>
                <a:latin typeface="Arial"/>
                <a:ea typeface="Arial"/>
                <a:cs typeface="Arial"/>
              </a:defRPr>
            </a:lvl6pPr>
            <a:lvl7pPr>
              <a:buNone/>
              <a:defRPr sz="1875" b="0">
                <a:solidFill>
                  <a:srgbClr val="202B33"/>
                </a:solidFill>
                <a:latin typeface="Arial"/>
                <a:ea typeface="Arial"/>
                <a:cs typeface="Arial"/>
              </a:defRPr>
            </a:lvl7pPr>
            <a:lvl8pPr>
              <a:buNone/>
              <a:defRPr sz="1875" b="0">
                <a:solidFill>
                  <a:srgbClr val="202B33"/>
                </a:solidFill>
                <a:latin typeface="Arial"/>
                <a:ea typeface="Arial"/>
                <a:cs typeface="Arial"/>
              </a:defRPr>
            </a:lvl8pPr>
            <a:lvl9pPr>
              <a:buNone/>
              <a:defRPr sz="1875" b="0">
                <a:solidFill>
                  <a:srgbClr val="202B33"/>
                </a:solidFill>
                <a:latin typeface="Arial"/>
                <a:ea typeface="Arial"/>
                <a:cs typeface="Arial"/>
              </a:defRPr>
            </a:lvl9pPr>
          </a:lstStyle>
          <a:p xmlns:a="http://schemas.openxmlformats.org/drawingml/2006/main">
            <a:pPr>
              <a:buNone/>
              <a:defRPr sz="1875" b="0">
                <a:solidFill>
                  <a:srgbClr val="202B33"/>
                </a:solidFill>
                <a:latin typeface="Arial"/>
                <a:ea typeface="Arial"/>
                <a:cs typeface="Arial"/>
              </a:defRPr>
            </a:pPr>
            <a:r>
              <a:rPr sz="1875" b="0">
                <a:solidFill>
                  <a:srgbClr val="202B33"/>
                </a:solidFill>
                <a:latin typeface="Arial"/>
                <a:ea typeface="Arial"/>
                <a:cs typeface="Arial"/>
              </a:rPr>
              <a:t>Ein Tupel enthält genau ein Entity pro Rolle. Die Punkte stehen für weitere Rollen.</a:t>
            </a:r>
          </a:p>
        </p:txBody>
      </p:sp>
    </p:spTree>
    <p:extLst>
      <p:ext uri="{BB962C8B-B14F-4D97-AF65-F5344CB8AC3E}">
        <p14:creationId xmlns:p14="http://schemas.microsoft.com/office/powerpoint/2010/main" val="1055799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5B2C65-2C4B-4D46-8077-82CD603DD5AC}"/>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Allgemeine Funktionalitätsbeschränkung</a:t>
            </a:r>
          </a:p>
        </p:txBody>
      </p:sp>
      <p:sp>
        <p:nvSpPr>
          <p:cNvPr id="2" name="">
            <a:extLst xmlns:a="http://schemas.openxmlformats.org/drawingml/2006/main">
              <a:ext uri="{FF2B5EF4-FFF2-40B4-BE49-F238E27FC236}">
                <a16:creationId xmlns:a16="http://schemas.microsoft.com/office/drawing/2014/main" id="{CC66A074-D15B-4531-82F6-99B600D98282}"/>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40670741-EE56-489D-ABF4-D00F8A66A760}"/>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6D38E075-9CB6-42F5-982C-15F221817716}"/>
              </a:ext>
            </a:extLst>
          </p:cNvPr>
          <p:cNvSpPr>
            <a:spLocks xmlns:a="http://schemas.openxmlformats.org/drawingml/2006/main" noGrp="1"/>
          </p:cNvSpPr>
          <p:nvPr/>
        </p:nvSpPr>
        <p:spPr>
          <a:xfrm xmlns:a="http://schemas.openxmlformats.org/drawingml/2006/main">
            <a:off x="609600" y="13811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buNone/>
              <a:defRPr sz="2175" b="0">
                <a:solidFill>
                  <a:srgbClr val="202B33"/>
                </a:solidFill>
                <a:latin typeface="Arial"/>
                <a:ea typeface="Arial"/>
                <a:cs typeface="Arial"/>
              </a:defRPr>
            </a:lvl1pPr>
            <a:lvl2pPr>
              <a:buNone/>
              <a:defRPr sz="2175" b="0">
                <a:solidFill>
                  <a:srgbClr val="202B33"/>
                </a:solidFill>
                <a:latin typeface="Arial"/>
                <a:ea typeface="Arial"/>
                <a:cs typeface="Arial"/>
              </a:defRPr>
            </a:lvl2pPr>
            <a:lvl3pPr>
              <a:buNone/>
              <a:defRPr sz="2175" b="0">
                <a:solidFill>
                  <a:srgbClr val="202B33"/>
                </a:solidFill>
                <a:latin typeface="Arial"/>
                <a:ea typeface="Arial"/>
                <a:cs typeface="Arial"/>
              </a:defRPr>
            </a:lvl3pPr>
            <a:lvl4pPr>
              <a:buNone/>
              <a:defRPr sz="2175" b="0">
                <a:solidFill>
                  <a:srgbClr val="202B33"/>
                </a:solidFill>
                <a:latin typeface="Arial"/>
                <a:ea typeface="Arial"/>
                <a:cs typeface="Arial"/>
              </a:defRPr>
            </a:lvl4pPr>
            <a:lvl5pPr>
              <a:buNone/>
              <a:defRPr sz="2175" b="0">
                <a:solidFill>
                  <a:srgbClr val="202B33"/>
                </a:solidFill>
                <a:latin typeface="Arial"/>
                <a:ea typeface="Arial"/>
                <a:cs typeface="Arial"/>
              </a:defRPr>
            </a:lvl5pPr>
            <a:lvl6pPr>
              <a:buNone/>
              <a:defRPr sz="2175" b="0">
                <a:solidFill>
                  <a:srgbClr val="202B33"/>
                </a:solidFill>
                <a:latin typeface="Arial"/>
                <a:ea typeface="Arial"/>
                <a:cs typeface="Arial"/>
              </a:defRPr>
            </a:lvl6pPr>
            <a:lvl7pPr>
              <a:buNone/>
              <a:defRPr sz="2175" b="0">
                <a:solidFill>
                  <a:srgbClr val="202B33"/>
                </a:solidFill>
                <a:latin typeface="Arial"/>
                <a:ea typeface="Arial"/>
                <a:cs typeface="Arial"/>
              </a:defRPr>
            </a:lvl7pPr>
            <a:lvl8pPr>
              <a:buNone/>
              <a:defRPr sz="2175" b="0">
                <a:solidFill>
                  <a:srgbClr val="202B33"/>
                </a:solidFill>
                <a:latin typeface="Arial"/>
                <a:ea typeface="Arial"/>
                <a:cs typeface="Arial"/>
              </a:defRPr>
            </a:lvl8pPr>
            <a:lvl9pPr>
              <a:buNone/>
              <a:defRPr sz="2175" b="0">
                <a:solidFill>
                  <a:srgbClr val="202B33"/>
                </a:solidFill>
                <a:latin typeface="Arial"/>
                <a:ea typeface="Arial"/>
                <a:cs typeface="Arial"/>
              </a:defRPr>
            </a:lvl9pPr>
          </a:lstStyle>
          <a:p xmlns:a="http://schemas.openxmlformats.org/drawingml/2006/main">
            <a:pPr>
              <a:buNone/>
              <a:defRPr sz="2175" b="0">
                <a:solidFill>
                  <a:srgbClr val="202B33"/>
                </a:solidFill>
                <a:latin typeface="Arial"/>
                <a:ea typeface="Arial"/>
                <a:cs typeface="Arial"/>
              </a:defRPr>
            </a:pPr>
            <a:r>
              <a:rPr sz="2175" b="0">
                <a:solidFill>
                  <a:srgbClr val="202B33"/>
                </a:solidFill>
                <a:latin typeface="Arial"/>
                <a:ea typeface="Arial"/>
                <a:cs typeface="Arial"/>
              </a:rPr>
              <a:t>Für Rolle i ist kᵢ eine obere Grenze, mit kᵢ ∈ {0, 1, 2, …, *}.</a:t>
            </a:r>
          </a:p>
        </p:txBody>
      </p:sp>
      <p:sp>
        <p:nvSpPr>
          <p:cNvPr id="5" name="">
            <a:extLst xmlns:a="http://schemas.openxmlformats.org/drawingml/2006/main">
              <a:ext uri="{FF2B5EF4-FFF2-40B4-BE49-F238E27FC236}">
                <a16:creationId xmlns:a16="http://schemas.microsoft.com/office/drawing/2014/main" id="{2C318B31-516C-40B2-B871-72877F1E788F}"/>
              </a:ext>
            </a:extLst>
          </p:cNvPr>
          <p:cNvSpPr>
            <a:spLocks xmlns:a="http://schemas.openxmlformats.org/drawingml/2006/main" noGrp="1"/>
          </p:cNvSpPr>
          <p:nvPr/>
        </p:nvSpPr>
        <p:spPr>
          <a:xfrm xmlns:a="http://schemas.openxmlformats.org/drawingml/2006/main">
            <a:off x="609600" y="2133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5293"/>
                </a:solidFill>
                <a:latin typeface="Arial"/>
                <a:ea typeface="Arial"/>
                <a:cs typeface="Arial"/>
              </a:defRPr>
            </a:defPPr>
            <a:lvl1pPr>
              <a:buNone/>
              <a:defRPr sz="2175" b="1">
                <a:solidFill>
                  <a:srgbClr val="005293"/>
                </a:solidFill>
                <a:latin typeface="Arial"/>
                <a:ea typeface="Arial"/>
                <a:cs typeface="Arial"/>
              </a:defRPr>
            </a:lvl1pPr>
            <a:lvl2pPr>
              <a:buNone/>
              <a:defRPr sz="2175" b="1">
                <a:solidFill>
                  <a:srgbClr val="005293"/>
                </a:solidFill>
                <a:latin typeface="Arial"/>
                <a:ea typeface="Arial"/>
                <a:cs typeface="Arial"/>
              </a:defRPr>
            </a:lvl2pPr>
            <a:lvl3pPr>
              <a:buNone/>
              <a:defRPr sz="2175" b="1">
                <a:solidFill>
                  <a:srgbClr val="005293"/>
                </a:solidFill>
                <a:latin typeface="Arial"/>
                <a:ea typeface="Arial"/>
                <a:cs typeface="Arial"/>
              </a:defRPr>
            </a:lvl3pPr>
            <a:lvl4pPr>
              <a:buNone/>
              <a:defRPr sz="2175" b="1">
                <a:solidFill>
                  <a:srgbClr val="005293"/>
                </a:solidFill>
                <a:latin typeface="Arial"/>
                <a:ea typeface="Arial"/>
                <a:cs typeface="Arial"/>
              </a:defRPr>
            </a:lvl4pPr>
            <a:lvl5pPr>
              <a:buNone/>
              <a:defRPr sz="2175" b="1">
                <a:solidFill>
                  <a:srgbClr val="005293"/>
                </a:solidFill>
                <a:latin typeface="Arial"/>
                <a:ea typeface="Arial"/>
                <a:cs typeface="Arial"/>
              </a:defRPr>
            </a:lvl5pPr>
            <a:lvl6pPr>
              <a:buNone/>
              <a:defRPr sz="2175" b="1">
                <a:solidFill>
                  <a:srgbClr val="005293"/>
                </a:solidFill>
                <a:latin typeface="Arial"/>
                <a:ea typeface="Arial"/>
                <a:cs typeface="Arial"/>
              </a:defRPr>
            </a:lvl6pPr>
            <a:lvl7pPr>
              <a:buNone/>
              <a:defRPr sz="2175" b="1">
                <a:solidFill>
                  <a:srgbClr val="005293"/>
                </a:solidFill>
                <a:latin typeface="Arial"/>
                <a:ea typeface="Arial"/>
                <a:cs typeface="Arial"/>
              </a:defRPr>
            </a:lvl7pPr>
            <a:lvl8pPr>
              <a:buNone/>
              <a:defRPr sz="2175" b="1">
                <a:solidFill>
                  <a:srgbClr val="005293"/>
                </a:solidFill>
                <a:latin typeface="Arial"/>
                <a:ea typeface="Arial"/>
                <a:cs typeface="Arial"/>
              </a:defRPr>
            </a:lvl8pPr>
            <a:lvl9pPr>
              <a:buNone/>
              <a:defRPr sz="2175" b="1">
                <a:solidFill>
                  <a:srgbClr val="005293"/>
                </a:solidFill>
                <a:latin typeface="Arial"/>
                <a:ea typeface="Arial"/>
                <a:cs typeface="Arial"/>
              </a:defRPr>
            </a:lvl9pPr>
          </a:lstStyle>
          <a:p xmlns:a="http://schemas.openxmlformats.org/drawingml/2006/main">
            <a:pPr>
              <a:buNone/>
              <a:defRPr sz="2175" b="1">
                <a:solidFill>
                  <a:srgbClr val="005293"/>
                </a:solidFill>
                <a:latin typeface="Arial"/>
                <a:ea typeface="Arial"/>
                <a:cs typeface="Arial"/>
              </a:defRPr>
            </a:pPr>
            <a:r>
              <a:rPr sz="2175" b="1">
                <a:solidFill>
                  <a:srgbClr val="005293"/>
                </a:solidFill>
                <a:latin typeface="Arial"/>
                <a:ea typeface="Arial"/>
                <a:cs typeface="Arial"/>
              </a:rPr>
              <a:t>Fixiere q = (e₁, …, eᵢ₋₁, eᵢ₊₁, …, eₙ), also alle anderen Rollen.</a:t>
            </a:r>
          </a:p>
        </p:txBody>
      </p:sp>
      <p:sp>
        <p:nvSpPr>
          <p:cNvPr id="6" name="">
            <a:extLst xmlns:a="http://schemas.openxmlformats.org/drawingml/2006/main">
              <a:ext uri="{FF2B5EF4-FFF2-40B4-BE49-F238E27FC236}">
                <a16:creationId xmlns:a16="http://schemas.microsoft.com/office/drawing/2014/main" id="{848B5DAB-B91A-490F-9116-113ACBC97243}"/>
              </a:ext>
            </a:extLst>
          </p:cNvPr>
          <p:cNvSpPr>
            <a:spLocks xmlns:a="http://schemas.openxmlformats.org/drawingml/2006/main" noGrp="1"/>
          </p:cNvSpPr>
          <p:nvPr/>
        </p:nvSpPr>
        <p:spPr>
          <a:xfrm xmlns:a="http://schemas.openxmlformats.org/drawingml/2006/main">
            <a:off x="609600" y="2952750"/>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5293"/>
                </a:solidFill>
                <a:latin typeface="Arial"/>
                <a:ea typeface="Arial"/>
                <a:cs typeface="Arial"/>
              </a:defRPr>
            </a:defPPr>
            <a:lvl1pPr>
              <a:buNone/>
              <a:defRPr sz="2250" b="1">
                <a:solidFill>
                  <a:srgbClr val="005293"/>
                </a:solidFill>
                <a:latin typeface="Arial"/>
                <a:ea typeface="Arial"/>
                <a:cs typeface="Arial"/>
              </a:defRPr>
            </a:lvl1pPr>
            <a:lvl2pPr>
              <a:buNone/>
              <a:defRPr sz="2250" b="1">
                <a:solidFill>
                  <a:srgbClr val="005293"/>
                </a:solidFill>
                <a:latin typeface="Arial"/>
                <a:ea typeface="Arial"/>
                <a:cs typeface="Arial"/>
              </a:defRPr>
            </a:lvl2pPr>
            <a:lvl3pPr>
              <a:buNone/>
              <a:defRPr sz="2250" b="1">
                <a:solidFill>
                  <a:srgbClr val="005293"/>
                </a:solidFill>
                <a:latin typeface="Arial"/>
                <a:ea typeface="Arial"/>
                <a:cs typeface="Arial"/>
              </a:defRPr>
            </a:lvl3pPr>
            <a:lvl4pPr>
              <a:buNone/>
              <a:defRPr sz="2250" b="1">
                <a:solidFill>
                  <a:srgbClr val="005293"/>
                </a:solidFill>
                <a:latin typeface="Arial"/>
                <a:ea typeface="Arial"/>
                <a:cs typeface="Arial"/>
              </a:defRPr>
            </a:lvl4pPr>
            <a:lvl5pPr>
              <a:buNone/>
              <a:defRPr sz="2250" b="1">
                <a:solidFill>
                  <a:srgbClr val="005293"/>
                </a:solidFill>
                <a:latin typeface="Arial"/>
                <a:ea typeface="Arial"/>
                <a:cs typeface="Arial"/>
              </a:defRPr>
            </a:lvl5pPr>
            <a:lvl6pPr>
              <a:buNone/>
              <a:defRPr sz="2250" b="1">
                <a:solidFill>
                  <a:srgbClr val="005293"/>
                </a:solidFill>
                <a:latin typeface="Arial"/>
                <a:ea typeface="Arial"/>
                <a:cs typeface="Arial"/>
              </a:defRPr>
            </a:lvl6pPr>
            <a:lvl7pPr>
              <a:buNone/>
              <a:defRPr sz="2250" b="1">
                <a:solidFill>
                  <a:srgbClr val="005293"/>
                </a:solidFill>
                <a:latin typeface="Arial"/>
                <a:ea typeface="Arial"/>
                <a:cs typeface="Arial"/>
              </a:defRPr>
            </a:lvl7pPr>
            <a:lvl8pPr>
              <a:buNone/>
              <a:defRPr sz="2250" b="1">
                <a:solidFill>
                  <a:srgbClr val="005293"/>
                </a:solidFill>
                <a:latin typeface="Arial"/>
                <a:ea typeface="Arial"/>
                <a:cs typeface="Arial"/>
              </a:defRPr>
            </a:lvl8pPr>
            <a:lvl9pPr>
              <a:buNone/>
              <a:defRPr sz="2250" b="1">
                <a:solidFill>
                  <a:srgbClr val="005293"/>
                </a:solidFill>
                <a:latin typeface="Arial"/>
                <a:ea typeface="Arial"/>
                <a:cs typeface="Arial"/>
              </a:defRPr>
            </a:lvl9pPr>
          </a:lstStyle>
          <a:p xmlns:a="http://schemas.openxmlformats.org/drawingml/2006/main">
            <a:pPr>
              <a:buNone/>
              <a:defRPr sz="2250" b="1">
                <a:solidFill>
                  <a:srgbClr val="005293"/>
                </a:solidFill>
                <a:latin typeface="Arial"/>
                <a:ea typeface="Arial"/>
                <a:cs typeface="Arial"/>
              </a:defRPr>
            </a:pPr>
            <a:r>
              <a:rPr sz="2250" b="1">
                <a:solidFill>
                  <a:srgbClr val="005293"/>
                </a:solidFill>
                <a:latin typeface="Arial"/>
                <a:ea typeface="Arial"/>
                <a:cs typeface="Arial"/>
              </a:rPr>
              <a:t>Fᵢ(q) = { x ∈ Eᵢ : (e₁, …, eᵢ₋₁, x, eᵢ₊₁, …, eₙ) ∈ R }</a:t>
            </a:r>
          </a:p>
        </p:txBody>
      </p:sp>
      <p:sp>
        <p:nvSpPr>
          <p:cNvPr id="7" name="">
            <a:extLst xmlns:a="http://schemas.openxmlformats.org/drawingml/2006/main">
              <a:ext uri="{FF2B5EF4-FFF2-40B4-BE49-F238E27FC236}">
                <a16:creationId xmlns:a16="http://schemas.microsoft.com/office/drawing/2014/main" id="{9323B9C0-FBEE-43B3-B526-44B17959825B}"/>
              </a:ext>
            </a:extLst>
          </p:cNvPr>
          <p:cNvSpPr>
            <a:spLocks xmlns:a="http://schemas.openxmlformats.org/drawingml/2006/main" noGrp="1"/>
          </p:cNvSpPr>
          <p:nvPr/>
        </p:nvSpPr>
        <p:spPr>
          <a:xfrm xmlns:a="http://schemas.openxmlformats.org/drawingml/2006/main">
            <a:off x="609600" y="4076700"/>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1">
                <a:solidFill>
                  <a:srgbClr val="005293"/>
                </a:solidFill>
                <a:latin typeface="Arial"/>
                <a:ea typeface="Arial"/>
                <a:cs typeface="Arial"/>
              </a:defRPr>
            </a:defPPr>
            <a:lvl1pPr>
              <a:buNone/>
              <a:defRPr sz="2925" b="1">
                <a:solidFill>
                  <a:srgbClr val="005293"/>
                </a:solidFill>
                <a:latin typeface="Arial"/>
                <a:ea typeface="Arial"/>
                <a:cs typeface="Arial"/>
              </a:defRPr>
            </a:lvl1pPr>
            <a:lvl2pPr>
              <a:buNone/>
              <a:defRPr sz="2925" b="1">
                <a:solidFill>
                  <a:srgbClr val="005293"/>
                </a:solidFill>
                <a:latin typeface="Arial"/>
                <a:ea typeface="Arial"/>
                <a:cs typeface="Arial"/>
              </a:defRPr>
            </a:lvl2pPr>
            <a:lvl3pPr>
              <a:buNone/>
              <a:defRPr sz="2925" b="1">
                <a:solidFill>
                  <a:srgbClr val="005293"/>
                </a:solidFill>
                <a:latin typeface="Arial"/>
                <a:ea typeface="Arial"/>
                <a:cs typeface="Arial"/>
              </a:defRPr>
            </a:lvl3pPr>
            <a:lvl4pPr>
              <a:buNone/>
              <a:defRPr sz="2925" b="1">
                <a:solidFill>
                  <a:srgbClr val="005293"/>
                </a:solidFill>
                <a:latin typeface="Arial"/>
                <a:ea typeface="Arial"/>
                <a:cs typeface="Arial"/>
              </a:defRPr>
            </a:lvl4pPr>
            <a:lvl5pPr>
              <a:buNone/>
              <a:defRPr sz="2925" b="1">
                <a:solidFill>
                  <a:srgbClr val="005293"/>
                </a:solidFill>
                <a:latin typeface="Arial"/>
                <a:ea typeface="Arial"/>
                <a:cs typeface="Arial"/>
              </a:defRPr>
            </a:lvl5pPr>
            <a:lvl6pPr>
              <a:buNone/>
              <a:defRPr sz="2925" b="1">
                <a:solidFill>
                  <a:srgbClr val="005293"/>
                </a:solidFill>
                <a:latin typeface="Arial"/>
                <a:ea typeface="Arial"/>
                <a:cs typeface="Arial"/>
              </a:defRPr>
            </a:lvl6pPr>
            <a:lvl7pPr>
              <a:buNone/>
              <a:defRPr sz="2925" b="1">
                <a:solidFill>
                  <a:srgbClr val="005293"/>
                </a:solidFill>
                <a:latin typeface="Arial"/>
                <a:ea typeface="Arial"/>
                <a:cs typeface="Arial"/>
              </a:defRPr>
            </a:lvl7pPr>
            <a:lvl8pPr>
              <a:buNone/>
              <a:defRPr sz="2925" b="1">
                <a:solidFill>
                  <a:srgbClr val="005293"/>
                </a:solidFill>
                <a:latin typeface="Arial"/>
                <a:ea typeface="Arial"/>
                <a:cs typeface="Arial"/>
              </a:defRPr>
            </a:lvl8pPr>
            <a:lvl9pPr>
              <a:buNone/>
              <a:defRPr sz="2925" b="1">
                <a:solidFill>
                  <a:srgbClr val="005293"/>
                </a:solidFill>
                <a:latin typeface="Arial"/>
                <a:ea typeface="Arial"/>
                <a:cs typeface="Arial"/>
              </a:defRPr>
            </a:lvl9pPr>
          </a:lstStyle>
          <a:p xmlns:a="http://schemas.openxmlformats.org/drawingml/2006/main">
            <a:pPr>
              <a:buNone/>
              <a:defRPr sz="2925" b="1">
                <a:solidFill>
                  <a:srgbClr val="005293"/>
                </a:solidFill>
                <a:latin typeface="Arial"/>
                <a:ea typeface="Arial"/>
                <a:cs typeface="Arial"/>
              </a:defRPr>
            </a:pPr>
            <a:r>
              <a:rPr sz="2925" b="1">
                <a:solidFill>
                  <a:srgbClr val="005293"/>
                </a:solidFill>
                <a:latin typeface="Arial"/>
                <a:ea typeface="Arial"/>
                <a:cs typeface="Arial"/>
              </a:rPr>
              <a:t>Für jede Kombination q gilt: |Fᵢ(q)| ≤ kᵢ</a:t>
            </a:r>
          </a:p>
        </p:txBody>
      </p:sp>
      <p:sp>
        <p:nvSpPr>
          <p:cNvPr id="8" name="">
            <a:extLst xmlns:a="http://schemas.openxmlformats.org/drawingml/2006/main">
              <a:ext uri="{FF2B5EF4-FFF2-40B4-BE49-F238E27FC236}">
                <a16:creationId xmlns:a16="http://schemas.microsoft.com/office/drawing/2014/main" id="{11829D28-FC4F-4BCD-8190-4382BF55F2B4}"/>
              </a:ext>
            </a:extLst>
          </p:cNvPr>
          <p:cNvSpPr>
            <a:spLocks xmlns:a="http://schemas.openxmlformats.org/drawingml/2006/main" noGrp="1"/>
          </p:cNvSpPr>
          <p:nvPr/>
        </p:nvSpPr>
        <p:spPr>
          <a:xfrm xmlns:a="http://schemas.openxmlformats.org/drawingml/2006/main">
            <a:off x="609600" y="523875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buNone/>
              <a:defRPr sz="2175" b="0">
                <a:solidFill>
                  <a:srgbClr val="202B33"/>
                </a:solidFill>
                <a:latin typeface="Arial"/>
                <a:ea typeface="Arial"/>
                <a:cs typeface="Arial"/>
              </a:defRPr>
            </a:lvl1pPr>
            <a:lvl2pPr>
              <a:buNone/>
              <a:defRPr sz="2175" b="0">
                <a:solidFill>
                  <a:srgbClr val="202B33"/>
                </a:solidFill>
                <a:latin typeface="Arial"/>
                <a:ea typeface="Arial"/>
                <a:cs typeface="Arial"/>
              </a:defRPr>
            </a:lvl2pPr>
            <a:lvl3pPr>
              <a:buNone/>
              <a:defRPr sz="2175" b="0">
                <a:solidFill>
                  <a:srgbClr val="202B33"/>
                </a:solidFill>
                <a:latin typeface="Arial"/>
                <a:ea typeface="Arial"/>
                <a:cs typeface="Arial"/>
              </a:defRPr>
            </a:lvl3pPr>
            <a:lvl4pPr>
              <a:buNone/>
              <a:defRPr sz="2175" b="0">
                <a:solidFill>
                  <a:srgbClr val="202B33"/>
                </a:solidFill>
                <a:latin typeface="Arial"/>
                <a:ea typeface="Arial"/>
                <a:cs typeface="Arial"/>
              </a:defRPr>
            </a:lvl4pPr>
            <a:lvl5pPr>
              <a:buNone/>
              <a:defRPr sz="2175" b="0">
                <a:solidFill>
                  <a:srgbClr val="202B33"/>
                </a:solidFill>
                <a:latin typeface="Arial"/>
                <a:ea typeface="Arial"/>
                <a:cs typeface="Arial"/>
              </a:defRPr>
            </a:lvl5pPr>
            <a:lvl6pPr>
              <a:buNone/>
              <a:defRPr sz="2175" b="0">
                <a:solidFill>
                  <a:srgbClr val="202B33"/>
                </a:solidFill>
                <a:latin typeface="Arial"/>
                <a:ea typeface="Arial"/>
                <a:cs typeface="Arial"/>
              </a:defRPr>
            </a:lvl6pPr>
            <a:lvl7pPr>
              <a:buNone/>
              <a:defRPr sz="2175" b="0">
                <a:solidFill>
                  <a:srgbClr val="202B33"/>
                </a:solidFill>
                <a:latin typeface="Arial"/>
                <a:ea typeface="Arial"/>
                <a:cs typeface="Arial"/>
              </a:defRPr>
            </a:lvl7pPr>
            <a:lvl8pPr>
              <a:buNone/>
              <a:defRPr sz="2175" b="0">
                <a:solidFill>
                  <a:srgbClr val="202B33"/>
                </a:solidFill>
                <a:latin typeface="Arial"/>
                <a:ea typeface="Arial"/>
                <a:cs typeface="Arial"/>
              </a:defRPr>
            </a:lvl8pPr>
            <a:lvl9pPr>
              <a:buNone/>
              <a:defRPr sz="2175" b="0">
                <a:solidFill>
                  <a:srgbClr val="202B33"/>
                </a:solidFill>
                <a:latin typeface="Arial"/>
                <a:ea typeface="Arial"/>
                <a:cs typeface="Arial"/>
              </a:defRPr>
            </a:lvl9pPr>
          </a:lstStyle>
          <a:p xmlns:a="http://schemas.openxmlformats.org/drawingml/2006/main">
            <a:pPr>
              <a:buNone/>
              <a:defRPr sz="2175" b="0">
                <a:solidFill>
                  <a:srgbClr val="202B33"/>
                </a:solidFill>
                <a:latin typeface="Arial"/>
                <a:ea typeface="Arial"/>
                <a:cs typeface="Arial"/>
              </a:defRPr>
            </a:pPr>
            <a:r>
              <a:rPr sz="2175" b="0">
                <a:solidFill>
                  <a:srgbClr val="202B33"/>
                </a:solidFill>
                <a:latin typeface="Arial"/>
                <a:ea typeface="Arial"/>
                <a:cs typeface="Arial"/>
              </a:rPr>
              <a:t>Gezählt werden die möglichen Ergänzungen an Position i.</a:t>
            </a:r>
          </a:p>
          <a:p xmlns:a="http://schemas.openxmlformats.org/drawingml/2006/main">
            <a:pPr>
              <a:buNone/>
              <a:defRPr sz="2175" b="0">
                <a:solidFill>
                  <a:srgbClr val="202B33"/>
                </a:solidFill>
                <a:latin typeface="Arial"/>
                <a:ea typeface="Arial"/>
                <a:cs typeface="Arial"/>
              </a:defRPr>
            </a:pPr>
            <a:r>
              <a:rPr sz="2175" b="0">
                <a:solidFill>
                  <a:srgbClr val="202B33"/>
                </a:solidFill>
                <a:latin typeface="Arial"/>
                <a:ea typeface="Arial"/>
                <a:cs typeface="Arial"/>
              </a:rPr>
              <a:t>Die Angabe fordert keine Mindestanzahl von Ergänzungen.</a:t>
            </a:r>
          </a:p>
        </p:txBody>
      </p:sp>
    </p:spTree>
    <p:extLst>
      <p:ext uri="{BB962C8B-B14F-4D97-AF65-F5344CB8AC3E}">
        <p14:creationId xmlns:p14="http://schemas.microsoft.com/office/powerpoint/2010/main" val="117874952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0F0F1F82-BCDE-4080-B6DC-763C3E0C5A13}"/>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Funktionalität: alle anderen Rollen fest</a:t>
            </a:r>
          </a:p>
        </p:txBody>
      </p:sp>
      <p:sp>
        <p:nvSpPr>
          <p:cNvPr id="2" name="">
            <a:extLst xmlns:a="http://schemas.openxmlformats.org/drawingml/2006/main">
              <a:ext uri="{FF2B5EF4-FFF2-40B4-BE49-F238E27FC236}">
                <a16:creationId xmlns:a16="http://schemas.microsoft.com/office/drawing/2014/main" id="{7C5D59B1-8A53-4E60-9F11-D79FDBDD02C1}"/>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B18F9C71-7231-4F28-A8CA-F6D9B2A6E78B}"/>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7098C85D-BECF-48A7-9057-3067AB7238C5}"/>
              </a:ext>
            </a:extLst>
          </p:cNvPr>
          <p:cNvSpPr>
            <a:spLocks xmlns:a="http://schemas.openxmlformats.org/drawingml/2006/main" noGrp="1"/>
          </p:cNvSpPr>
          <p:nvPr/>
        </p:nvSpPr>
        <p:spPr>
          <a:xfrm xmlns:a="http://schemas.openxmlformats.org/drawingml/2006/main">
            <a:off x="4953000" y="1428750"/>
            <a:ext cx="2286000" cy="666750"/>
          </a:xfrm>
          <a:prstGeom xmlns:a="http://schemas.openxmlformats.org/drawingml/2006/main" prst="rect">
            <a:avLst/>
          </a:prstGeom>
          <a:solidFill xmlns:a="http://schemas.openxmlformats.org/drawingml/2006/main">
            <a:srgbClr val="E7ECF0"/>
          </a:solidFill>
          <a:ln xmlns:a="http://schemas.openxmlformats.org/drawingml/2006/main" w="19050">
            <a:solidFill>
              <a:srgbClr val="596773"/>
            </a:solidFill>
          </a:ln>
        </p:spPr>
      </p:sp>
      <p:sp>
        <p:nvSpPr>
          <p:cNvPr id="5" name="">
            <a:extLst xmlns:a="http://schemas.openxmlformats.org/drawingml/2006/main">
              <a:ext uri="{FF2B5EF4-FFF2-40B4-BE49-F238E27FC236}">
                <a16:creationId xmlns:a16="http://schemas.microsoft.com/office/drawing/2014/main" id="{52B4DF39-BB21-4FAA-944B-B5CBDD6438FD}"/>
              </a:ext>
            </a:extLst>
          </p:cNvPr>
          <p:cNvSpPr>
            <a:spLocks xmlns:a="http://schemas.openxmlformats.org/drawingml/2006/main" noGrp="1"/>
          </p:cNvSpPr>
          <p:nvPr/>
        </p:nvSpPr>
        <p:spPr>
          <a:xfrm xmlns:a="http://schemas.openxmlformats.org/drawingml/2006/main">
            <a:off x="5029200" y="1590675"/>
            <a:ext cx="2133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175" b="1">
                <a:solidFill>
                  <a:srgbClr val="596773"/>
                </a:solidFill>
                <a:latin typeface="Arial"/>
                <a:ea typeface="Arial"/>
                <a:cs typeface="Arial"/>
              </a:defRPr>
            </a:defPPr>
            <a:lvl1pPr algn="ctr">
              <a:buNone/>
              <a:defRPr sz="2175" b="1">
                <a:solidFill>
                  <a:srgbClr val="596773"/>
                </a:solidFill>
                <a:latin typeface="Arial"/>
                <a:ea typeface="Arial"/>
                <a:cs typeface="Arial"/>
              </a:defRPr>
            </a:lvl1pPr>
            <a:lvl2pPr algn="ctr">
              <a:buNone/>
              <a:defRPr sz="2175" b="1">
                <a:solidFill>
                  <a:srgbClr val="596773"/>
                </a:solidFill>
                <a:latin typeface="Arial"/>
                <a:ea typeface="Arial"/>
                <a:cs typeface="Arial"/>
              </a:defRPr>
            </a:lvl2pPr>
            <a:lvl3pPr algn="ctr">
              <a:buNone/>
              <a:defRPr sz="2175" b="1">
                <a:solidFill>
                  <a:srgbClr val="596773"/>
                </a:solidFill>
                <a:latin typeface="Arial"/>
                <a:ea typeface="Arial"/>
                <a:cs typeface="Arial"/>
              </a:defRPr>
            </a:lvl3pPr>
            <a:lvl4pPr algn="ctr">
              <a:buNone/>
              <a:defRPr sz="2175" b="1">
                <a:solidFill>
                  <a:srgbClr val="596773"/>
                </a:solidFill>
                <a:latin typeface="Arial"/>
                <a:ea typeface="Arial"/>
                <a:cs typeface="Arial"/>
              </a:defRPr>
            </a:lvl4pPr>
            <a:lvl5pPr algn="ctr">
              <a:buNone/>
              <a:defRPr sz="2175" b="1">
                <a:solidFill>
                  <a:srgbClr val="596773"/>
                </a:solidFill>
                <a:latin typeface="Arial"/>
                <a:ea typeface="Arial"/>
                <a:cs typeface="Arial"/>
              </a:defRPr>
            </a:lvl5pPr>
            <a:lvl6pPr algn="ctr">
              <a:buNone/>
              <a:defRPr sz="2175" b="1">
                <a:solidFill>
                  <a:srgbClr val="596773"/>
                </a:solidFill>
                <a:latin typeface="Arial"/>
                <a:ea typeface="Arial"/>
                <a:cs typeface="Arial"/>
              </a:defRPr>
            </a:lvl6pPr>
            <a:lvl7pPr algn="ctr">
              <a:buNone/>
              <a:defRPr sz="2175" b="1">
                <a:solidFill>
                  <a:srgbClr val="596773"/>
                </a:solidFill>
                <a:latin typeface="Arial"/>
                <a:ea typeface="Arial"/>
                <a:cs typeface="Arial"/>
              </a:defRPr>
            </a:lvl7pPr>
            <a:lvl8pPr algn="ctr">
              <a:buNone/>
              <a:defRPr sz="2175" b="1">
                <a:solidFill>
                  <a:srgbClr val="596773"/>
                </a:solidFill>
                <a:latin typeface="Arial"/>
                <a:ea typeface="Arial"/>
                <a:cs typeface="Arial"/>
              </a:defRPr>
            </a:lvl8pPr>
            <a:lvl9pPr algn="ctr">
              <a:buNone/>
              <a:defRPr sz="2175" b="1">
                <a:solidFill>
                  <a:srgbClr val="596773"/>
                </a:solidFill>
                <a:latin typeface="Arial"/>
                <a:ea typeface="Arial"/>
                <a:cs typeface="Arial"/>
              </a:defRPr>
            </a:lvl9pPr>
          </a:lstStyle>
          <a:p xmlns:a="http://schemas.openxmlformats.org/drawingml/2006/main">
            <a:pPr algn="ctr">
              <a:buNone/>
              <a:defRPr sz="2175" b="1">
                <a:solidFill>
                  <a:srgbClr val="596773"/>
                </a:solidFill>
                <a:latin typeface="Arial"/>
                <a:ea typeface="Arial"/>
                <a:cs typeface="Arial"/>
              </a:defRPr>
            </a:pPr>
            <a:r>
              <a:rPr sz="2175" b="1">
                <a:solidFill>
                  <a:srgbClr val="596773"/>
                </a:solidFill>
                <a:latin typeface="Arial"/>
                <a:ea typeface="Arial"/>
                <a:cs typeface="Arial"/>
              </a:rPr>
              <a:t>e₁ fest</a:t>
            </a:r>
          </a:p>
        </p:txBody>
      </p:sp>
      <p:sp>
        <p:nvSpPr>
          <p:cNvPr id="6" name="">
            <a:extLst xmlns:a="http://schemas.openxmlformats.org/drawingml/2006/main">
              <a:ext uri="{FF2B5EF4-FFF2-40B4-BE49-F238E27FC236}">
                <a16:creationId xmlns:a16="http://schemas.microsoft.com/office/drawing/2014/main" id="{DF44FEEC-5C97-4526-8CDB-C18A1A2B2991}"/>
              </a:ext>
            </a:extLst>
          </p:cNvPr>
          <p:cNvSpPr>
            <a:spLocks xmlns:a="http://schemas.openxmlformats.org/drawingml/2006/main" noGrp="1"/>
          </p:cNvSpPr>
          <p:nvPr/>
        </p:nvSpPr>
        <p:spPr>
          <a:xfrm xmlns:a="http://schemas.openxmlformats.org/drawingml/2006/main">
            <a:off x="9239250" y="2667000"/>
            <a:ext cx="2333625" cy="666750"/>
          </a:xfrm>
          <a:prstGeom xmlns:a="http://schemas.openxmlformats.org/drawingml/2006/main" prst="rect">
            <a:avLst/>
          </a:prstGeom>
          <a:solidFill xmlns:a="http://schemas.openxmlformats.org/drawingml/2006/main">
            <a:srgbClr val="E7ECF0"/>
          </a:solidFill>
          <a:ln xmlns:a="http://schemas.openxmlformats.org/drawingml/2006/main" w="19050">
            <a:solidFill>
              <a:srgbClr val="596773"/>
            </a:solidFill>
          </a:ln>
        </p:spPr>
      </p:sp>
      <p:sp>
        <p:nvSpPr>
          <p:cNvPr id="7" name="">
            <a:extLst xmlns:a="http://schemas.openxmlformats.org/drawingml/2006/main">
              <a:ext uri="{FF2B5EF4-FFF2-40B4-BE49-F238E27FC236}">
                <a16:creationId xmlns:a16="http://schemas.microsoft.com/office/drawing/2014/main" id="{F73F22FD-C027-4D38-879A-714C2ED8DA4D}"/>
              </a:ext>
            </a:extLst>
          </p:cNvPr>
          <p:cNvSpPr>
            <a:spLocks xmlns:a="http://schemas.openxmlformats.org/drawingml/2006/main" noGrp="1"/>
          </p:cNvSpPr>
          <p:nvPr/>
        </p:nvSpPr>
        <p:spPr>
          <a:xfrm xmlns:a="http://schemas.openxmlformats.org/drawingml/2006/main">
            <a:off x="9315450" y="2828925"/>
            <a:ext cx="21812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175" b="1">
                <a:solidFill>
                  <a:srgbClr val="596773"/>
                </a:solidFill>
                <a:latin typeface="Arial"/>
                <a:ea typeface="Arial"/>
                <a:cs typeface="Arial"/>
              </a:defRPr>
            </a:defPPr>
            <a:lvl1pPr algn="ctr">
              <a:buNone/>
              <a:defRPr sz="2175" b="1">
                <a:solidFill>
                  <a:srgbClr val="596773"/>
                </a:solidFill>
                <a:latin typeface="Arial"/>
                <a:ea typeface="Arial"/>
                <a:cs typeface="Arial"/>
              </a:defRPr>
            </a:lvl1pPr>
            <a:lvl2pPr algn="ctr">
              <a:buNone/>
              <a:defRPr sz="2175" b="1">
                <a:solidFill>
                  <a:srgbClr val="596773"/>
                </a:solidFill>
                <a:latin typeface="Arial"/>
                <a:ea typeface="Arial"/>
                <a:cs typeface="Arial"/>
              </a:defRPr>
            </a:lvl2pPr>
            <a:lvl3pPr algn="ctr">
              <a:buNone/>
              <a:defRPr sz="2175" b="1">
                <a:solidFill>
                  <a:srgbClr val="596773"/>
                </a:solidFill>
                <a:latin typeface="Arial"/>
                <a:ea typeface="Arial"/>
                <a:cs typeface="Arial"/>
              </a:defRPr>
            </a:lvl3pPr>
            <a:lvl4pPr algn="ctr">
              <a:buNone/>
              <a:defRPr sz="2175" b="1">
                <a:solidFill>
                  <a:srgbClr val="596773"/>
                </a:solidFill>
                <a:latin typeface="Arial"/>
                <a:ea typeface="Arial"/>
                <a:cs typeface="Arial"/>
              </a:defRPr>
            </a:lvl4pPr>
            <a:lvl5pPr algn="ctr">
              <a:buNone/>
              <a:defRPr sz="2175" b="1">
                <a:solidFill>
                  <a:srgbClr val="596773"/>
                </a:solidFill>
                <a:latin typeface="Arial"/>
                <a:ea typeface="Arial"/>
                <a:cs typeface="Arial"/>
              </a:defRPr>
            </a:lvl5pPr>
            <a:lvl6pPr algn="ctr">
              <a:buNone/>
              <a:defRPr sz="2175" b="1">
                <a:solidFill>
                  <a:srgbClr val="596773"/>
                </a:solidFill>
                <a:latin typeface="Arial"/>
                <a:ea typeface="Arial"/>
                <a:cs typeface="Arial"/>
              </a:defRPr>
            </a:lvl6pPr>
            <a:lvl7pPr algn="ctr">
              <a:buNone/>
              <a:defRPr sz="2175" b="1">
                <a:solidFill>
                  <a:srgbClr val="596773"/>
                </a:solidFill>
                <a:latin typeface="Arial"/>
                <a:ea typeface="Arial"/>
                <a:cs typeface="Arial"/>
              </a:defRPr>
            </a:lvl7pPr>
            <a:lvl8pPr algn="ctr">
              <a:buNone/>
              <a:defRPr sz="2175" b="1">
                <a:solidFill>
                  <a:srgbClr val="596773"/>
                </a:solidFill>
                <a:latin typeface="Arial"/>
                <a:ea typeface="Arial"/>
                <a:cs typeface="Arial"/>
              </a:defRPr>
            </a:lvl8pPr>
            <a:lvl9pPr algn="ctr">
              <a:buNone/>
              <a:defRPr sz="2175" b="1">
                <a:solidFill>
                  <a:srgbClr val="596773"/>
                </a:solidFill>
                <a:latin typeface="Arial"/>
                <a:ea typeface="Arial"/>
                <a:cs typeface="Arial"/>
              </a:defRPr>
            </a:lvl9pPr>
          </a:lstStyle>
          <a:p xmlns:a="http://schemas.openxmlformats.org/drawingml/2006/main">
            <a:pPr algn="ctr">
              <a:buNone/>
              <a:defRPr sz="2175" b="1">
                <a:solidFill>
                  <a:srgbClr val="596773"/>
                </a:solidFill>
                <a:latin typeface="Arial"/>
                <a:ea typeface="Arial"/>
                <a:cs typeface="Arial"/>
              </a:defRPr>
            </a:pPr>
            <a:r>
              <a:rPr sz="2175" b="1">
                <a:solidFill>
                  <a:srgbClr val="596773"/>
                </a:solidFill>
                <a:latin typeface="Arial"/>
                <a:ea typeface="Arial"/>
                <a:cs typeface="Arial"/>
              </a:rPr>
              <a:t>e₂ fest</a:t>
            </a:r>
          </a:p>
        </p:txBody>
      </p:sp>
      <p:sp>
        <p:nvSpPr>
          <p:cNvPr id="8" name="">
            <a:extLst xmlns:a="http://schemas.openxmlformats.org/drawingml/2006/main">
              <a:ext uri="{FF2B5EF4-FFF2-40B4-BE49-F238E27FC236}">
                <a16:creationId xmlns:a16="http://schemas.microsoft.com/office/drawing/2014/main" id="{B98633F7-01A5-4431-AFD4-2D5E11E25D29}"/>
              </a:ext>
            </a:extLst>
          </p:cNvPr>
          <p:cNvSpPr>
            <a:spLocks xmlns:a="http://schemas.openxmlformats.org/drawingml/2006/main" noGrp="1"/>
          </p:cNvSpPr>
          <p:nvPr/>
        </p:nvSpPr>
        <p:spPr>
          <a:xfrm xmlns:a="http://schemas.openxmlformats.org/drawingml/2006/main">
            <a:off x="4953000" y="4191000"/>
            <a:ext cx="2286000" cy="666750"/>
          </a:xfrm>
          <a:prstGeom xmlns:a="http://schemas.openxmlformats.org/drawingml/2006/main" prst="rect">
            <a:avLst/>
          </a:prstGeom>
          <a:solidFill xmlns:a="http://schemas.openxmlformats.org/drawingml/2006/main">
            <a:srgbClr val="EDF4F9"/>
          </a:solidFill>
          <a:ln xmlns:a="http://schemas.openxmlformats.org/drawingml/2006/main" w="19050">
            <a:solidFill>
              <a:srgbClr val="005293"/>
            </a:solidFill>
          </a:ln>
        </p:spPr>
      </p:sp>
      <p:sp>
        <p:nvSpPr>
          <p:cNvPr id="9" name="">
            <a:extLst xmlns:a="http://schemas.openxmlformats.org/drawingml/2006/main">
              <a:ext uri="{FF2B5EF4-FFF2-40B4-BE49-F238E27FC236}">
                <a16:creationId xmlns:a16="http://schemas.microsoft.com/office/drawing/2014/main" id="{1FADD2EE-79EF-419A-999B-480323668C56}"/>
              </a:ext>
            </a:extLst>
          </p:cNvPr>
          <p:cNvSpPr>
            <a:spLocks xmlns:a="http://schemas.openxmlformats.org/drawingml/2006/main" noGrp="1"/>
          </p:cNvSpPr>
          <p:nvPr/>
        </p:nvSpPr>
        <p:spPr>
          <a:xfrm xmlns:a="http://schemas.openxmlformats.org/drawingml/2006/main">
            <a:off x="5029200" y="4352925"/>
            <a:ext cx="2133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175" b="1">
                <a:solidFill>
                  <a:srgbClr val="005293"/>
                </a:solidFill>
                <a:latin typeface="Arial"/>
                <a:ea typeface="Arial"/>
                <a:cs typeface="Arial"/>
              </a:defRPr>
            </a:defPPr>
            <a:lvl1pPr algn="ctr">
              <a:buNone/>
              <a:defRPr sz="2175" b="1">
                <a:solidFill>
                  <a:srgbClr val="005293"/>
                </a:solidFill>
                <a:latin typeface="Arial"/>
                <a:ea typeface="Arial"/>
                <a:cs typeface="Arial"/>
              </a:defRPr>
            </a:lvl1pPr>
            <a:lvl2pPr algn="ctr">
              <a:buNone/>
              <a:defRPr sz="2175" b="1">
                <a:solidFill>
                  <a:srgbClr val="005293"/>
                </a:solidFill>
                <a:latin typeface="Arial"/>
                <a:ea typeface="Arial"/>
                <a:cs typeface="Arial"/>
              </a:defRPr>
            </a:lvl2pPr>
            <a:lvl3pPr algn="ctr">
              <a:buNone/>
              <a:defRPr sz="2175" b="1">
                <a:solidFill>
                  <a:srgbClr val="005293"/>
                </a:solidFill>
                <a:latin typeface="Arial"/>
                <a:ea typeface="Arial"/>
                <a:cs typeface="Arial"/>
              </a:defRPr>
            </a:lvl3pPr>
            <a:lvl4pPr algn="ctr">
              <a:buNone/>
              <a:defRPr sz="2175" b="1">
                <a:solidFill>
                  <a:srgbClr val="005293"/>
                </a:solidFill>
                <a:latin typeface="Arial"/>
                <a:ea typeface="Arial"/>
                <a:cs typeface="Arial"/>
              </a:defRPr>
            </a:lvl4pPr>
            <a:lvl5pPr algn="ctr">
              <a:buNone/>
              <a:defRPr sz="2175" b="1">
                <a:solidFill>
                  <a:srgbClr val="005293"/>
                </a:solidFill>
                <a:latin typeface="Arial"/>
                <a:ea typeface="Arial"/>
                <a:cs typeface="Arial"/>
              </a:defRPr>
            </a:lvl5pPr>
            <a:lvl6pPr algn="ctr">
              <a:buNone/>
              <a:defRPr sz="2175" b="1">
                <a:solidFill>
                  <a:srgbClr val="005293"/>
                </a:solidFill>
                <a:latin typeface="Arial"/>
                <a:ea typeface="Arial"/>
                <a:cs typeface="Arial"/>
              </a:defRPr>
            </a:lvl6pPr>
            <a:lvl7pPr algn="ctr">
              <a:buNone/>
              <a:defRPr sz="2175" b="1">
                <a:solidFill>
                  <a:srgbClr val="005293"/>
                </a:solidFill>
                <a:latin typeface="Arial"/>
                <a:ea typeface="Arial"/>
                <a:cs typeface="Arial"/>
              </a:defRPr>
            </a:lvl7pPr>
            <a:lvl8pPr algn="ctr">
              <a:buNone/>
              <a:defRPr sz="2175" b="1">
                <a:solidFill>
                  <a:srgbClr val="005293"/>
                </a:solidFill>
                <a:latin typeface="Arial"/>
                <a:ea typeface="Arial"/>
                <a:cs typeface="Arial"/>
              </a:defRPr>
            </a:lvl8pPr>
            <a:lvl9pPr algn="ctr">
              <a:buNone/>
              <a:defRPr sz="2175" b="1">
                <a:solidFill>
                  <a:srgbClr val="005293"/>
                </a:solidFill>
                <a:latin typeface="Arial"/>
                <a:ea typeface="Arial"/>
                <a:cs typeface="Arial"/>
              </a:defRPr>
            </a:lvl9pPr>
          </a:lstStyle>
          <a:p xmlns:a="http://schemas.openxmlformats.org/drawingml/2006/main">
            <a:pPr algn="ctr">
              <a:buNone/>
              <a:defRPr sz="2175" b="1">
                <a:solidFill>
                  <a:srgbClr val="005293"/>
                </a:solidFill>
                <a:latin typeface="Arial"/>
                <a:ea typeface="Arial"/>
                <a:cs typeface="Arial"/>
              </a:defRPr>
            </a:pPr>
            <a:r>
              <a:rPr sz="2175" b="1">
                <a:solidFill>
                  <a:srgbClr val="005293"/>
                </a:solidFill>
                <a:latin typeface="Arial"/>
                <a:ea typeface="Arial"/>
                <a:cs typeface="Arial"/>
              </a:rPr>
              <a:t>x ∈ Eᵢ variabel</a:t>
            </a:r>
          </a:p>
        </p:txBody>
      </p:sp>
      <p:sp>
        <p:nvSpPr>
          <p:cNvPr id="10" name="">
            <a:extLst xmlns:a="http://schemas.openxmlformats.org/drawingml/2006/main">
              <a:ext uri="{FF2B5EF4-FFF2-40B4-BE49-F238E27FC236}">
                <a16:creationId xmlns:a16="http://schemas.microsoft.com/office/drawing/2014/main" id="{006B672B-36D2-44A3-B5CC-48B7C6FBB698}"/>
              </a:ext>
            </a:extLst>
          </p:cNvPr>
          <p:cNvSpPr>
            <a:spLocks xmlns:a="http://schemas.openxmlformats.org/drawingml/2006/main" noGrp="1"/>
          </p:cNvSpPr>
          <p:nvPr/>
        </p:nvSpPr>
        <p:spPr>
          <a:xfrm xmlns:a="http://schemas.openxmlformats.org/drawingml/2006/main">
            <a:off x="609600" y="2667000"/>
            <a:ext cx="2333625" cy="666750"/>
          </a:xfrm>
          <a:prstGeom xmlns:a="http://schemas.openxmlformats.org/drawingml/2006/main" prst="rect">
            <a:avLst/>
          </a:prstGeom>
          <a:solidFill xmlns:a="http://schemas.openxmlformats.org/drawingml/2006/main">
            <a:srgbClr val="E7ECF0"/>
          </a:solidFill>
          <a:ln xmlns:a="http://schemas.openxmlformats.org/drawingml/2006/main" w="19050">
            <a:solidFill>
              <a:srgbClr val="596773"/>
            </a:solidFill>
          </a:ln>
        </p:spPr>
      </p:sp>
      <p:sp>
        <p:nvSpPr>
          <p:cNvPr id="11" name="">
            <a:extLst xmlns:a="http://schemas.openxmlformats.org/drawingml/2006/main">
              <a:ext uri="{FF2B5EF4-FFF2-40B4-BE49-F238E27FC236}">
                <a16:creationId xmlns:a16="http://schemas.microsoft.com/office/drawing/2014/main" id="{B5FFBC86-E8EA-4A5C-A10B-DA0F778E9C7F}"/>
              </a:ext>
            </a:extLst>
          </p:cNvPr>
          <p:cNvSpPr>
            <a:spLocks xmlns:a="http://schemas.openxmlformats.org/drawingml/2006/main" noGrp="1"/>
          </p:cNvSpPr>
          <p:nvPr/>
        </p:nvSpPr>
        <p:spPr>
          <a:xfrm xmlns:a="http://schemas.openxmlformats.org/drawingml/2006/main">
            <a:off x="685800" y="2828925"/>
            <a:ext cx="21812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175" b="1">
                <a:solidFill>
                  <a:srgbClr val="596773"/>
                </a:solidFill>
                <a:latin typeface="Arial"/>
                <a:ea typeface="Arial"/>
                <a:cs typeface="Arial"/>
              </a:defRPr>
            </a:defPPr>
            <a:lvl1pPr algn="ctr">
              <a:buNone/>
              <a:defRPr sz="2175" b="1">
                <a:solidFill>
                  <a:srgbClr val="596773"/>
                </a:solidFill>
                <a:latin typeface="Arial"/>
                <a:ea typeface="Arial"/>
                <a:cs typeface="Arial"/>
              </a:defRPr>
            </a:lvl1pPr>
            <a:lvl2pPr algn="ctr">
              <a:buNone/>
              <a:defRPr sz="2175" b="1">
                <a:solidFill>
                  <a:srgbClr val="596773"/>
                </a:solidFill>
                <a:latin typeface="Arial"/>
                <a:ea typeface="Arial"/>
                <a:cs typeface="Arial"/>
              </a:defRPr>
            </a:lvl2pPr>
            <a:lvl3pPr algn="ctr">
              <a:buNone/>
              <a:defRPr sz="2175" b="1">
                <a:solidFill>
                  <a:srgbClr val="596773"/>
                </a:solidFill>
                <a:latin typeface="Arial"/>
                <a:ea typeface="Arial"/>
                <a:cs typeface="Arial"/>
              </a:defRPr>
            </a:lvl3pPr>
            <a:lvl4pPr algn="ctr">
              <a:buNone/>
              <a:defRPr sz="2175" b="1">
                <a:solidFill>
                  <a:srgbClr val="596773"/>
                </a:solidFill>
                <a:latin typeface="Arial"/>
                <a:ea typeface="Arial"/>
                <a:cs typeface="Arial"/>
              </a:defRPr>
            </a:lvl4pPr>
            <a:lvl5pPr algn="ctr">
              <a:buNone/>
              <a:defRPr sz="2175" b="1">
                <a:solidFill>
                  <a:srgbClr val="596773"/>
                </a:solidFill>
                <a:latin typeface="Arial"/>
                <a:ea typeface="Arial"/>
                <a:cs typeface="Arial"/>
              </a:defRPr>
            </a:lvl5pPr>
            <a:lvl6pPr algn="ctr">
              <a:buNone/>
              <a:defRPr sz="2175" b="1">
                <a:solidFill>
                  <a:srgbClr val="596773"/>
                </a:solidFill>
                <a:latin typeface="Arial"/>
                <a:ea typeface="Arial"/>
                <a:cs typeface="Arial"/>
              </a:defRPr>
            </a:lvl6pPr>
            <a:lvl7pPr algn="ctr">
              <a:buNone/>
              <a:defRPr sz="2175" b="1">
                <a:solidFill>
                  <a:srgbClr val="596773"/>
                </a:solidFill>
                <a:latin typeface="Arial"/>
                <a:ea typeface="Arial"/>
                <a:cs typeface="Arial"/>
              </a:defRPr>
            </a:lvl7pPr>
            <a:lvl8pPr algn="ctr">
              <a:buNone/>
              <a:defRPr sz="2175" b="1">
                <a:solidFill>
                  <a:srgbClr val="596773"/>
                </a:solidFill>
                <a:latin typeface="Arial"/>
                <a:ea typeface="Arial"/>
                <a:cs typeface="Arial"/>
              </a:defRPr>
            </a:lvl8pPr>
            <a:lvl9pPr algn="ctr">
              <a:buNone/>
              <a:defRPr sz="2175" b="1">
                <a:solidFill>
                  <a:srgbClr val="596773"/>
                </a:solidFill>
                <a:latin typeface="Arial"/>
                <a:ea typeface="Arial"/>
                <a:cs typeface="Arial"/>
              </a:defRPr>
            </a:lvl9pPr>
          </a:lstStyle>
          <a:p xmlns:a="http://schemas.openxmlformats.org/drawingml/2006/main">
            <a:pPr algn="ctr">
              <a:buNone/>
              <a:defRPr sz="2175" b="1">
                <a:solidFill>
                  <a:srgbClr val="596773"/>
                </a:solidFill>
                <a:latin typeface="Arial"/>
                <a:ea typeface="Arial"/>
                <a:cs typeface="Arial"/>
              </a:defRPr>
            </a:pPr>
            <a:r>
              <a:rPr sz="2175" b="1">
                <a:solidFill>
                  <a:srgbClr val="596773"/>
                </a:solidFill>
                <a:latin typeface="Arial"/>
                <a:ea typeface="Arial"/>
                <a:cs typeface="Arial"/>
              </a:rPr>
              <a:t>eₙ fest</a:t>
            </a:r>
          </a:p>
        </p:txBody>
      </p:sp>
      <p:sp>
        <p:nvSpPr>
          <p:cNvPr id="12" name="">
            <a:extLst xmlns:a="http://schemas.openxmlformats.org/drawingml/2006/main">
              <a:ext uri="{FF2B5EF4-FFF2-40B4-BE49-F238E27FC236}">
                <a16:creationId xmlns:a16="http://schemas.microsoft.com/office/drawing/2014/main" id="{103D0E51-47D8-49BB-AD17-595511BFBAA3}"/>
              </a:ext>
            </a:extLst>
          </p:cNvPr>
          <p:cNvSpPr>
            <a:spLocks xmlns:a="http://schemas.openxmlformats.org/drawingml/2006/main" noGrp="1"/>
          </p:cNvSpPr>
          <p:nvPr/>
        </p:nvSpPr>
        <p:spPr>
          <a:xfrm xmlns:a="http://schemas.openxmlformats.org/drawingml/2006/main">
            <a:off x="5143500" y="2476500"/>
            <a:ext cx="1905000" cy="1047750"/>
          </a:xfrm>
          <a:prstGeom xmlns:a="http://schemas.openxmlformats.org/drawingml/2006/main" prst="diamond">
            <a:avLst/>
          </a:prstGeom>
          <a:solidFill xmlns:a="http://schemas.openxmlformats.org/drawingml/2006/main">
            <a:srgbClr val="FFFFFF"/>
          </a:solidFill>
          <a:ln xmlns:a="http://schemas.openxmlformats.org/drawingml/2006/main" w="19050">
            <a:solidFill>
              <a:srgbClr val="005293"/>
            </a:solidFill>
          </a:ln>
        </p:spPr>
      </p:sp>
      <p:sp>
        <p:nvSpPr>
          <p:cNvPr id="13" name="">
            <a:extLst xmlns:a="http://schemas.openxmlformats.org/drawingml/2006/main">
              <a:ext uri="{FF2B5EF4-FFF2-40B4-BE49-F238E27FC236}">
                <a16:creationId xmlns:a16="http://schemas.microsoft.com/office/drawing/2014/main" id="{ADAFB9EB-3B85-4867-908B-42BE7B52D3A2}"/>
              </a:ext>
            </a:extLst>
          </p:cNvPr>
          <p:cNvSpPr>
            <a:spLocks xmlns:a="http://schemas.openxmlformats.org/drawingml/2006/main" noGrp="1"/>
          </p:cNvSpPr>
          <p:nvPr/>
        </p:nvSpPr>
        <p:spPr>
          <a:xfrm xmlns:a="http://schemas.openxmlformats.org/drawingml/2006/main">
            <a:off x="5524500" y="2800350"/>
            <a:ext cx="114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775" b="1">
                <a:solidFill>
                  <a:srgbClr val="005293"/>
                </a:solidFill>
                <a:latin typeface="Arial"/>
                <a:ea typeface="Arial"/>
                <a:cs typeface="Arial"/>
              </a:defRPr>
            </a:defPPr>
            <a:lvl1pPr algn="ctr">
              <a:buNone/>
              <a:defRPr sz="2775" b="1">
                <a:solidFill>
                  <a:srgbClr val="005293"/>
                </a:solidFill>
                <a:latin typeface="Arial"/>
                <a:ea typeface="Arial"/>
                <a:cs typeface="Arial"/>
              </a:defRPr>
            </a:lvl1pPr>
            <a:lvl2pPr algn="ctr">
              <a:buNone/>
              <a:defRPr sz="2775" b="1">
                <a:solidFill>
                  <a:srgbClr val="005293"/>
                </a:solidFill>
                <a:latin typeface="Arial"/>
                <a:ea typeface="Arial"/>
                <a:cs typeface="Arial"/>
              </a:defRPr>
            </a:lvl2pPr>
            <a:lvl3pPr algn="ctr">
              <a:buNone/>
              <a:defRPr sz="2775" b="1">
                <a:solidFill>
                  <a:srgbClr val="005293"/>
                </a:solidFill>
                <a:latin typeface="Arial"/>
                <a:ea typeface="Arial"/>
                <a:cs typeface="Arial"/>
              </a:defRPr>
            </a:lvl3pPr>
            <a:lvl4pPr algn="ctr">
              <a:buNone/>
              <a:defRPr sz="2775" b="1">
                <a:solidFill>
                  <a:srgbClr val="005293"/>
                </a:solidFill>
                <a:latin typeface="Arial"/>
                <a:ea typeface="Arial"/>
                <a:cs typeface="Arial"/>
              </a:defRPr>
            </a:lvl4pPr>
            <a:lvl5pPr algn="ctr">
              <a:buNone/>
              <a:defRPr sz="2775" b="1">
                <a:solidFill>
                  <a:srgbClr val="005293"/>
                </a:solidFill>
                <a:latin typeface="Arial"/>
                <a:ea typeface="Arial"/>
                <a:cs typeface="Arial"/>
              </a:defRPr>
            </a:lvl5pPr>
            <a:lvl6pPr algn="ctr">
              <a:buNone/>
              <a:defRPr sz="2775" b="1">
                <a:solidFill>
                  <a:srgbClr val="005293"/>
                </a:solidFill>
                <a:latin typeface="Arial"/>
                <a:ea typeface="Arial"/>
                <a:cs typeface="Arial"/>
              </a:defRPr>
            </a:lvl6pPr>
            <a:lvl7pPr algn="ctr">
              <a:buNone/>
              <a:defRPr sz="2775" b="1">
                <a:solidFill>
                  <a:srgbClr val="005293"/>
                </a:solidFill>
                <a:latin typeface="Arial"/>
                <a:ea typeface="Arial"/>
                <a:cs typeface="Arial"/>
              </a:defRPr>
            </a:lvl7pPr>
            <a:lvl8pPr algn="ctr">
              <a:buNone/>
              <a:defRPr sz="2775" b="1">
                <a:solidFill>
                  <a:srgbClr val="005293"/>
                </a:solidFill>
                <a:latin typeface="Arial"/>
                <a:ea typeface="Arial"/>
                <a:cs typeface="Arial"/>
              </a:defRPr>
            </a:lvl8pPr>
            <a:lvl9pPr algn="ctr">
              <a:buNone/>
              <a:defRPr sz="2775" b="1">
                <a:solidFill>
                  <a:srgbClr val="005293"/>
                </a:solidFill>
                <a:latin typeface="Arial"/>
                <a:ea typeface="Arial"/>
                <a:cs typeface="Arial"/>
              </a:defRPr>
            </a:lvl9pPr>
          </a:lstStyle>
          <a:p xmlns:a="http://schemas.openxmlformats.org/drawingml/2006/main">
            <a:pPr algn="ctr">
              <a:buNone/>
              <a:defRPr sz="2775" b="1">
                <a:solidFill>
                  <a:srgbClr val="005293"/>
                </a:solidFill>
                <a:latin typeface="Arial"/>
                <a:ea typeface="Arial"/>
                <a:cs typeface="Arial"/>
              </a:defRPr>
            </a:pPr>
            <a:r>
              <a:rPr sz="2775" b="1">
                <a:solidFill>
                  <a:srgbClr val="005293"/>
                </a:solidFill>
                <a:latin typeface="Arial"/>
                <a:ea typeface="Arial"/>
                <a:cs typeface="Arial"/>
              </a:rPr>
              <a:t>R</a:t>
            </a:r>
          </a:p>
        </p:txBody>
      </p:sp>
      <p:sp>
        <p:nvSpPr>
          <p:cNvPr id="14" name="">
            <a:extLst xmlns:a="http://schemas.openxmlformats.org/drawingml/2006/main">
              <a:ext uri="{FF2B5EF4-FFF2-40B4-BE49-F238E27FC236}">
                <a16:creationId xmlns:a16="http://schemas.microsoft.com/office/drawing/2014/main" id="{65F9CF5E-E7B0-4032-836E-0D468B730ED2}"/>
              </a:ext>
            </a:extLst>
          </p:cNvPr>
          <p:cNvSpPr>
            <a:spLocks xmlns:a="http://schemas.openxmlformats.org/drawingml/2006/main" noGrp="1"/>
          </p:cNvSpPr>
          <p:nvPr/>
        </p:nvSpPr>
        <p:spPr>
          <a:xfrm xmlns:a="http://schemas.openxmlformats.org/drawingml/2006/main" flipH="0" flipV="0">
            <a:off x="6096000" y="2095500"/>
            <a:ext cx="0" cy="38100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5" name="">
            <a:extLst xmlns:a="http://schemas.openxmlformats.org/drawingml/2006/main">
              <a:ext uri="{FF2B5EF4-FFF2-40B4-BE49-F238E27FC236}">
                <a16:creationId xmlns:a16="http://schemas.microsoft.com/office/drawing/2014/main" id="{6578D02F-FAEF-41B4-AE22-39FBDCA0ACF5}"/>
              </a:ext>
            </a:extLst>
          </p:cNvPr>
          <p:cNvSpPr>
            <a:spLocks xmlns:a="http://schemas.openxmlformats.org/drawingml/2006/main" noGrp="1"/>
          </p:cNvSpPr>
          <p:nvPr/>
        </p:nvSpPr>
        <p:spPr>
          <a:xfrm xmlns:a="http://schemas.openxmlformats.org/drawingml/2006/main" flipH="0" flipV="0">
            <a:off x="7048500" y="3000375"/>
            <a:ext cx="2190750" cy="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6" name="">
            <a:extLst xmlns:a="http://schemas.openxmlformats.org/drawingml/2006/main">
              <a:ext uri="{FF2B5EF4-FFF2-40B4-BE49-F238E27FC236}">
                <a16:creationId xmlns:a16="http://schemas.microsoft.com/office/drawing/2014/main" id="{ECFB8957-11C9-48A3-8427-46DDB98D6E84}"/>
              </a:ext>
            </a:extLst>
          </p:cNvPr>
          <p:cNvSpPr>
            <a:spLocks xmlns:a="http://schemas.openxmlformats.org/drawingml/2006/main" noGrp="1"/>
          </p:cNvSpPr>
          <p:nvPr/>
        </p:nvSpPr>
        <p:spPr>
          <a:xfrm xmlns:a="http://schemas.openxmlformats.org/drawingml/2006/main" flipH="0" flipV="0">
            <a:off x="6096000" y="3524250"/>
            <a:ext cx="0" cy="66675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7" name="">
            <a:extLst xmlns:a="http://schemas.openxmlformats.org/drawingml/2006/main">
              <a:ext uri="{FF2B5EF4-FFF2-40B4-BE49-F238E27FC236}">
                <a16:creationId xmlns:a16="http://schemas.microsoft.com/office/drawing/2014/main" id="{AA65797E-B435-46AE-98E2-2377FEB787B2}"/>
              </a:ext>
            </a:extLst>
          </p:cNvPr>
          <p:cNvSpPr>
            <a:spLocks xmlns:a="http://schemas.openxmlformats.org/drawingml/2006/main" noGrp="1"/>
          </p:cNvSpPr>
          <p:nvPr/>
        </p:nvSpPr>
        <p:spPr>
          <a:xfrm xmlns:a="http://schemas.openxmlformats.org/drawingml/2006/main" flipH="0" flipV="0">
            <a:off x="2943225" y="3000375"/>
            <a:ext cx="2200275" cy="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8" name="">
            <a:extLst xmlns:a="http://schemas.openxmlformats.org/drawingml/2006/main">
              <a:ext uri="{FF2B5EF4-FFF2-40B4-BE49-F238E27FC236}">
                <a16:creationId xmlns:a16="http://schemas.microsoft.com/office/drawing/2014/main" id="{7C7BFCC9-BFA6-4814-8B2C-28B3ACE05D2E}"/>
              </a:ext>
            </a:extLst>
          </p:cNvPr>
          <p:cNvSpPr>
            <a:spLocks xmlns:a="http://schemas.openxmlformats.org/drawingml/2006/main" noGrp="1"/>
          </p:cNvSpPr>
          <p:nvPr/>
        </p:nvSpPr>
        <p:spPr>
          <a:xfrm xmlns:a="http://schemas.openxmlformats.org/drawingml/2006/main">
            <a:off x="6391275" y="21336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fest</a:t>
            </a:r>
          </a:p>
        </p:txBody>
      </p:sp>
      <p:sp>
        <p:nvSpPr>
          <p:cNvPr id="19" name="">
            <a:extLst xmlns:a="http://schemas.openxmlformats.org/drawingml/2006/main">
              <a:ext uri="{FF2B5EF4-FFF2-40B4-BE49-F238E27FC236}">
                <a16:creationId xmlns:a16="http://schemas.microsoft.com/office/drawing/2014/main" id="{7870C3B1-2E13-4B12-A2AA-CE54B30C0C0B}"/>
              </a:ext>
            </a:extLst>
          </p:cNvPr>
          <p:cNvSpPr>
            <a:spLocks xmlns:a="http://schemas.openxmlformats.org/drawingml/2006/main" noGrp="1"/>
          </p:cNvSpPr>
          <p:nvPr/>
        </p:nvSpPr>
        <p:spPr>
          <a:xfrm xmlns:a="http://schemas.openxmlformats.org/drawingml/2006/main">
            <a:off x="7572375" y="2571750"/>
            <a:ext cx="161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fest</a:t>
            </a:r>
          </a:p>
        </p:txBody>
      </p:sp>
      <p:sp>
        <p:nvSpPr>
          <p:cNvPr id="20" name="">
            <a:extLst xmlns:a="http://schemas.openxmlformats.org/drawingml/2006/main">
              <a:ext uri="{FF2B5EF4-FFF2-40B4-BE49-F238E27FC236}">
                <a16:creationId xmlns:a16="http://schemas.microsoft.com/office/drawing/2014/main" id="{35AF55CF-3BEC-490E-9D1B-3CF363310090}"/>
              </a:ext>
            </a:extLst>
          </p:cNvPr>
          <p:cNvSpPr>
            <a:spLocks xmlns:a="http://schemas.openxmlformats.org/drawingml/2006/main" noGrp="1"/>
          </p:cNvSpPr>
          <p:nvPr/>
        </p:nvSpPr>
        <p:spPr>
          <a:xfrm xmlns:a="http://schemas.openxmlformats.org/drawingml/2006/main">
            <a:off x="6400800" y="3743325"/>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höchstens kᵢ</a:t>
            </a:r>
          </a:p>
        </p:txBody>
      </p:sp>
      <p:sp>
        <p:nvSpPr>
          <p:cNvPr id="21" name="">
            <a:extLst xmlns:a="http://schemas.openxmlformats.org/drawingml/2006/main">
              <a:ext uri="{FF2B5EF4-FFF2-40B4-BE49-F238E27FC236}">
                <a16:creationId xmlns:a16="http://schemas.microsoft.com/office/drawing/2014/main" id="{59E87725-A407-47E1-82F3-3B2D96BCA89D}"/>
              </a:ext>
            </a:extLst>
          </p:cNvPr>
          <p:cNvSpPr>
            <a:spLocks xmlns:a="http://schemas.openxmlformats.org/drawingml/2006/main" noGrp="1"/>
          </p:cNvSpPr>
          <p:nvPr/>
        </p:nvSpPr>
        <p:spPr>
          <a:xfrm xmlns:a="http://schemas.openxmlformats.org/drawingml/2006/main">
            <a:off x="3333750" y="2571750"/>
            <a:ext cx="171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fest</a:t>
            </a:r>
          </a:p>
        </p:txBody>
      </p:sp>
      <p:sp>
        <p:nvSpPr>
          <p:cNvPr id="22" name="">
            <a:extLst xmlns:a="http://schemas.openxmlformats.org/drawingml/2006/main">
              <a:ext uri="{FF2B5EF4-FFF2-40B4-BE49-F238E27FC236}">
                <a16:creationId xmlns:a16="http://schemas.microsoft.com/office/drawing/2014/main" id="{B204B2F8-C87F-4DBE-87FA-B60C4DB664FF}"/>
              </a:ext>
            </a:extLst>
          </p:cNvPr>
          <p:cNvSpPr>
            <a:spLocks xmlns:a="http://schemas.openxmlformats.org/drawingml/2006/main" noGrp="1"/>
          </p:cNvSpPr>
          <p:nvPr/>
        </p:nvSpPr>
        <p:spPr>
          <a:xfrm xmlns:a="http://schemas.openxmlformats.org/drawingml/2006/main">
            <a:off x="3762375" y="18669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0">
                <a:solidFill>
                  <a:srgbClr val="596773"/>
                </a:solidFill>
                <a:latin typeface="Arial"/>
                <a:ea typeface="Arial"/>
                <a:cs typeface="Arial"/>
              </a:defRPr>
            </a:defPPr>
            <a:lvl1pPr>
              <a:buNone/>
              <a:defRPr sz="2925" b="0">
                <a:solidFill>
                  <a:srgbClr val="596773"/>
                </a:solidFill>
                <a:latin typeface="Arial"/>
                <a:ea typeface="Arial"/>
                <a:cs typeface="Arial"/>
              </a:defRPr>
            </a:lvl1pPr>
            <a:lvl2pPr>
              <a:buNone/>
              <a:defRPr sz="2925" b="0">
                <a:solidFill>
                  <a:srgbClr val="596773"/>
                </a:solidFill>
                <a:latin typeface="Arial"/>
                <a:ea typeface="Arial"/>
                <a:cs typeface="Arial"/>
              </a:defRPr>
            </a:lvl2pPr>
            <a:lvl3pPr>
              <a:buNone/>
              <a:defRPr sz="2925" b="0">
                <a:solidFill>
                  <a:srgbClr val="596773"/>
                </a:solidFill>
                <a:latin typeface="Arial"/>
                <a:ea typeface="Arial"/>
                <a:cs typeface="Arial"/>
              </a:defRPr>
            </a:lvl3pPr>
            <a:lvl4pPr>
              <a:buNone/>
              <a:defRPr sz="2925" b="0">
                <a:solidFill>
                  <a:srgbClr val="596773"/>
                </a:solidFill>
                <a:latin typeface="Arial"/>
                <a:ea typeface="Arial"/>
                <a:cs typeface="Arial"/>
              </a:defRPr>
            </a:lvl4pPr>
            <a:lvl5pPr>
              <a:buNone/>
              <a:defRPr sz="2925" b="0">
                <a:solidFill>
                  <a:srgbClr val="596773"/>
                </a:solidFill>
                <a:latin typeface="Arial"/>
                <a:ea typeface="Arial"/>
                <a:cs typeface="Arial"/>
              </a:defRPr>
            </a:lvl5pPr>
            <a:lvl6pPr>
              <a:buNone/>
              <a:defRPr sz="2925" b="0">
                <a:solidFill>
                  <a:srgbClr val="596773"/>
                </a:solidFill>
                <a:latin typeface="Arial"/>
                <a:ea typeface="Arial"/>
                <a:cs typeface="Arial"/>
              </a:defRPr>
            </a:lvl6pPr>
            <a:lvl7pPr>
              <a:buNone/>
              <a:defRPr sz="2925" b="0">
                <a:solidFill>
                  <a:srgbClr val="596773"/>
                </a:solidFill>
                <a:latin typeface="Arial"/>
                <a:ea typeface="Arial"/>
                <a:cs typeface="Arial"/>
              </a:defRPr>
            </a:lvl7pPr>
            <a:lvl8pPr>
              <a:buNone/>
              <a:defRPr sz="2925" b="0">
                <a:solidFill>
                  <a:srgbClr val="596773"/>
                </a:solidFill>
                <a:latin typeface="Arial"/>
                <a:ea typeface="Arial"/>
                <a:cs typeface="Arial"/>
              </a:defRPr>
            </a:lvl8pPr>
            <a:lvl9pPr>
              <a:buNone/>
              <a:defRPr sz="2925" b="0">
                <a:solidFill>
                  <a:srgbClr val="596773"/>
                </a:solidFill>
                <a:latin typeface="Arial"/>
                <a:ea typeface="Arial"/>
                <a:cs typeface="Arial"/>
              </a:defRPr>
            </a:lvl9pPr>
          </a:lstStyle>
          <a:p xmlns:a="http://schemas.openxmlformats.org/drawingml/2006/main">
            <a:pPr>
              <a:buNone/>
              <a:defRPr sz="2925" b="0">
                <a:solidFill>
                  <a:srgbClr val="596773"/>
                </a:solidFill>
                <a:latin typeface="Arial"/>
                <a:ea typeface="Arial"/>
                <a:cs typeface="Arial"/>
              </a:defRPr>
            </a:pPr>
            <a:r>
              <a:rPr sz="2925" b="0">
                <a:solidFill>
                  <a:srgbClr val="596773"/>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FA80FF32-8032-49A5-B586-BADEF87D6D6D}"/>
              </a:ext>
            </a:extLst>
          </p:cNvPr>
          <p:cNvSpPr>
            <a:spLocks xmlns:a="http://schemas.openxmlformats.org/drawingml/2006/main" noGrp="1"/>
          </p:cNvSpPr>
          <p:nvPr/>
        </p:nvSpPr>
        <p:spPr>
          <a:xfrm xmlns:a="http://schemas.openxmlformats.org/drawingml/2006/main">
            <a:off x="7848600" y="3857625"/>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0">
                <a:solidFill>
                  <a:srgbClr val="596773"/>
                </a:solidFill>
                <a:latin typeface="Arial"/>
                <a:ea typeface="Arial"/>
                <a:cs typeface="Arial"/>
              </a:defRPr>
            </a:defPPr>
            <a:lvl1pPr>
              <a:buNone/>
              <a:defRPr sz="2925" b="0">
                <a:solidFill>
                  <a:srgbClr val="596773"/>
                </a:solidFill>
                <a:latin typeface="Arial"/>
                <a:ea typeface="Arial"/>
                <a:cs typeface="Arial"/>
              </a:defRPr>
            </a:lvl1pPr>
            <a:lvl2pPr>
              <a:buNone/>
              <a:defRPr sz="2925" b="0">
                <a:solidFill>
                  <a:srgbClr val="596773"/>
                </a:solidFill>
                <a:latin typeface="Arial"/>
                <a:ea typeface="Arial"/>
                <a:cs typeface="Arial"/>
              </a:defRPr>
            </a:lvl2pPr>
            <a:lvl3pPr>
              <a:buNone/>
              <a:defRPr sz="2925" b="0">
                <a:solidFill>
                  <a:srgbClr val="596773"/>
                </a:solidFill>
                <a:latin typeface="Arial"/>
                <a:ea typeface="Arial"/>
                <a:cs typeface="Arial"/>
              </a:defRPr>
            </a:lvl3pPr>
            <a:lvl4pPr>
              <a:buNone/>
              <a:defRPr sz="2925" b="0">
                <a:solidFill>
                  <a:srgbClr val="596773"/>
                </a:solidFill>
                <a:latin typeface="Arial"/>
                <a:ea typeface="Arial"/>
                <a:cs typeface="Arial"/>
              </a:defRPr>
            </a:lvl4pPr>
            <a:lvl5pPr>
              <a:buNone/>
              <a:defRPr sz="2925" b="0">
                <a:solidFill>
                  <a:srgbClr val="596773"/>
                </a:solidFill>
                <a:latin typeface="Arial"/>
                <a:ea typeface="Arial"/>
                <a:cs typeface="Arial"/>
              </a:defRPr>
            </a:lvl5pPr>
            <a:lvl6pPr>
              <a:buNone/>
              <a:defRPr sz="2925" b="0">
                <a:solidFill>
                  <a:srgbClr val="596773"/>
                </a:solidFill>
                <a:latin typeface="Arial"/>
                <a:ea typeface="Arial"/>
                <a:cs typeface="Arial"/>
              </a:defRPr>
            </a:lvl6pPr>
            <a:lvl7pPr>
              <a:buNone/>
              <a:defRPr sz="2925" b="0">
                <a:solidFill>
                  <a:srgbClr val="596773"/>
                </a:solidFill>
                <a:latin typeface="Arial"/>
                <a:ea typeface="Arial"/>
                <a:cs typeface="Arial"/>
              </a:defRPr>
            </a:lvl7pPr>
            <a:lvl8pPr>
              <a:buNone/>
              <a:defRPr sz="2925" b="0">
                <a:solidFill>
                  <a:srgbClr val="596773"/>
                </a:solidFill>
                <a:latin typeface="Arial"/>
                <a:ea typeface="Arial"/>
                <a:cs typeface="Arial"/>
              </a:defRPr>
            </a:lvl8pPr>
            <a:lvl9pPr>
              <a:buNone/>
              <a:defRPr sz="2925" b="0">
                <a:solidFill>
                  <a:srgbClr val="596773"/>
                </a:solidFill>
                <a:latin typeface="Arial"/>
                <a:ea typeface="Arial"/>
                <a:cs typeface="Arial"/>
              </a:defRPr>
            </a:lvl9pPr>
          </a:lstStyle>
          <a:p xmlns:a="http://schemas.openxmlformats.org/drawingml/2006/main">
            <a:pPr>
              <a:buNone/>
              <a:defRPr sz="2925" b="0">
                <a:solidFill>
                  <a:srgbClr val="596773"/>
                </a:solidFill>
                <a:latin typeface="Arial"/>
                <a:ea typeface="Arial"/>
                <a:cs typeface="Arial"/>
              </a:defRPr>
            </a:pPr>
            <a:r>
              <a:rPr sz="2925" b="0">
                <a:solidFill>
                  <a:srgbClr val="596773"/>
                </a:solidFill>
                <a:latin typeface="Arial"/>
                <a:ea typeface="Arial"/>
                <a:cs typeface="Arial"/>
              </a:rPr>
              <a:t>…</a:t>
            </a:r>
          </a:p>
        </p:txBody>
      </p:sp>
      <p:sp>
        <p:nvSpPr>
          <p:cNvPr id="24" name="">
            <a:extLst xmlns:a="http://schemas.openxmlformats.org/drawingml/2006/main">
              <a:ext uri="{FF2B5EF4-FFF2-40B4-BE49-F238E27FC236}">
                <a16:creationId xmlns:a16="http://schemas.microsoft.com/office/drawing/2014/main" id="{84C6198A-231D-4774-9B2D-543F0E8450C2}"/>
              </a:ext>
            </a:extLst>
          </p:cNvPr>
          <p:cNvSpPr>
            <a:spLocks xmlns:a="http://schemas.openxmlformats.org/drawingml/2006/main" noGrp="1"/>
          </p:cNvSpPr>
          <p:nvPr/>
        </p:nvSpPr>
        <p:spPr>
          <a:xfrm xmlns:a="http://schemas.openxmlformats.org/drawingml/2006/main">
            <a:off x="609600" y="52482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buNone/>
              <a:defRPr sz="2025" b="0">
                <a:solidFill>
                  <a:srgbClr val="202B33"/>
                </a:solidFill>
                <a:latin typeface="Arial"/>
                <a:ea typeface="Arial"/>
                <a:cs typeface="Arial"/>
              </a:defRPr>
            </a:lvl1pPr>
            <a:lvl2pPr>
              <a:buNone/>
              <a:defRPr sz="2025" b="0">
                <a:solidFill>
                  <a:srgbClr val="202B33"/>
                </a:solidFill>
                <a:latin typeface="Arial"/>
                <a:ea typeface="Arial"/>
                <a:cs typeface="Arial"/>
              </a:defRPr>
            </a:lvl2pPr>
            <a:lvl3pPr>
              <a:buNone/>
              <a:defRPr sz="2025" b="0">
                <a:solidFill>
                  <a:srgbClr val="202B33"/>
                </a:solidFill>
                <a:latin typeface="Arial"/>
                <a:ea typeface="Arial"/>
                <a:cs typeface="Arial"/>
              </a:defRPr>
            </a:lvl3pPr>
            <a:lvl4pPr>
              <a:buNone/>
              <a:defRPr sz="2025" b="0">
                <a:solidFill>
                  <a:srgbClr val="202B33"/>
                </a:solidFill>
                <a:latin typeface="Arial"/>
                <a:ea typeface="Arial"/>
                <a:cs typeface="Arial"/>
              </a:defRPr>
            </a:lvl4pPr>
            <a:lvl5pPr>
              <a:buNone/>
              <a:defRPr sz="2025" b="0">
                <a:solidFill>
                  <a:srgbClr val="202B33"/>
                </a:solidFill>
                <a:latin typeface="Arial"/>
                <a:ea typeface="Arial"/>
                <a:cs typeface="Arial"/>
              </a:defRPr>
            </a:lvl5pPr>
            <a:lvl6pPr>
              <a:buNone/>
              <a:defRPr sz="2025" b="0">
                <a:solidFill>
                  <a:srgbClr val="202B33"/>
                </a:solidFill>
                <a:latin typeface="Arial"/>
                <a:ea typeface="Arial"/>
                <a:cs typeface="Arial"/>
              </a:defRPr>
            </a:lvl6pPr>
            <a:lvl7pPr>
              <a:buNone/>
              <a:defRPr sz="2025" b="0">
                <a:solidFill>
                  <a:srgbClr val="202B33"/>
                </a:solidFill>
                <a:latin typeface="Arial"/>
                <a:ea typeface="Arial"/>
                <a:cs typeface="Arial"/>
              </a:defRPr>
            </a:lvl7pPr>
            <a:lvl8pPr>
              <a:buNone/>
              <a:defRPr sz="2025" b="0">
                <a:solidFill>
                  <a:srgbClr val="202B33"/>
                </a:solidFill>
                <a:latin typeface="Arial"/>
                <a:ea typeface="Arial"/>
                <a:cs typeface="Arial"/>
              </a:defRPr>
            </a:lvl8pPr>
            <a:lvl9pPr>
              <a:buNone/>
              <a:defRPr sz="2025" b="0">
                <a:solidFill>
                  <a:srgbClr val="202B33"/>
                </a:solidFill>
                <a:latin typeface="Arial"/>
                <a:ea typeface="Arial"/>
                <a:cs typeface="Arial"/>
              </a:defRPr>
            </a:lvl9pPr>
          </a:lstStyle>
          <a:p xmlns:a="http://schemas.openxmlformats.org/drawingml/2006/main">
            <a:pPr>
              <a:buNone/>
              <a:defRPr sz="2025" b="0">
                <a:solidFill>
                  <a:srgbClr val="202B33"/>
                </a:solidFill>
                <a:latin typeface="Arial"/>
                <a:ea typeface="Arial"/>
                <a:cs typeface="Arial"/>
              </a:defRPr>
            </a:pPr>
            <a:r>
              <a:rPr sz="2025" b="0">
                <a:solidFill>
                  <a:srgbClr val="202B33"/>
                </a:solidFill>
                <a:latin typeface="Arial"/>
                <a:ea typeface="Arial"/>
                <a:cs typeface="Arial"/>
              </a:rPr>
              <a:t>Grau: eine feste Kombination q. Blau: mögliche Entities an Position i.</a:t>
            </a:r>
          </a:p>
        </p:txBody>
      </p:sp>
      <p:sp>
        <p:nvSpPr>
          <p:cNvPr id="25" name="">
            <a:extLst xmlns:a="http://schemas.openxmlformats.org/drawingml/2006/main">
              <a:ext uri="{FF2B5EF4-FFF2-40B4-BE49-F238E27FC236}">
                <a16:creationId xmlns:a16="http://schemas.microsoft.com/office/drawing/2014/main" id="{1564ACC1-C64E-4097-9028-B32597E6EEE3}"/>
              </a:ext>
            </a:extLst>
          </p:cNvPr>
          <p:cNvSpPr>
            <a:spLocks xmlns:a="http://schemas.openxmlformats.org/drawingml/2006/main" noGrp="1"/>
          </p:cNvSpPr>
          <p:nvPr/>
        </p:nvSpPr>
        <p:spPr>
          <a:xfrm xmlns:a="http://schemas.openxmlformats.org/drawingml/2006/main">
            <a:off x="609600" y="5791200"/>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5293"/>
                </a:solidFill>
                <a:latin typeface="Arial"/>
                <a:ea typeface="Arial"/>
                <a:cs typeface="Arial"/>
              </a:defRPr>
            </a:defPPr>
            <a:lvl1pPr>
              <a:buNone/>
              <a:defRPr sz="2250" b="1">
                <a:solidFill>
                  <a:srgbClr val="005293"/>
                </a:solidFill>
                <a:latin typeface="Arial"/>
                <a:ea typeface="Arial"/>
                <a:cs typeface="Arial"/>
              </a:defRPr>
            </a:lvl1pPr>
            <a:lvl2pPr>
              <a:buNone/>
              <a:defRPr sz="2250" b="1">
                <a:solidFill>
                  <a:srgbClr val="005293"/>
                </a:solidFill>
                <a:latin typeface="Arial"/>
                <a:ea typeface="Arial"/>
                <a:cs typeface="Arial"/>
              </a:defRPr>
            </a:lvl2pPr>
            <a:lvl3pPr>
              <a:buNone/>
              <a:defRPr sz="2250" b="1">
                <a:solidFill>
                  <a:srgbClr val="005293"/>
                </a:solidFill>
                <a:latin typeface="Arial"/>
                <a:ea typeface="Arial"/>
                <a:cs typeface="Arial"/>
              </a:defRPr>
            </a:lvl3pPr>
            <a:lvl4pPr>
              <a:buNone/>
              <a:defRPr sz="2250" b="1">
                <a:solidFill>
                  <a:srgbClr val="005293"/>
                </a:solidFill>
                <a:latin typeface="Arial"/>
                <a:ea typeface="Arial"/>
                <a:cs typeface="Arial"/>
              </a:defRPr>
            </a:lvl4pPr>
            <a:lvl5pPr>
              <a:buNone/>
              <a:defRPr sz="2250" b="1">
                <a:solidFill>
                  <a:srgbClr val="005293"/>
                </a:solidFill>
                <a:latin typeface="Arial"/>
                <a:ea typeface="Arial"/>
                <a:cs typeface="Arial"/>
              </a:defRPr>
            </a:lvl5pPr>
            <a:lvl6pPr>
              <a:buNone/>
              <a:defRPr sz="2250" b="1">
                <a:solidFill>
                  <a:srgbClr val="005293"/>
                </a:solidFill>
                <a:latin typeface="Arial"/>
                <a:ea typeface="Arial"/>
                <a:cs typeface="Arial"/>
              </a:defRPr>
            </a:lvl6pPr>
            <a:lvl7pPr>
              <a:buNone/>
              <a:defRPr sz="2250" b="1">
                <a:solidFill>
                  <a:srgbClr val="005293"/>
                </a:solidFill>
                <a:latin typeface="Arial"/>
                <a:ea typeface="Arial"/>
                <a:cs typeface="Arial"/>
              </a:defRPr>
            </a:lvl7pPr>
            <a:lvl8pPr>
              <a:buNone/>
              <a:defRPr sz="2250" b="1">
                <a:solidFill>
                  <a:srgbClr val="005293"/>
                </a:solidFill>
                <a:latin typeface="Arial"/>
                <a:ea typeface="Arial"/>
                <a:cs typeface="Arial"/>
              </a:defRPr>
            </a:lvl8pPr>
            <a:lvl9pPr>
              <a:buNone/>
              <a:defRPr sz="2250" b="1">
                <a:solidFill>
                  <a:srgbClr val="005293"/>
                </a:solidFill>
                <a:latin typeface="Arial"/>
                <a:ea typeface="Arial"/>
                <a:cs typeface="Arial"/>
              </a:defRPr>
            </a:lvl9pPr>
          </a:lstStyle>
          <a:p xmlns:a="http://schemas.openxmlformats.org/drawingml/2006/main">
            <a:pPr>
              <a:buNone/>
              <a:defRPr sz="2250" b="1">
                <a:solidFill>
                  <a:srgbClr val="005293"/>
                </a:solidFill>
                <a:latin typeface="Arial"/>
                <a:ea typeface="Arial"/>
                <a:cs typeface="Arial"/>
              </a:defRPr>
            </a:pPr>
            <a:r>
              <a:rPr sz="2250" b="1">
                <a:solidFill>
                  <a:srgbClr val="005293"/>
                </a:solidFill>
                <a:latin typeface="Arial"/>
                <a:ea typeface="Arial"/>
                <a:cs typeface="Arial"/>
              </a:rPr>
              <a:t>Für dieses q: höchstens kᵢ verschiedene Ergänzungen x</a:t>
            </a:r>
          </a:p>
        </p:txBody>
      </p:sp>
    </p:spTree>
    <p:extLst>
      <p:ext uri="{BB962C8B-B14F-4D97-AF65-F5344CB8AC3E}">
        <p14:creationId xmlns:p14="http://schemas.microsoft.com/office/powerpoint/2010/main" val="68326447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D7B0082-1205-483F-95A5-6EB6879022FE}"/>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Die gesamte Angabe k₁ : k₂ : … : kₙ</a:t>
            </a:r>
          </a:p>
        </p:txBody>
      </p:sp>
      <p:sp>
        <p:nvSpPr>
          <p:cNvPr id="2" name="">
            <a:extLst xmlns:a="http://schemas.openxmlformats.org/drawingml/2006/main">
              <a:ext uri="{FF2B5EF4-FFF2-40B4-BE49-F238E27FC236}">
                <a16:creationId xmlns:a16="http://schemas.microsoft.com/office/drawing/2014/main" id="{98CC516F-323E-4C35-902D-0F1904FDE0D2}"/>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F3DF0252-051B-4B68-B667-B887F7A0FBAC}"/>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F7248351-5023-4439-8E2F-4DA5E3FFD5B1}"/>
              </a:ext>
            </a:extLst>
          </p:cNvPr>
          <p:cNvSpPr>
            <a:spLocks xmlns:a="http://schemas.openxmlformats.org/drawingml/2006/main" noGrp="1"/>
          </p:cNvSpPr>
          <p:nvPr/>
        </p:nvSpPr>
        <p:spPr>
          <a:xfrm xmlns:a="http://schemas.openxmlformats.org/drawingml/2006/main">
            <a:off x="609600" y="14192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5293"/>
                </a:solidFill>
                <a:latin typeface="Arial"/>
                <a:ea typeface="Arial"/>
                <a:cs typeface="Arial"/>
              </a:defRPr>
            </a:defPPr>
            <a:lvl1pPr>
              <a:buNone/>
              <a:defRPr sz="2400" b="1">
                <a:solidFill>
                  <a:srgbClr val="005293"/>
                </a:solidFill>
                <a:latin typeface="Arial"/>
                <a:ea typeface="Arial"/>
                <a:cs typeface="Arial"/>
              </a:defRPr>
            </a:lvl1pPr>
            <a:lvl2pPr>
              <a:buNone/>
              <a:defRPr sz="2400" b="1">
                <a:solidFill>
                  <a:srgbClr val="005293"/>
                </a:solidFill>
                <a:latin typeface="Arial"/>
                <a:ea typeface="Arial"/>
                <a:cs typeface="Arial"/>
              </a:defRPr>
            </a:lvl2pPr>
            <a:lvl3pPr>
              <a:buNone/>
              <a:defRPr sz="2400" b="1">
                <a:solidFill>
                  <a:srgbClr val="005293"/>
                </a:solidFill>
                <a:latin typeface="Arial"/>
                <a:ea typeface="Arial"/>
                <a:cs typeface="Arial"/>
              </a:defRPr>
            </a:lvl3pPr>
            <a:lvl4pPr>
              <a:buNone/>
              <a:defRPr sz="2400" b="1">
                <a:solidFill>
                  <a:srgbClr val="005293"/>
                </a:solidFill>
                <a:latin typeface="Arial"/>
                <a:ea typeface="Arial"/>
                <a:cs typeface="Arial"/>
              </a:defRPr>
            </a:lvl4pPr>
            <a:lvl5pPr>
              <a:buNone/>
              <a:defRPr sz="2400" b="1">
                <a:solidFill>
                  <a:srgbClr val="005293"/>
                </a:solidFill>
                <a:latin typeface="Arial"/>
                <a:ea typeface="Arial"/>
                <a:cs typeface="Arial"/>
              </a:defRPr>
            </a:lvl5pPr>
            <a:lvl6pPr>
              <a:buNone/>
              <a:defRPr sz="2400" b="1">
                <a:solidFill>
                  <a:srgbClr val="005293"/>
                </a:solidFill>
                <a:latin typeface="Arial"/>
                <a:ea typeface="Arial"/>
                <a:cs typeface="Arial"/>
              </a:defRPr>
            </a:lvl6pPr>
            <a:lvl7pPr>
              <a:buNone/>
              <a:defRPr sz="2400" b="1">
                <a:solidFill>
                  <a:srgbClr val="005293"/>
                </a:solidFill>
                <a:latin typeface="Arial"/>
                <a:ea typeface="Arial"/>
                <a:cs typeface="Arial"/>
              </a:defRPr>
            </a:lvl7pPr>
            <a:lvl8pPr>
              <a:buNone/>
              <a:defRPr sz="2400" b="1">
                <a:solidFill>
                  <a:srgbClr val="005293"/>
                </a:solidFill>
                <a:latin typeface="Arial"/>
                <a:ea typeface="Arial"/>
                <a:cs typeface="Arial"/>
              </a:defRPr>
            </a:lvl8pPr>
            <a:lvl9pPr>
              <a:buNone/>
              <a:defRPr sz="2400" b="1">
                <a:solidFill>
                  <a:srgbClr val="005293"/>
                </a:solidFill>
                <a:latin typeface="Arial"/>
                <a:ea typeface="Arial"/>
                <a:cs typeface="Arial"/>
              </a:defRPr>
            </a:lvl9pPr>
          </a:lstStyle>
          <a:p xmlns:a="http://schemas.openxmlformats.org/drawingml/2006/main">
            <a:pPr>
              <a:buNone/>
              <a:defRPr sz="2400" b="1">
                <a:solidFill>
                  <a:srgbClr val="005293"/>
                </a:solidFill>
                <a:latin typeface="Arial"/>
                <a:ea typeface="Arial"/>
                <a:cs typeface="Arial"/>
              </a:defRPr>
            </a:pPr>
            <a:r>
              <a:rPr sz="2400" b="1">
                <a:solidFill>
                  <a:srgbClr val="005293"/>
                </a:solidFill>
                <a:latin typeface="Arial"/>
                <a:ea typeface="Arial"/>
                <a:cs typeface="Arial"/>
              </a:rPr>
              <a:t>Für jedes i ∈ {1, …, n} und jedes q gilt: |Fᵢ(q)| ≤ kᵢ</a:t>
            </a:r>
          </a:p>
        </p:txBody>
      </p:sp>
      <p:sp>
        <p:nvSpPr>
          <p:cNvPr id="5" name="">
            <a:extLst xmlns:a="http://schemas.openxmlformats.org/drawingml/2006/main">
              <a:ext uri="{FF2B5EF4-FFF2-40B4-BE49-F238E27FC236}">
                <a16:creationId xmlns:a16="http://schemas.microsoft.com/office/drawing/2014/main" id="{86CAA5FD-1900-49A1-9EA7-F7FCD7597696}"/>
              </a:ext>
            </a:extLst>
          </p:cNvPr>
          <p:cNvSpPr>
            <a:spLocks xmlns:a="http://schemas.openxmlformats.org/drawingml/2006/main" noGrp="1"/>
          </p:cNvSpPr>
          <p:nvPr/>
        </p:nvSpPr>
        <p:spPr>
          <a:xfrm xmlns:a="http://schemas.openxmlformats.org/drawingml/2006/main">
            <a:off x="609600" y="23050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202B33"/>
                </a:solidFill>
                <a:latin typeface="Arial"/>
                <a:ea typeface="Arial"/>
                <a:cs typeface="Arial"/>
              </a:defRPr>
            </a:defPPr>
            <a:lvl1pPr>
              <a:buNone/>
              <a:defRPr sz="2250" b="0">
                <a:solidFill>
                  <a:srgbClr val="202B33"/>
                </a:solidFill>
                <a:latin typeface="Arial"/>
                <a:ea typeface="Arial"/>
                <a:cs typeface="Arial"/>
              </a:defRPr>
            </a:lvl1pPr>
            <a:lvl2pPr>
              <a:buNone/>
              <a:defRPr sz="2250" b="0">
                <a:solidFill>
                  <a:srgbClr val="202B33"/>
                </a:solidFill>
                <a:latin typeface="Arial"/>
                <a:ea typeface="Arial"/>
                <a:cs typeface="Arial"/>
              </a:defRPr>
            </a:lvl2pPr>
            <a:lvl3pPr>
              <a:buNone/>
              <a:defRPr sz="2250" b="0">
                <a:solidFill>
                  <a:srgbClr val="202B33"/>
                </a:solidFill>
                <a:latin typeface="Arial"/>
                <a:ea typeface="Arial"/>
                <a:cs typeface="Arial"/>
              </a:defRPr>
            </a:lvl3pPr>
            <a:lvl4pPr>
              <a:buNone/>
              <a:defRPr sz="2250" b="0">
                <a:solidFill>
                  <a:srgbClr val="202B33"/>
                </a:solidFill>
                <a:latin typeface="Arial"/>
                <a:ea typeface="Arial"/>
                <a:cs typeface="Arial"/>
              </a:defRPr>
            </a:lvl4pPr>
            <a:lvl5pPr>
              <a:buNone/>
              <a:defRPr sz="2250" b="0">
                <a:solidFill>
                  <a:srgbClr val="202B33"/>
                </a:solidFill>
                <a:latin typeface="Arial"/>
                <a:ea typeface="Arial"/>
                <a:cs typeface="Arial"/>
              </a:defRPr>
            </a:lvl5pPr>
            <a:lvl6pPr>
              <a:buNone/>
              <a:defRPr sz="2250" b="0">
                <a:solidFill>
                  <a:srgbClr val="202B33"/>
                </a:solidFill>
                <a:latin typeface="Arial"/>
                <a:ea typeface="Arial"/>
                <a:cs typeface="Arial"/>
              </a:defRPr>
            </a:lvl6pPr>
            <a:lvl7pPr>
              <a:buNone/>
              <a:defRPr sz="2250" b="0">
                <a:solidFill>
                  <a:srgbClr val="202B33"/>
                </a:solidFill>
                <a:latin typeface="Arial"/>
                <a:ea typeface="Arial"/>
                <a:cs typeface="Arial"/>
              </a:defRPr>
            </a:lvl7pPr>
            <a:lvl8pPr>
              <a:buNone/>
              <a:defRPr sz="2250" b="0">
                <a:solidFill>
                  <a:srgbClr val="202B33"/>
                </a:solidFill>
                <a:latin typeface="Arial"/>
                <a:ea typeface="Arial"/>
                <a:cs typeface="Arial"/>
              </a:defRPr>
            </a:lvl8pPr>
            <a:lvl9pPr>
              <a:buNone/>
              <a:defRPr sz="2250" b="0">
                <a:solidFill>
                  <a:srgbClr val="202B33"/>
                </a:solidFill>
                <a:latin typeface="Arial"/>
                <a:ea typeface="Arial"/>
                <a:cs typeface="Arial"/>
              </a:defRPr>
            </a:lvl9pPr>
          </a:lstStyle>
          <a:p xmlns:a="http://schemas.openxmlformats.org/drawingml/2006/main">
            <a:pPr>
              <a:buNone/>
              <a:defRPr sz="2250" b="0">
                <a:solidFill>
                  <a:srgbClr val="202B33"/>
                </a:solidFill>
                <a:latin typeface="Arial"/>
                <a:ea typeface="Arial"/>
                <a:cs typeface="Arial"/>
              </a:defRPr>
            </a:pPr>
            <a:r>
              <a:rPr sz="2250" b="0">
                <a:solidFill>
                  <a:srgbClr val="202B33"/>
                </a:solidFill>
                <a:latin typeface="Arial"/>
                <a:ea typeface="Arial"/>
                <a:cs typeface="Arial"/>
              </a:rPr>
              <a:t>Jede Rolle hat ihre eigene Bedingung. Alle gelten gleichzeitig.</a:t>
            </a:r>
          </a:p>
        </p:txBody>
      </p:sp>
      <p:graphicFrame>
        <p:nvGraphicFramePr>
          <p:cNvPr id="6" name="">
            <a:extLst xmlns:a="http://schemas.openxmlformats.org/drawingml/2006/main">
              <a:ext uri="{FF2B5EF4-FFF2-40B4-BE49-F238E27FC236}">
                <a16:creationId xmlns:a16="http://schemas.microsoft.com/office/drawing/2014/main" id="{DD325F9E-3628-4A88-AE03-AAC32DC0B46E}"/>
              </a:ext>
            </a:extLst>
          </p:cNvPr>
          <p:cNvGraphicFramePr/>
          <p:nvPr/>
        </p:nvGraphicFramePr>
        <p:xfrm>
          <a:off xmlns:a="http://schemas.openxmlformats.org/drawingml/2006/main" x="609600" y="3067050"/>
          <a:ext xmlns:a="http://schemas.openxmlformats.org/drawingml/2006/main" cx="10972800" cy="2514600"/>
        </p:xfrm>
        <a:graphic xmlns:a="http://schemas.openxmlformats.org/drawingml/2006/main">
          <a:graphicData uri="http://schemas.openxmlformats.org/drawingml/2006/table">
            <a:tbl>
              <a:tblPr/>
              <a:tblGrid>
                <a:gridCol w="2857500"/>
                <a:gridCol w="8115300"/>
              </a:tblGrid>
              <a:tr h="628650">
                <a:tc>
                  <a:txBody>
                    <a:bodyPr/>
                    <a:lstStyle/>
                    <a:p>
                      <a:r>
                        <a:rPr sz="2025" b="1">
                          <a:solidFill>
                            <a:srgbClr val="FFFFFF"/>
                          </a:solidFill>
                          <a:latin typeface="Arial"/>
                          <a:ea typeface="Arial"/>
                          <a:cs typeface="Arial"/>
                        </a:rPr>
                        <a:t>Grenze an Eᵢ</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Bedeutung bei festem q</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628650">
                <a:tc>
                  <a:txBody>
                    <a:bodyPr/>
                    <a:lstStyle/>
                    <a:p>
                      <a:r>
                        <a:rPr sz="2025" b="0">
                          <a:solidFill>
                            <a:srgbClr val="202B33"/>
                          </a:solidFill>
                          <a:latin typeface="Arial"/>
                          <a:ea typeface="Arial"/>
                          <a:cs typeface="Arial"/>
                        </a:rPr>
                        <a:t>kᵢ = 1</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höchstens eine Ergänzung: partielle Funktion</a:t>
                      </a:r>
                    </a:p>
                  </a:txBody>
                  <a:tcPr marL="95250" marR="66675" marT="28575" marB="28575" anchor="ctr">
                    <a:lnR w="6668">
                      <a:solidFill>
                        <a:srgbClr val="CBD8E1"/>
                      </a:solidFill>
                    </a:lnR>
                    <a:lnB w="6668">
                      <a:solidFill>
                        <a:srgbClr val="CBD8E1"/>
                      </a:solidFill>
                    </a:lnB>
                    <a:solidFill>
                      <a:srgbClr val="FFFFFF"/>
                    </a:solidFill>
                  </a:tcPr>
                </a:tc>
              </a:tr>
              <a:tr h="628650">
                <a:tc>
                  <a:txBody>
                    <a:bodyPr/>
                    <a:lstStyle/>
                    <a:p>
                      <a:r>
                        <a:rPr sz="2025" b="0">
                          <a:solidFill>
                            <a:srgbClr val="202B33"/>
                          </a:solidFill>
                          <a:latin typeface="Arial"/>
                          <a:ea typeface="Arial"/>
                          <a:cs typeface="Arial"/>
                        </a:rPr>
                        <a:t>kᵢ = k</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2025" b="0">
                          <a:solidFill>
                            <a:srgbClr val="202B33"/>
                          </a:solidFill>
                          <a:latin typeface="Arial"/>
                          <a:ea typeface="Arial"/>
                          <a:cs typeface="Arial"/>
                        </a:rPr>
                        <a:t>höchstens k verschiedene Ergänzungen</a:t>
                      </a:r>
                    </a:p>
                  </a:txBody>
                  <a:tcPr marL="95250" marR="66675" marT="28575" marB="28575" anchor="ctr">
                    <a:lnR w="6668">
                      <a:solidFill>
                        <a:srgbClr val="CBD8E1"/>
                      </a:solidFill>
                    </a:lnR>
                    <a:lnB w="6668">
                      <a:solidFill>
                        <a:srgbClr val="CBD8E1"/>
                      </a:solidFill>
                    </a:lnB>
                    <a:solidFill>
                      <a:srgbClr val="EDF4F9"/>
                    </a:solidFill>
                  </a:tcPr>
                </a:tc>
              </a:tr>
              <a:tr h="628650">
                <a:tc>
                  <a:txBody>
                    <a:bodyPr/>
                    <a:lstStyle/>
                    <a:p>
                      <a:r>
                        <a:rPr sz="2025" b="0">
                          <a:solidFill>
                            <a:srgbClr val="202B33"/>
                          </a:solidFill>
                          <a:latin typeface="Arial"/>
                          <a:ea typeface="Arial"/>
                          <a:cs typeface="Arial"/>
                        </a:rPr>
                        <a:t>kᵢ = *</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keine feste obere Grenze</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44865EA3-304F-45B0-A413-92E52B50118D}"/>
              </a:ext>
            </a:extLst>
          </p:cNvPr>
          <p:cNvSpPr>
            <a:spLocks xmlns:a="http://schemas.openxmlformats.org/drawingml/2006/main" noGrp="1"/>
          </p:cNvSpPr>
          <p:nvPr/>
        </p:nvSpPr>
        <p:spPr>
          <a:xfrm xmlns:a="http://schemas.openxmlformats.org/drawingml/2006/main">
            <a:off x="609600" y="56388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202B33"/>
                </a:solidFill>
                <a:latin typeface="Arial"/>
                <a:ea typeface="Arial"/>
                <a:cs typeface="Arial"/>
              </a:defRPr>
            </a:defPPr>
            <a:lvl1pPr>
              <a:buNone/>
              <a:defRPr sz="1950" b="0">
                <a:solidFill>
                  <a:srgbClr val="202B33"/>
                </a:solidFill>
                <a:latin typeface="Arial"/>
                <a:ea typeface="Arial"/>
                <a:cs typeface="Arial"/>
              </a:defRPr>
            </a:lvl1pPr>
            <a:lvl2pPr>
              <a:buNone/>
              <a:defRPr sz="1950" b="0">
                <a:solidFill>
                  <a:srgbClr val="202B33"/>
                </a:solidFill>
                <a:latin typeface="Arial"/>
                <a:ea typeface="Arial"/>
                <a:cs typeface="Arial"/>
              </a:defRPr>
            </a:lvl2pPr>
            <a:lvl3pPr>
              <a:buNone/>
              <a:defRPr sz="1950" b="0">
                <a:solidFill>
                  <a:srgbClr val="202B33"/>
                </a:solidFill>
                <a:latin typeface="Arial"/>
                <a:ea typeface="Arial"/>
                <a:cs typeface="Arial"/>
              </a:defRPr>
            </a:lvl3pPr>
            <a:lvl4pPr>
              <a:buNone/>
              <a:defRPr sz="1950" b="0">
                <a:solidFill>
                  <a:srgbClr val="202B33"/>
                </a:solidFill>
                <a:latin typeface="Arial"/>
                <a:ea typeface="Arial"/>
                <a:cs typeface="Arial"/>
              </a:defRPr>
            </a:lvl4pPr>
            <a:lvl5pPr>
              <a:buNone/>
              <a:defRPr sz="1950" b="0">
                <a:solidFill>
                  <a:srgbClr val="202B33"/>
                </a:solidFill>
                <a:latin typeface="Arial"/>
                <a:ea typeface="Arial"/>
                <a:cs typeface="Arial"/>
              </a:defRPr>
            </a:lvl5pPr>
            <a:lvl6pPr>
              <a:buNone/>
              <a:defRPr sz="1950" b="0">
                <a:solidFill>
                  <a:srgbClr val="202B33"/>
                </a:solidFill>
                <a:latin typeface="Arial"/>
                <a:ea typeface="Arial"/>
                <a:cs typeface="Arial"/>
              </a:defRPr>
            </a:lvl6pPr>
            <a:lvl7pPr>
              <a:buNone/>
              <a:defRPr sz="1950" b="0">
                <a:solidFill>
                  <a:srgbClr val="202B33"/>
                </a:solidFill>
                <a:latin typeface="Arial"/>
                <a:ea typeface="Arial"/>
                <a:cs typeface="Arial"/>
              </a:defRPr>
            </a:lvl7pPr>
            <a:lvl8pPr>
              <a:buNone/>
              <a:defRPr sz="1950" b="0">
                <a:solidFill>
                  <a:srgbClr val="202B33"/>
                </a:solidFill>
                <a:latin typeface="Arial"/>
                <a:ea typeface="Arial"/>
                <a:cs typeface="Arial"/>
              </a:defRPr>
            </a:lvl8pPr>
            <a:lvl9pPr>
              <a:buNone/>
              <a:defRPr sz="1950" b="0">
                <a:solidFill>
                  <a:srgbClr val="202B33"/>
                </a:solidFill>
                <a:latin typeface="Arial"/>
                <a:ea typeface="Arial"/>
                <a:cs typeface="Arial"/>
              </a:defRPr>
            </a:lvl9pPr>
          </a:lstStyle>
          <a:p xmlns:a="http://schemas.openxmlformats.org/drawingml/2006/main">
            <a:pPr>
              <a:buNone/>
              <a:defRPr sz="1950" b="0">
                <a:solidFill>
                  <a:srgbClr val="202B33"/>
                </a:solidFill>
                <a:latin typeface="Arial"/>
                <a:ea typeface="Arial"/>
                <a:cs typeface="Arial"/>
              </a:defRPr>
            </a:pPr>
            <a:r>
              <a:rPr sz="1950" b="0">
                <a:solidFill>
                  <a:srgbClr val="202B33"/>
                </a:solidFill>
                <a:latin typeface="Arial"/>
                <a:ea typeface="Arial"/>
                <a:cs typeface="Arial"/>
              </a:rPr>
              <a:t>Die übliche 1/N/M-Notation verwendet 1 und „beliebig viele“.</a:t>
            </a:r>
          </a:p>
          <a:p xmlns:a="http://schemas.openxmlformats.org/drawingml/2006/main">
            <a:pPr>
              <a:buNone/>
              <a:defRPr sz="1950" b="0">
                <a:solidFill>
                  <a:srgbClr val="202B33"/>
                </a:solidFill>
                <a:latin typeface="Arial"/>
                <a:ea typeface="Arial"/>
                <a:cs typeface="Arial"/>
              </a:defRPr>
            </a:pPr>
            <a:r>
              <a:rPr sz="1950" b="0">
                <a:solidFill>
                  <a:srgbClr val="202B33"/>
                </a:solidFill>
                <a:latin typeface="Arial"/>
                <a:ea typeface="Arial"/>
                <a:cs typeface="Arial"/>
              </a:rPr>
              <a:t>N und M sind dabei keine konkreten Zahlen.</a:t>
            </a:r>
          </a:p>
        </p:txBody>
      </p:sp>
    </p:spTree>
    <p:extLst>
      <p:ext uri="{BB962C8B-B14F-4D97-AF65-F5344CB8AC3E}">
        <p14:creationId xmlns:p14="http://schemas.microsoft.com/office/powerpoint/2010/main" val="33165900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50C0415-D4E8-4593-99EB-BB61494EA6BF}"/>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Funktionalität prüfen: nach den übrigen Rollen</a:t>
            </a:r>
          </a:p>
        </p:txBody>
      </p:sp>
      <p:sp>
        <p:nvSpPr>
          <p:cNvPr id="2" name="">
            <a:extLst xmlns:a="http://schemas.openxmlformats.org/drawingml/2006/main">
              <a:ext uri="{FF2B5EF4-FFF2-40B4-BE49-F238E27FC236}">
                <a16:creationId xmlns:a16="http://schemas.microsoft.com/office/drawing/2014/main" id="{A44B1B2C-C954-4160-BB76-5B7DA4C23D55}"/>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A8BA7D06-6540-455A-9F66-B733679C0393}"/>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F825C8B0-B9FC-4FEF-9158-404BB948FE91}"/>
              </a:ext>
            </a:extLst>
          </p:cNvPr>
          <p:cNvSpPr>
            <a:spLocks xmlns:a="http://schemas.openxmlformats.org/drawingml/2006/main" noGrp="1"/>
          </p:cNvSpPr>
          <p:nvPr/>
        </p:nvSpPr>
        <p:spPr>
          <a:xfrm xmlns:a="http://schemas.openxmlformats.org/drawingml/2006/main">
            <a:off x="609600" y="13906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5293"/>
                </a:solidFill>
                <a:latin typeface="Arial"/>
                <a:ea typeface="Arial"/>
                <a:cs typeface="Arial"/>
              </a:defRPr>
            </a:defPPr>
            <a:lvl1pPr>
              <a:buNone/>
              <a:defRPr sz="2325" b="1">
                <a:solidFill>
                  <a:srgbClr val="005293"/>
                </a:solidFill>
                <a:latin typeface="Arial"/>
                <a:ea typeface="Arial"/>
                <a:cs typeface="Arial"/>
              </a:defRPr>
            </a:lvl1pPr>
            <a:lvl2pPr>
              <a:buNone/>
              <a:defRPr sz="2325" b="1">
                <a:solidFill>
                  <a:srgbClr val="005293"/>
                </a:solidFill>
                <a:latin typeface="Arial"/>
                <a:ea typeface="Arial"/>
                <a:cs typeface="Arial"/>
              </a:defRPr>
            </a:lvl2pPr>
            <a:lvl3pPr>
              <a:buNone/>
              <a:defRPr sz="2325" b="1">
                <a:solidFill>
                  <a:srgbClr val="005293"/>
                </a:solidFill>
                <a:latin typeface="Arial"/>
                <a:ea typeface="Arial"/>
                <a:cs typeface="Arial"/>
              </a:defRPr>
            </a:lvl3pPr>
            <a:lvl4pPr>
              <a:buNone/>
              <a:defRPr sz="2325" b="1">
                <a:solidFill>
                  <a:srgbClr val="005293"/>
                </a:solidFill>
                <a:latin typeface="Arial"/>
                <a:ea typeface="Arial"/>
                <a:cs typeface="Arial"/>
              </a:defRPr>
            </a:lvl4pPr>
            <a:lvl5pPr>
              <a:buNone/>
              <a:defRPr sz="2325" b="1">
                <a:solidFill>
                  <a:srgbClr val="005293"/>
                </a:solidFill>
                <a:latin typeface="Arial"/>
                <a:ea typeface="Arial"/>
                <a:cs typeface="Arial"/>
              </a:defRPr>
            </a:lvl5pPr>
            <a:lvl6pPr>
              <a:buNone/>
              <a:defRPr sz="2325" b="1">
                <a:solidFill>
                  <a:srgbClr val="005293"/>
                </a:solidFill>
                <a:latin typeface="Arial"/>
                <a:ea typeface="Arial"/>
                <a:cs typeface="Arial"/>
              </a:defRPr>
            </a:lvl6pPr>
            <a:lvl7pPr>
              <a:buNone/>
              <a:defRPr sz="2325" b="1">
                <a:solidFill>
                  <a:srgbClr val="005293"/>
                </a:solidFill>
                <a:latin typeface="Arial"/>
                <a:ea typeface="Arial"/>
                <a:cs typeface="Arial"/>
              </a:defRPr>
            </a:lvl7pPr>
            <a:lvl8pPr>
              <a:buNone/>
              <a:defRPr sz="2325" b="1">
                <a:solidFill>
                  <a:srgbClr val="005293"/>
                </a:solidFill>
                <a:latin typeface="Arial"/>
                <a:ea typeface="Arial"/>
                <a:cs typeface="Arial"/>
              </a:defRPr>
            </a:lvl8pPr>
            <a:lvl9pPr>
              <a:buNone/>
              <a:defRPr sz="2325" b="1">
                <a:solidFill>
                  <a:srgbClr val="005293"/>
                </a:solidFill>
                <a:latin typeface="Arial"/>
                <a:ea typeface="Arial"/>
                <a:cs typeface="Arial"/>
              </a:defRPr>
            </a:lvl9pPr>
          </a:lstStyle>
          <a:p xmlns:a="http://schemas.openxmlformats.org/drawingml/2006/main">
            <a:pPr>
              <a:buNone/>
              <a:defRPr sz="2325" b="1">
                <a:solidFill>
                  <a:srgbClr val="005293"/>
                </a:solidFill>
                <a:latin typeface="Arial"/>
                <a:ea typeface="Arial"/>
                <a:cs typeface="Arial"/>
              </a:defRPr>
            </a:pPr>
            <a:r>
              <a:rPr sz="2325" b="1">
                <a:solidFill>
                  <a:srgbClr val="005293"/>
                </a:solidFill>
                <a:latin typeface="Arial"/>
                <a:ea typeface="Arial"/>
                <a:cs typeface="Arial"/>
              </a:rPr>
              <a:t>Gruppiere die Tupel nach allen n − 1 Positionen außer i.</a:t>
            </a:r>
          </a:p>
        </p:txBody>
      </p:sp>
      <p:graphicFrame>
        <p:nvGraphicFramePr>
          <p:cNvPr id="5" name="">
            <a:extLst xmlns:a="http://schemas.openxmlformats.org/drawingml/2006/main">
              <a:ext uri="{FF2B5EF4-FFF2-40B4-BE49-F238E27FC236}">
                <a16:creationId xmlns:a16="http://schemas.microsoft.com/office/drawing/2014/main" id="{35E34140-925B-4442-92D6-793F281DFEC9}"/>
              </a:ext>
            </a:extLst>
          </p:cNvPr>
          <p:cNvGraphicFramePr/>
          <p:nvPr/>
        </p:nvGraphicFramePr>
        <p:xfrm>
          <a:off xmlns:a="http://schemas.openxmlformats.org/drawingml/2006/main" x="609600" y="2333625"/>
          <a:ext xmlns:a="http://schemas.openxmlformats.org/drawingml/2006/main" cx="10972800" cy="2743200"/>
        </p:xfrm>
        <a:graphic xmlns:a="http://schemas.openxmlformats.org/drawingml/2006/main">
          <a:graphicData uri="http://schemas.openxmlformats.org/drawingml/2006/table">
            <a:tbl>
              <a:tblPr/>
              <a:tblGrid>
                <a:gridCol w="3333750"/>
                <a:gridCol w="5162550"/>
                <a:gridCol w="2476500"/>
              </a:tblGrid>
              <a:tr h="685800">
                <a:tc>
                  <a:txBody>
                    <a:bodyPr/>
                    <a:lstStyle/>
                    <a:p>
                      <a:r>
                        <a:rPr sz="2100" b="1">
                          <a:solidFill>
                            <a:srgbClr val="FFFFFF"/>
                          </a:solidFill>
                          <a:latin typeface="Arial"/>
                          <a:ea typeface="Arial"/>
                          <a:cs typeface="Arial"/>
                        </a:rPr>
                        <a:t>Feste Kombination q</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2100" b="1">
                          <a:solidFill>
                            <a:srgbClr val="FFFFFF"/>
                          </a:solidFill>
                          <a:latin typeface="Arial"/>
                          <a:ea typeface="Arial"/>
                          <a:cs typeface="Arial"/>
                        </a:rPr>
                        <a:t>Ergänzungen in Eᵢ</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2100" b="1">
                          <a:solidFill>
                            <a:srgbClr val="FFFFFF"/>
                          </a:solidFill>
                          <a:latin typeface="Arial"/>
                          <a:ea typeface="Arial"/>
                          <a:cs typeface="Arial"/>
                        </a:rPr>
                        <a:t>Anzahl</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685800">
                <a:tc>
                  <a:txBody>
                    <a:bodyPr/>
                    <a:lstStyle/>
                    <a:p>
                      <a:r>
                        <a:rPr sz="2100" b="0">
                          <a:solidFill>
                            <a:srgbClr val="202B33"/>
                          </a:solidFill>
                          <a:latin typeface="Arial"/>
                          <a:ea typeface="Arial"/>
                          <a:cs typeface="Arial"/>
                        </a:rPr>
                        <a:t>q₁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100" b="0">
                          <a:solidFill>
                            <a:srgbClr val="202B33"/>
                          </a:solidFill>
                          <a:latin typeface="Arial"/>
                          <a:ea typeface="Arial"/>
                          <a:cs typeface="Arial"/>
                        </a:rPr>
                        <a:t>{a₁, …, aₖ}</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100" b="0">
                          <a:solidFill>
                            <a:srgbClr val="202B33"/>
                          </a:solidFill>
                          <a:latin typeface="Arial"/>
                          <a:ea typeface="Arial"/>
                          <a:cs typeface="Arial"/>
                        </a:rPr>
                        <a:t>k</a:t>
                      </a:r>
                    </a:p>
                  </a:txBody>
                  <a:tcPr marL="95250" marR="66675" marT="28575" marB="28575" anchor="ctr">
                    <a:lnR w="6668">
                      <a:solidFill>
                        <a:srgbClr val="CBD8E1"/>
                      </a:solidFill>
                    </a:lnR>
                    <a:lnB w="6668">
                      <a:solidFill>
                        <a:srgbClr val="CBD8E1"/>
                      </a:solidFill>
                    </a:lnB>
                    <a:solidFill>
                      <a:srgbClr val="FFFFFF"/>
                    </a:solidFill>
                  </a:tcPr>
                </a:tc>
              </a:tr>
              <a:tr h="685800">
                <a:tc>
                  <a:txBody>
                    <a:bodyPr/>
                    <a:lstStyle/>
                    <a:p>
                      <a:r>
                        <a:rPr sz="2100" b="0">
                          <a:solidFill>
                            <a:srgbClr val="202B33"/>
                          </a:solidFill>
                          <a:latin typeface="Arial"/>
                          <a:ea typeface="Arial"/>
                          <a:cs typeface="Arial"/>
                        </a:rPr>
                        <a:t>q₂</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2100" b="0">
                          <a:solidFill>
                            <a:srgbClr val="202B33"/>
                          </a:solidFill>
                          <a:latin typeface="Arial"/>
                          <a:ea typeface="Arial"/>
                          <a:cs typeface="Arial"/>
                        </a:rPr>
                        <a:t>{b₁, …, bₖ₊₁}</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2100" b="0">
                          <a:solidFill>
                            <a:srgbClr val="202B33"/>
                          </a:solidFill>
                          <a:latin typeface="Arial"/>
                          <a:ea typeface="Arial"/>
                          <a:cs typeface="Arial"/>
                        </a:rPr>
                        <a:t>k + 1</a:t>
                      </a:r>
                    </a:p>
                  </a:txBody>
                  <a:tcPr marL="95250" marR="66675" marT="28575" marB="28575" anchor="ctr">
                    <a:lnR w="6668">
                      <a:solidFill>
                        <a:srgbClr val="CBD8E1"/>
                      </a:solidFill>
                    </a:lnR>
                    <a:lnB w="6668">
                      <a:solidFill>
                        <a:srgbClr val="CBD8E1"/>
                      </a:solidFill>
                    </a:lnB>
                    <a:solidFill>
                      <a:srgbClr val="EDF4F9"/>
                    </a:solidFill>
                  </a:tcPr>
                </a:tc>
              </a:tr>
              <a:tr h="685800">
                <a:tc>
                  <a:txBody>
                    <a:bodyPr/>
                    <a:lstStyle/>
                    <a:p>
                      <a:r>
                        <a:rPr sz="2100" b="0">
                          <a:solidFill>
                            <a:srgbClr val="202B33"/>
                          </a:solidFill>
                          <a:latin typeface="Arial"/>
                          <a:ea typeface="Arial"/>
                          <a:cs typeface="Arial"/>
                        </a:rPr>
                        <a:t>q₃</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100" b="0">
                          <a:solidFill>
                            <a:srgbClr val="202B33"/>
                          </a:solidFill>
                          <a:latin typeface="Arial"/>
                          <a:ea typeface="Arial"/>
                          <a:cs typeface="Arial"/>
                        </a:rPr>
                        <a:t>∅</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100" b="0">
                          <a:solidFill>
                            <a:srgbClr val="202B33"/>
                          </a:solidFill>
                          <a:latin typeface="Arial"/>
                          <a:ea typeface="Arial"/>
                          <a:cs typeface="Arial"/>
                        </a:rPr>
                        <a:t>0</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7F8FF9B9-B017-41F2-9D5C-409953D42379}"/>
              </a:ext>
            </a:extLst>
          </p:cNvPr>
          <p:cNvSpPr>
            <a:spLocks xmlns:a="http://schemas.openxmlformats.org/drawingml/2006/main" noGrp="1"/>
          </p:cNvSpPr>
          <p:nvPr/>
        </p:nvSpPr>
        <p:spPr>
          <a:xfrm xmlns:a="http://schemas.openxmlformats.org/drawingml/2006/main">
            <a:off x="609600" y="55054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5293"/>
                </a:solidFill>
                <a:latin typeface="Arial"/>
                <a:ea typeface="Arial"/>
                <a:cs typeface="Arial"/>
              </a:defRPr>
            </a:defPPr>
            <a:lvl1pPr>
              <a:buNone/>
              <a:defRPr sz="2175" b="1">
                <a:solidFill>
                  <a:srgbClr val="005293"/>
                </a:solidFill>
                <a:latin typeface="Arial"/>
                <a:ea typeface="Arial"/>
                <a:cs typeface="Arial"/>
              </a:defRPr>
            </a:lvl1pPr>
            <a:lvl2pPr>
              <a:buNone/>
              <a:defRPr sz="2175" b="1">
                <a:solidFill>
                  <a:srgbClr val="005293"/>
                </a:solidFill>
                <a:latin typeface="Arial"/>
                <a:ea typeface="Arial"/>
                <a:cs typeface="Arial"/>
              </a:defRPr>
            </a:lvl2pPr>
            <a:lvl3pPr>
              <a:buNone/>
              <a:defRPr sz="2175" b="1">
                <a:solidFill>
                  <a:srgbClr val="005293"/>
                </a:solidFill>
                <a:latin typeface="Arial"/>
                <a:ea typeface="Arial"/>
                <a:cs typeface="Arial"/>
              </a:defRPr>
            </a:lvl3pPr>
            <a:lvl4pPr>
              <a:buNone/>
              <a:defRPr sz="2175" b="1">
                <a:solidFill>
                  <a:srgbClr val="005293"/>
                </a:solidFill>
                <a:latin typeface="Arial"/>
                <a:ea typeface="Arial"/>
                <a:cs typeface="Arial"/>
              </a:defRPr>
            </a:lvl4pPr>
            <a:lvl5pPr>
              <a:buNone/>
              <a:defRPr sz="2175" b="1">
                <a:solidFill>
                  <a:srgbClr val="005293"/>
                </a:solidFill>
                <a:latin typeface="Arial"/>
                <a:ea typeface="Arial"/>
                <a:cs typeface="Arial"/>
              </a:defRPr>
            </a:lvl5pPr>
            <a:lvl6pPr>
              <a:buNone/>
              <a:defRPr sz="2175" b="1">
                <a:solidFill>
                  <a:srgbClr val="005293"/>
                </a:solidFill>
                <a:latin typeface="Arial"/>
                <a:ea typeface="Arial"/>
                <a:cs typeface="Arial"/>
              </a:defRPr>
            </a:lvl6pPr>
            <a:lvl7pPr>
              <a:buNone/>
              <a:defRPr sz="2175" b="1">
                <a:solidFill>
                  <a:srgbClr val="005293"/>
                </a:solidFill>
                <a:latin typeface="Arial"/>
                <a:ea typeface="Arial"/>
                <a:cs typeface="Arial"/>
              </a:defRPr>
            </a:lvl7pPr>
            <a:lvl8pPr>
              <a:buNone/>
              <a:defRPr sz="2175" b="1">
                <a:solidFill>
                  <a:srgbClr val="005293"/>
                </a:solidFill>
                <a:latin typeface="Arial"/>
                <a:ea typeface="Arial"/>
                <a:cs typeface="Arial"/>
              </a:defRPr>
            </a:lvl8pPr>
            <a:lvl9pPr>
              <a:buNone/>
              <a:defRPr sz="2175" b="1">
                <a:solidFill>
                  <a:srgbClr val="005293"/>
                </a:solidFill>
                <a:latin typeface="Arial"/>
                <a:ea typeface="Arial"/>
                <a:cs typeface="Arial"/>
              </a:defRPr>
            </a:lvl9pPr>
          </a:lstStyle>
          <a:p xmlns:a="http://schemas.openxmlformats.org/drawingml/2006/main">
            <a:pPr>
              <a:buNone/>
              <a:defRPr sz="2175" b="1">
                <a:solidFill>
                  <a:srgbClr val="005293"/>
                </a:solidFill>
                <a:latin typeface="Arial"/>
                <a:ea typeface="Arial"/>
                <a:cs typeface="Arial"/>
              </a:defRPr>
            </a:pPr>
            <a:r>
              <a:rPr sz="2175" b="1">
                <a:solidFill>
                  <a:srgbClr val="005293"/>
                </a:solidFill>
                <a:latin typeface="Arial"/>
                <a:ea typeface="Arial"/>
                <a:cs typeface="Arial"/>
              </a:rPr>
              <a:t>Bei Grenze k: q₁ und q₃ sind erlaubt, q₂ verletzt die Bedingung.</a:t>
            </a:r>
          </a:p>
        </p:txBody>
      </p:sp>
    </p:spTree>
    <p:extLst>
      <p:ext uri="{BB962C8B-B14F-4D97-AF65-F5344CB8AC3E}">
        <p14:creationId xmlns:p14="http://schemas.microsoft.com/office/powerpoint/2010/main" val="176127479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874B99B-88D5-4DAB-AE0E-6CA95B700334}"/>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Übersetzung in relationale Tabellen</a:t>
            </a:r>
          </a:p>
        </p:txBody>
      </p:sp>
      <p:sp>
        <p:nvSpPr>
          <p:cNvPr id="2" name="">
            <a:extLst xmlns:a="http://schemas.openxmlformats.org/drawingml/2006/main">
              <a:ext uri="{FF2B5EF4-FFF2-40B4-BE49-F238E27FC236}">
                <a16:creationId xmlns:a16="http://schemas.microsoft.com/office/drawing/2014/main" id="{73A8EF6E-647D-48C7-9A9F-848836C957FC}"/>
              </a:ext>
            </a:extLst>
          </p:cNvPr>
          <p:cNvSpPr>
            <a:spLocks xmlns:a="http://schemas.openxmlformats.org/drawingml/2006/main" noGrp="1"/>
          </p:cNvSpPr>
          <p:nvPr/>
        </p:nvSpPr>
        <p:spPr>
          <a:xfrm xmlns:a="http://schemas.openxmlformats.org/drawingml/2006/main">
            <a:off x="609600" y="64484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76926D1C-56C7-4981-91DA-766551E47370}"/>
              </a:ext>
            </a:extLst>
          </p:cNvPr>
          <p:cNvSpPr>
            <a:spLocks xmlns:a="http://schemas.openxmlformats.org/drawingml/2006/main" noGrp="1"/>
          </p:cNvSpPr>
          <p:nvPr/>
        </p:nvSpPr>
        <p:spPr>
          <a:xfrm xmlns:a="http://schemas.openxmlformats.org/drawingml/2006/main">
            <a:off x="609600" y="1381125"/>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400" b="1">
                <a:solidFill>
                  <a:srgbClr val="005293"/>
                </a:solidFill>
                <a:latin typeface="Arial"/>
                <a:ea typeface="Arial"/>
                <a:cs typeface="Arial"/>
              </a:defRPr>
            </a:defPPr>
            <a:lvl1pPr>
              <a:defRPr sz="2400" b="1">
                <a:solidFill>
                  <a:srgbClr val="005293"/>
                </a:solidFill>
                <a:latin typeface="Arial"/>
                <a:ea typeface="Arial"/>
                <a:cs typeface="Arial"/>
              </a:defRPr>
            </a:lvl1pPr>
            <a:lvl2pPr>
              <a:defRPr sz="2400" b="1">
                <a:solidFill>
                  <a:srgbClr val="005293"/>
                </a:solidFill>
                <a:latin typeface="Arial"/>
                <a:ea typeface="Arial"/>
                <a:cs typeface="Arial"/>
              </a:defRPr>
            </a:lvl2pPr>
            <a:lvl3pPr>
              <a:defRPr sz="2400" b="1">
                <a:solidFill>
                  <a:srgbClr val="005293"/>
                </a:solidFill>
                <a:latin typeface="Arial"/>
                <a:ea typeface="Arial"/>
                <a:cs typeface="Arial"/>
              </a:defRPr>
            </a:lvl3pPr>
            <a:lvl4pPr>
              <a:defRPr sz="2400" b="1">
                <a:solidFill>
                  <a:srgbClr val="005293"/>
                </a:solidFill>
                <a:latin typeface="Arial"/>
                <a:ea typeface="Arial"/>
                <a:cs typeface="Arial"/>
              </a:defRPr>
            </a:lvl4pPr>
            <a:lvl5pPr>
              <a:defRPr sz="2400" b="1">
                <a:solidFill>
                  <a:srgbClr val="005293"/>
                </a:solidFill>
                <a:latin typeface="Arial"/>
                <a:ea typeface="Arial"/>
                <a:cs typeface="Arial"/>
              </a:defRPr>
            </a:lvl5pPr>
            <a:lvl6pPr>
              <a:defRPr sz="2400" b="1">
                <a:solidFill>
                  <a:srgbClr val="005293"/>
                </a:solidFill>
                <a:latin typeface="Arial"/>
                <a:ea typeface="Arial"/>
                <a:cs typeface="Arial"/>
              </a:defRPr>
            </a:lvl6pPr>
            <a:lvl7pPr>
              <a:defRPr sz="2400" b="1">
                <a:solidFill>
                  <a:srgbClr val="005293"/>
                </a:solidFill>
                <a:latin typeface="Arial"/>
                <a:ea typeface="Arial"/>
                <a:cs typeface="Arial"/>
              </a:defRPr>
            </a:lvl7pPr>
            <a:lvl8pPr>
              <a:defRPr sz="2400" b="1">
                <a:solidFill>
                  <a:srgbClr val="005293"/>
                </a:solidFill>
                <a:latin typeface="Arial"/>
                <a:ea typeface="Arial"/>
                <a:cs typeface="Arial"/>
              </a:defRPr>
            </a:lvl8pPr>
            <a:lvl9pPr>
              <a:defRPr sz="2400" b="1">
                <a:solidFill>
                  <a:srgbClr val="005293"/>
                </a:solidFill>
                <a:latin typeface="Arial"/>
                <a:ea typeface="Arial"/>
                <a:cs typeface="Arial"/>
              </a:defRPr>
            </a:lvl9pPr>
          </a:lstStyle>
          <a:p xmlns:a="http://schemas.openxmlformats.org/drawingml/2006/main">
            <a:pPr>
              <a:defRPr sz="2400" b="1">
                <a:solidFill>
                  <a:srgbClr val="005293"/>
                </a:solidFill>
                <a:latin typeface="Arial"/>
                <a:ea typeface="Arial"/>
                <a:cs typeface="Arial"/>
              </a:defRPr>
            </a:pPr>
            <a:r>
              <a:rPr sz="2400" b="1">
                <a:solidFill>
                  <a:srgbClr val="005293"/>
                </a:solidFill>
                <a:latin typeface="Arial"/>
                <a:ea typeface="Arial"/>
                <a:cs typeface="Arial"/>
              </a:rPr>
              <a:t>1. Jeder Entitytyp wird eine Tabelle.</a:t>
            </a:r>
          </a:p>
        </p:txBody>
      </p:sp>
      <p:sp>
        <p:nvSpPr>
          <p:cNvPr id="4" name="">
            <a:extLst xmlns:a="http://schemas.openxmlformats.org/drawingml/2006/main">
              <a:ext uri="{FF2B5EF4-FFF2-40B4-BE49-F238E27FC236}">
                <a16:creationId xmlns:a16="http://schemas.microsoft.com/office/drawing/2014/main" id="{7A44B6D7-87B8-4C03-AA74-4F12BCF64AD3}"/>
              </a:ext>
            </a:extLst>
          </p:cNvPr>
          <p:cNvSpPr>
            <a:spLocks xmlns:a="http://schemas.openxmlformats.org/drawingml/2006/main" noGrp="1"/>
          </p:cNvSpPr>
          <p:nvPr/>
        </p:nvSpPr>
        <p:spPr>
          <a:xfrm xmlns:a="http://schemas.openxmlformats.org/drawingml/2006/main">
            <a:off x="609600" y="1952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6313B"/>
                </a:solidFill>
                <a:latin typeface="Arial"/>
                <a:ea typeface="Arial"/>
                <a:cs typeface="Arial"/>
              </a:defRPr>
            </a:defPPr>
            <a:lvl1pPr>
              <a:defRPr sz="2100" b="0">
                <a:solidFill>
                  <a:srgbClr val="26313B"/>
                </a:solidFill>
                <a:latin typeface="Arial"/>
                <a:ea typeface="Arial"/>
                <a:cs typeface="Arial"/>
              </a:defRPr>
            </a:lvl1pPr>
            <a:lvl2pPr>
              <a:defRPr sz="2100" b="0">
                <a:solidFill>
                  <a:srgbClr val="26313B"/>
                </a:solidFill>
                <a:latin typeface="Arial"/>
                <a:ea typeface="Arial"/>
                <a:cs typeface="Arial"/>
              </a:defRPr>
            </a:lvl2pPr>
            <a:lvl3pPr>
              <a:defRPr sz="2100" b="0">
                <a:solidFill>
                  <a:srgbClr val="26313B"/>
                </a:solidFill>
                <a:latin typeface="Arial"/>
                <a:ea typeface="Arial"/>
                <a:cs typeface="Arial"/>
              </a:defRPr>
            </a:lvl3pPr>
            <a:lvl4pPr>
              <a:defRPr sz="2100" b="0">
                <a:solidFill>
                  <a:srgbClr val="26313B"/>
                </a:solidFill>
                <a:latin typeface="Arial"/>
                <a:ea typeface="Arial"/>
                <a:cs typeface="Arial"/>
              </a:defRPr>
            </a:lvl4pPr>
            <a:lvl5pPr>
              <a:defRPr sz="2100" b="0">
                <a:solidFill>
                  <a:srgbClr val="26313B"/>
                </a:solidFill>
                <a:latin typeface="Arial"/>
                <a:ea typeface="Arial"/>
                <a:cs typeface="Arial"/>
              </a:defRPr>
            </a:lvl5pPr>
            <a:lvl6pPr>
              <a:defRPr sz="2100" b="0">
                <a:solidFill>
                  <a:srgbClr val="26313B"/>
                </a:solidFill>
                <a:latin typeface="Arial"/>
                <a:ea typeface="Arial"/>
                <a:cs typeface="Arial"/>
              </a:defRPr>
            </a:lvl6pPr>
            <a:lvl7pPr>
              <a:defRPr sz="2100" b="0">
                <a:solidFill>
                  <a:srgbClr val="26313B"/>
                </a:solidFill>
                <a:latin typeface="Arial"/>
                <a:ea typeface="Arial"/>
                <a:cs typeface="Arial"/>
              </a:defRPr>
            </a:lvl7pPr>
            <a:lvl8pPr>
              <a:defRPr sz="2100" b="0">
                <a:solidFill>
                  <a:srgbClr val="26313B"/>
                </a:solidFill>
                <a:latin typeface="Arial"/>
                <a:ea typeface="Arial"/>
                <a:cs typeface="Arial"/>
              </a:defRPr>
            </a:lvl8pPr>
            <a:lvl9pPr>
              <a:defRPr sz="2100" b="0">
                <a:solidFill>
                  <a:srgbClr val="26313B"/>
                </a:solidFill>
                <a:latin typeface="Arial"/>
                <a:ea typeface="Arial"/>
                <a:cs typeface="Arial"/>
              </a:defRPr>
            </a:lvl9pPr>
          </a:lstStyle>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Attribute werden Spalten; der gewählte Entityschlüssel wird Primärschlüssel.</a:t>
            </a:r>
          </a:p>
        </p:txBody>
      </p:sp>
      <p:sp>
        <p:nvSpPr>
          <p:cNvPr id="5" name="">
            <a:extLst xmlns:a="http://schemas.openxmlformats.org/drawingml/2006/main">
              <a:ext uri="{FF2B5EF4-FFF2-40B4-BE49-F238E27FC236}">
                <a16:creationId xmlns:a16="http://schemas.microsoft.com/office/drawing/2014/main" id="{284174D3-DDB7-47A9-84EA-0416EE7C81D4}"/>
              </a:ext>
            </a:extLst>
          </p:cNvPr>
          <p:cNvSpPr>
            <a:spLocks xmlns:a="http://schemas.openxmlformats.org/drawingml/2006/main" noGrp="1"/>
          </p:cNvSpPr>
          <p:nvPr/>
        </p:nvSpPr>
        <p:spPr>
          <a:xfrm xmlns:a="http://schemas.openxmlformats.org/drawingml/2006/main">
            <a:off x="609600" y="285750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400" b="1">
                <a:solidFill>
                  <a:srgbClr val="005293"/>
                </a:solidFill>
                <a:latin typeface="Arial"/>
                <a:ea typeface="Arial"/>
                <a:cs typeface="Arial"/>
              </a:defRPr>
            </a:defPPr>
            <a:lvl1pPr>
              <a:defRPr sz="2400" b="1">
                <a:solidFill>
                  <a:srgbClr val="005293"/>
                </a:solidFill>
                <a:latin typeface="Arial"/>
                <a:ea typeface="Arial"/>
                <a:cs typeface="Arial"/>
              </a:defRPr>
            </a:lvl1pPr>
            <a:lvl2pPr>
              <a:defRPr sz="2400" b="1">
                <a:solidFill>
                  <a:srgbClr val="005293"/>
                </a:solidFill>
                <a:latin typeface="Arial"/>
                <a:ea typeface="Arial"/>
                <a:cs typeface="Arial"/>
              </a:defRPr>
            </a:lvl2pPr>
            <a:lvl3pPr>
              <a:defRPr sz="2400" b="1">
                <a:solidFill>
                  <a:srgbClr val="005293"/>
                </a:solidFill>
                <a:latin typeface="Arial"/>
                <a:ea typeface="Arial"/>
                <a:cs typeface="Arial"/>
              </a:defRPr>
            </a:lvl3pPr>
            <a:lvl4pPr>
              <a:defRPr sz="2400" b="1">
                <a:solidFill>
                  <a:srgbClr val="005293"/>
                </a:solidFill>
                <a:latin typeface="Arial"/>
                <a:ea typeface="Arial"/>
                <a:cs typeface="Arial"/>
              </a:defRPr>
            </a:lvl4pPr>
            <a:lvl5pPr>
              <a:defRPr sz="2400" b="1">
                <a:solidFill>
                  <a:srgbClr val="005293"/>
                </a:solidFill>
                <a:latin typeface="Arial"/>
                <a:ea typeface="Arial"/>
                <a:cs typeface="Arial"/>
              </a:defRPr>
            </a:lvl5pPr>
            <a:lvl6pPr>
              <a:defRPr sz="2400" b="1">
                <a:solidFill>
                  <a:srgbClr val="005293"/>
                </a:solidFill>
                <a:latin typeface="Arial"/>
                <a:ea typeface="Arial"/>
                <a:cs typeface="Arial"/>
              </a:defRPr>
            </a:lvl6pPr>
            <a:lvl7pPr>
              <a:defRPr sz="2400" b="1">
                <a:solidFill>
                  <a:srgbClr val="005293"/>
                </a:solidFill>
                <a:latin typeface="Arial"/>
                <a:ea typeface="Arial"/>
                <a:cs typeface="Arial"/>
              </a:defRPr>
            </a:lvl7pPr>
            <a:lvl8pPr>
              <a:defRPr sz="2400" b="1">
                <a:solidFill>
                  <a:srgbClr val="005293"/>
                </a:solidFill>
                <a:latin typeface="Arial"/>
                <a:ea typeface="Arial"/>
                <a:cs typeface="Arial"/>
              </a:defRPr>
            </a:lvl8pPr>
            <a:lvl9pPr>
              <a:defRPr sz="2400" b="1">
                <a:solidFill>
                  <a:srgbClr val="005293"/>
                </a:solidFill>
                <a:latin typeface="Arial"/>
                <a:ea typeface="Arial"/>
                <a:cs typeface="Arial"/>
              </a:defRPr>
            </a:lvl9pPr>
          </a:lstStyle>
          <a:p xmlns:a="http://schemas.openxmlformats.org/drawingml/2006/main">
            <a:pPr>
              <a:defRPr sz="2400" b="1">
                <a:solidFill>
                  <a:srgbClr val="005293"/>
                </a:solidFill>
                <a:latin typeface="Arial"/>
                <a:ea typeface="Arial"/>
                <a:cs typeface="Arial"/>
              </a:defRPr>
            </a:pPr>
            <a:r>
              <a:rPr sz="2400" b="1">
                <a:solidFill>
                  <a:srgbClr val="005293"/>
                </a:solidFill>
                <a:latin typeface="Arial"/>
                <a:ea typeface="Arial"/>
                <a:cs typeface="Arial"/>
              </a:rPr>
              <a:t>2. Jeder Beziehungstyp erhält zunächst eine eigene Tabelle.</a:t>
            </a:r>
          </a:p>
        </p:txBody>
      </p:sp>
      <p:sp>
        <p:nvSpPr>
          <p:cNvPr id="6" name="">
            <a:extLst xmlns:a="http://schemas.openxmlformats.org/drawingml/2006/main">
              <a:ext uri="{FF2B5EF4-FFF2-40B4-BE49-F238E27FC236}">
                <a16:creationId xmlns:a16="http://schemas.microsoft.com/office/drawing/2014/main" id="{3E0C62F7-C44F-4F4E-BDB2-9B8157F5FDD1}"/>
              </a:ext>
            </a:extLst>
          </p:cNvPr>
          <p:cNvSpPr>
            <a:spLocks xmlns:a="http://schemas.openxmlformats.org/drawingml/2006/main" noGrp="1"/>
          </p:cNvSpPr>
          <p:nvPr/>
        </p:nvSpPr>
        <p:spPr>
          <a:xfrm xmlns:a="http://schemas.openxmlformats.org/drawingml/2006/main">
            <a:off x="609600" y="34290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6313B"/>
                </a:solidFill>
                <a:latin typeface="Arial"/>
                <a:ea typeface="Arial"/>
                <a:cs typeface="Arial"/>
              </a:defRPr>
            </a:defPPr>
            <a:lvl1pPr>
              <a:defRPr sz="2100" b="0">
                <a:solidFill>
                  <a:srgbClr val="26313B"/>
                </a:solidFill>
                <a:latin typeface="Arial"/>
                <a:ea typeface="Arial"/>
                <a:cs typeface="Arial"/>
              </a:defRPr>
            </a:lvl1pPr>
            <a:lvl2pPr>
              <a:defRPr sz="2100" b="0">
                <a:solidFill>
                  <a:srgbClr val="26313B"/>
                </a:solidFill>
                <a:latin typeface="Arial"/>
                <a:ea typeface="Arial"/>
                <a:cs typeface="Arial"/>
              </a:defRPr>
            </a:lvl2pPr>
            <a:lvl3pPr>
              <a:defRPr sz="2100" b="0">
                <a:solidFill>
                  <a:srgbClr val="26313B"/>
                </a:solidFill>
                <a:latin typeface="Arial"/>
                <a:ea typeface="Arial"/>
                <a:cs typeface="Arial"/>
              </a:defRPr>
            </a:lvl3pPr>
            <a:lvl4pPr>
              <a:defRPr sz="2100" b="0">
                <a:solidFill>
                  <a:srgbClr val="26313B"/>
                </a:solidFill>
                <a:latin typeface="Arial"/>
                <a:ea typeface="Arial"/>
                <a:cs typeface="Arial"/>
              </a:defRPr>
            </a:lvl4pPr>
            <a:lvl5pPr>
              <a:defRPr sz="2100" b="0">
                <a:solidFill>
                  <a:srgbClr val="26313B"/>
                </a:solidFill>
                <a:latin typeface="Arial"/>
                <a:ea typeface="Arial"/>
                <a:cs typeface="Arial"/>
              </a:defRPr>
            </a:lvl5pPr>
            <a:lvl6pPr>
              <a:defRPr sz="2100" b="0">
                <a:solidFill>
                  <a:srgbClr val="26313B"/>
                </a:solidFill>
                <a:latin typeface="Arial"/>
                <a:ea typeface="Arial"/>
                <a:cs typeface="Arial"/>
              </a:defRPr>
            </a:lvl6pPr>
            <a:lvl7pPr>
              <a:defRPr sz="2100" b="0">
                <a:solidFill>
                  <a:srgbClr val="26313B"/>
                </a:solidFill>
                <a:latin typeface="Arial"/>
                <a:ea typeface="Arial"/>
                <a:cs typeface="Arial"/>
              </a:defRPr>
            </a:lvl7pPr>
            <a:lvl8pPr>
              <a:defRPr sz="2100" b="0">
                <a:solidFill>
                  <a:srgbClr val="26313B"/>
                </a:solidFill>
                <a:latin typeface="Arial"/>
                <a:ea typeface="Arial"/>
                <a:cs typeface="Arial"/>
              </a:defRPr>
            </a:lvl8pPr>
            <a:lvl9pPr>
              <a:defRPr sz="2100" b="0">
                <a:solidFill>
                  <a:srgbClr val="26313B"/>
                </a:solidFill>
                <a:latin typeface="Arial"/>
                <a:ea typeface="Arial"/>
                <a:cs typeface="Arial"/>
              </a:defRPr>
            </a:lvl9pPr>
          </a:lstStyle>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Alle beteiligten Primärschlüssel als Fremdschlüssel übernehmen;</a:t>
            </a:r>
          </a:p>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Beziehungsattribute ergänzen. Funktionalitäten bestimmen den Schlüssel.</a:t>
            </a:r>
          </a:p>
        </p:txBody>
      </p:sp>
      <p:sp>
        <p:nvSpPr>
          <p:cNvPr id="7" name="">
            <a:extLst xmlns:a="http://schemas.openxmlformats.org/drawingml/2006/main">
              <a:ext uri="{FF2B5EF4-FFF2-40B4-BE49-F238E27FC236}">
                <a16:creationId xmlns:a16="http://schemas.microsoft.com/office/drawing/2014/main" id="{F2F995B1-079F-405F-ADFC-77C73EC4768C}"/>
              </a:ext>
            </a:extLst>
          </p:cNvPr>
          <p:cNvSpPr>
            <a:spLocks xmlns:a="http://schemas.openxmlformats.org/drawingml/2006/main" noGrp="1"/>
          </p:cNvSpPr>
          <p:nvPr/>
        </p:nvSpPr>
        <p:spPr>
          <a:xfrm xmlns:a="http://schemas.openxmlformats.org/drawingml/2006/main">
            <a:off x="609600" y="452437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325" b="1">
                <a:solidFill>
                  <a:srgbClr val="005293"/>
                </a:solidFill>
                <a:latin typeface="Arial"/>
                <a:ea typeface="Arial"/>
                <a:cs typeface="Arial"/>
              </a:defRPr>
            </a:defPPr>
            <a:lvl1pPr>
              <a:defRPr sz="2325" b="1">
                <a:solidFill>
                  <a:srgbClr val="005293"/>
                </a:solidFill>
                <a:latin typeface="Arial"/>
                <a:ea typeface="Arial"/>
                <a:cs typeface="Arial"/>
              </a:defRPr>
            </a:lvl1pPr>
            <a:lvl2pPr>
              <a:defRPr sz="2325" b="1">
                <a:solidFill>
                  <a:srgbClr val="005293"/>
                </a:solidFill>
                <a:latin typeface="Arial"/>
                <a:ea typeface="Arial"/>
                <a:cs typeface="Arial"/>
              </a:defRPr>
            </a:lvl2pPr>
            <a:lvl3pPr>
              <a:defRPr sz="2325" b="1">
                <a:solidFill>
                  <a:srgbClr val="005293"/>
                </a:solidFill>
                <a:latin typeface="Arial"/>
                <a:ea typeface="Arial"/>
                <a:cs typeface="Arial"/>
              </a:defRPr>
            </a:lvl3pPr>
            <a:lvl4pPr>
              <a:defRPr sz="2325" b="1">
                <a:solidFill>
                  <a:srgbClr val="005293"/>
                </a:solidFill>
                <a:latin typeface="Arial"/>
                <a:ea typeface="Arial"/>
                <a:cs typeface="Arial"/>
              </a:defRPr>
            </a:lvl4pPr>
            <a:lvl5pPr>
              <a:defRPr sz="2325" b="1">
                <a:solidFill>
                  <a:srgbClr val="005293"/>
                </a:solidFill>
                <a:latin typeface="Arial"/>
                <a:ea typeface="Arial"/>
                <a:cs typeface="Arial"/>
              </a:defRPr>
            </a:lvl5pPr>
            <a:lvl6pPr>
              <a:defRPr sz="2325" b="1">
                <a:solidFill>
                  <a:srgbClr val="005293"/>
                </a:solidFill>
                <a:latin typeface="Arial"/>
                <a:ea typeface="Arial"/>
                <a:cs typeface="Arial"/>
              </a:defRPr>
            </a:lvl6pPr>
            <a:lvl7pPr>
              <a:defRPr sz="2325" b="1">
                <a:solidFill>
                  <a:srgbClr val="005293"/>
                </a:solidFill>
                <a:latin typeface="Arial"/>
                <a:ea typeface="Arial"/>
                <a:cs typeface="Arial"/>
              </a:defRPr>
            </a:lvl7pPr>
            <a:lvl8pPr>
              <a:defRPr sz="2325" b="1">
                <a:solidFill>
                  <a:srgbClr val="005293"/>
                </a:solidFill>
                <a:latin typeface="Arial"/>
                <a:ea typeface="Arial"/>
                <a:cs typeface="Arial"/>
              </a:defRPr>
            </a:lvl8pPr>
            <a:lvl9pPr>
              <a:defRPr sz="2325" b="1">
                <a:solidFill>
                  <a:srgbClr val="005293"/>
                </a:solidFill>
                <a:latin typeface="Arial"/>
                <a:ea typeface="Arial"/>
                <a:cs typeface="Arial"/>
              </a:defRPr>
            </a:lvl9pPr>
          </a:lstStyle>
          <a:p xmlns:a="http://schemas.openxmlformats.org/drawingml/2006/main">
            <a:pPr>
              <a:defRPr sz="2325" b="1">
                <a:solidFill>
                  <a:srgbClr val="005293"/>
                </a:solidFill>
                <a:latin typeface="Arial"/>
                <a:ea typeface="Arial"/>
                <a:cs typeface="Arial"/>
              </a:defRPr>
            </a:pPr>
            <a:r>
              <a:rPr sz="2325" b="1">
                <a:solidFill>
                  <a:srgbClr val="005293"/>
                </a:solidFill>
                <a:latin typeface="Arial"/>
                <a:ea typeface="Arial"/>
                <a:cs typeface="Arial"/>
              </a:rPr>
              <a:t>3. Tabellen mit demselben Schlüssel gegebenenfalls zusammenfassen.</a:t>
            </a:r>
          </a:p>
        </p:txBody>
      </p:sp>
      <p:sp>
        <p:nvSpPr>
          <p:cNvPr id="8" name="">
            <a:extLst xmlns:a="http://schemas.openxmlformats.org/drawingml/2006/main">
              <a:ext uri="{FF2B5EF4-FFF2-40B4-BE49-F238E27FC236}">
                <a16:creationId xmlns:a16="http://schemas.microsoft.com/office/drawing/2014/main" id="{7EDC9B0E-1C68-4871-A8CA-EE3E6543D98A}"/>
              </a:ext>
            </a:extLst>
          </p:cNvPr>
          <p:cNvSpPr>
            <a:spLocks xmlns:a="http://schemas.openxmlformats.org/drawingml/2006/main" noGrp="1"/>
          </p:cNvSpPr>
          <p:nvPr/>
        </p:nvSpPr>
        <p:spPr>
          <a:xfrm xmlns:a="http://schemas.openxmlformats.org/drawingml/2006/main">
            <a:off x="609600" y="5429250"/>
            <a:ext cx="10972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26313B"/>
                </a:solidFill>
                <a:latin typeface="Arial"/>
                <a:ea typeface="Arial"/>
                <a:cs typeface="Arial"/>
              </a:defRPr>
            </a:defPPr>
            <a:lvl1pPr>
              <a:defRPr sz="2175" b="0">
                <a:solidFill>
                  <a:srgbClr val="26313B"/>
                </a:solidFill>
                <a:latin typeface="Arial"/>
                <a:ea typeface="Arial"/>
                <a:cs typeface="Arial"/>
              </a:defRPr>
            </a:lvl1pPr>
            <a:lvl2pPr>
              <a:defRPr sz="2175" b="0">
                <a:solidFill>
                  <a:srgbClr val="26313B"/>
                </a:solidFill>
                <a:latin typeface="Arial"/>
                <a:ea typeface="Arial"/>
                <a:cs typeface="Arial"/>
              </a:defRPr>
            </a:lvl2pPr>
            <a:lvl3pPr>
              <a:defRPr sz="2175" b="0">
                <a:solidFill>
                  <a:srgbClr val="26313B"/>
                </a:solidFill>
                <a:latin typeface="Arial"/>
                <a:ea typeface="Arial"/>
                <a:cs typeface="Arial"/>
              </a:defRPr>
            </a:lvl3pPr>
            <a:lvl4pPr>
              <a:defRPr sz="2175" b="0">
                <a:solidFill>
                  <a:srgbClr val="26313B"/>
                </a:solidFill>
                <a:latin typeface="Arial"/>
                <a:ea typeface="Arial"/>
                <a:cs typeface="Arial"/>
              </a:defRPr>
            </a:lvl4pPr>
            <a:lvl5pPr>
              <a:defRPr sz="2175" b="0">
                <a:solidFill>
                  <a:srgbClr val="26313B"/>
                </a:solidFill>
                <a:latin typeface="Arial"/>
                <a:ea typeface="Arial"/>
                <a:cs typeface="Arial"/>
              </a:defRPr>
            </a:lvl5pPr>
            <a:lvl6pPr>
              <a:defRPr sz="2175" b="0">
                <a:solidFill>
                  <a:srgbClr val="26313B"/>
                </a:solidFill>
                <a:latin typeface="Arial"/>
                <a:ea typeface="Arial"/>
                <a:cs typeface="Arial"/>
              </a:defRPr>
            </a:lvl6pPr>
            <a:lvl7pPr>
              <a:defRPr sz="2175" b="0">
                <a:solidFill>
                  <a:srgbClr val="26313B"/>
                </a:solidFill>
                <a:latin typeface="Arial"/>
                <a:ea typeface="Arial"/>
                <a:cs typeface="Arial"/>
              </a:defRPr>
            </a:lvl7pPr>
            <a:lvl8pPr>
              <a:defRPr sz="2175" b="0">
                <a:solidFill>
                  <a:srgbClr val="26313B"/>
                </a:solidFill>
                <a:latin typeface="Arial"/>
                <a:ea typeface="Arial"/>
                <a:cs typeface="Arial"/>
              </a:defRPr>
            </a:lvl8pPr>
            <a:lvl9pPr>
              <a:defRPr sz="2175" b="0">
                <a:solidFill>
                  <a:srgbClr val="26313B"/>
                </a:solidFill>
                <a:latin typeface="Arial"/>
                <a:ea typeface="Arial"/>
                <a:cs typeface="Arial"/>
              </a:defRPr>
            </a:lvl9pPr>
          </a:lstStyle>
          <a:p xmlns:a="http://schemas.openxmlformats.org/drawingml/2006/main">
            <a:pPr>
              <a:defRPr sz="2175" b="0">
                <a:solidFill>
                  <a:srgbClr val="26313B"/>
                </a:solidFill>
                <a:latin typeface="Arial"/>
                <a:ea typeface="Arial"/>
                <a:cs typeface="Arial"/>
              </a:defRPr>
            </a:pPr>
            <a:r>
              <a:rPr sz="2175" b="0">
                <a:solidFill>
                  <a:srgbClr val="26313B"/>
                </a:solidFill>
                <a:latin typeface="Arial"/>
                <a:ea typeface="Arial"/>
                <a:cs typeface="Arial"/>
              </a:rPr>
              <a:t>Ungekürzt = getrennte Tabellen. Gekürzt = vereinfachtes Schema.</a:t>
            </a:r>
          </a:p>
        </p:txBody>
      </p:sp>
      <p:sp>
        <p:nvSpPr>
          <p:cNvPr id="9" name="">
            <a:extLst xmlns:a="http://schemas.openxmlformats.org/drawingml/2006/main">
              <a:ext uri="{FF2B5EF4-FFF2-40B4-BE49-F238E27FC236}">
                <a16:creationId xmlns:a16="http://schemas.microsoft.com/office/drawing/2014/main" id="{1D23A65B-94F4-456D-8FCA-57DAF7C4CC90}"/>
              </a:ext>
            </a:extLst>
          </p:cNvPr>
          <p:cNvSpPr>
            <a:spLocks xmlns:a="http://schemas.openxmlformats.org/drawingml/2006/main" noGrp="1"/>
          </p:cNvSpPr>
          <p:nvPr/>
        </p:nvSpPr>
        <p:spPr>
          <a:xfrm xmlns:a="http://schemas.openxmlformats.org/drawingml/2006/main">
            <a:off x="11144250" y="644842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14</a:t>
            </a:r>
          </a:p>
        </p:txBody>
      </p:sp>
    </p:spTree>
    <p:extLst>
      <p:ext uri="{BB962C8B-B14F-4D97-AF65-F5344CB8AC3E}">
        <p14:creationId xmlns:p14="http://schemas.microsoft.com/office/powerpoint/2010/main" val="209157173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EE04603-63FE-452D-AEE8-965E80B8D396}"/>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Schlüssel einer n-stelligen Beziehung</a:t>
            </a:r>
          </a:p>
        </p:txBody>
      </p:sp>
      <p:sp>
        <p:nvSpPr>
          <p:cNvPr id="2" name="">
            <a:extLst xmlns:a="http://schemas.openxmlformats.org/drawingml/2006/main">
              <a:ext uri="{FF2B5EF4-FFF2-40B4-BE49-F238E27FC236}">
                <a16:creationId xmlns:a16="http://schemas.microsoft.com/office/drawing/2014/main" id="{F6E0FAD5-B734-4D65-A08A-517BEB487D3D}"/>
              </a:ext>
            </a:extLst>
          </p:cNvPr>
          <p:cNvSpPr>
            <a:spLocks xmlns:a="http://schemas.openxmlformats.org/drawingml/2006/main" noGrp="1"/>
          </p:cNvSpPr>
          <p:nvPr/>
        </p:nvSpPr>
        <p:spPr>
          <a:xfrm xmlns:a="http://schemas.openxmlformats.org/drawingml/2006/main">
            <a:off x="609600" y="64484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6A6B59CE-AE78-4D8D-A83F-2B0317567DFD}"/>
              </a:ext>
            </a:extLst>
          </p:cNvPr>
          <p:cNvSpPr>
            <a:spLocks xmlns:a="http://schemas.openxmlformats.org/drawingml/2006/main" noGrp="1"/>
          </p:cNvSpPr>
          <p:nvPr/>
        </p:nvSpPr>
        <p:spPr>
          <a:xfrm xmlns:a="http://schemas.openxmlformats.org/drawingml/2006/main">
            <a:off x="609600" y="138112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005293"/>
                </a:solidFill>
                <a:latin typeface="Arial"/>
                <a:ea typeface="Arial"/>
                <a:cs typeface="Arial"/>
              </a:defRPr>
            </a:defPPr>
            <a:lvl1pPr>
              <a:defRPr sz="2175" b="0">
                <a:solidFill>
                  <a:srgbClr val="005293"/>
                </a:solidFill>
                <a:latin typeface="Arial"/>
                <a:ea typeface="Arial"/>
                <a:cs typeface="Arial"/>
              </a:defRPr>
            </a:lvl1pPr>
            <a:lvl2pPr>
              <a:defRPr sz="2175" b="0">
                <a:solidFill>
                  <a:srgbClr val="005293"/>
                </a:solidFill>
                <a:latin typeface="Arial"/>
                <a:ea typeface="Arial"/>
                <a:cs typeface="Arial"/>
              </a:defRPr>
            </a:lvl2pPr>
            <a:lvl3pPr>
              <a:defRPr sz="2175" b="0">
                <a:solidFill>
                  <a:srgbClr val="005293"/>
                </a:solidFill>
                <a:latin typeface="Arial"/>
                <a:ea typeface="Arial"/>
                <a:cs typeface="Arial"/>
              </a:defRPr>
            </a:lvl3pPr>
            <a:lvl4pPr>
              <a:defRPr sz="2175" b="0">
                <a:solidFill>
                  <a:srgbClr val="005293"/>
                </a:solidFill>
                <a:latin typeface="Arial"/>
                <a:ea typeface="Arial"/>
                <a:cs typeface="Arial"/>
              </a:defRPr>
            </a:lvl4pPr>
            <a:lvl5pPr>
              <a:defRPr sz="2175" b="0">
                <a:solidFill>
                  <a:srgbClr val="005293"/>
                </a:solidFill>
                <a:latin typeface="Arial"/>
                <a:ea typeface="Arial"/>
                <a:cs typeface="Arial"/>
              </a:defRPr>
            </a:lvl5pPr>
            <a:lvl6pPr>
              <a:defRPr sz="2175" b="0">
                <a:solidFill>
                  <a:srgbClr val="005293"/>
                </a:solidFill>
                <a:latin typeface="Arial"/>
                <a:ea typeface="Arial"/>
                <a:cs typeface="Arial"/>
              </a:defRPr>
            </a:lvl6pPr>
            <a:lvl7pPr>
              <a:defRPr sz="2175" b="0">
                <a:solidFill>
                  <a:srgbClr val="005293"/>
                </a:solidFill>
                <a:latin typeface="Arial"/>
                <a:ea typeface="Arial"/>
                <a:cs typeface="Arial"/>
              </a:defRPr>
            </a:lvl7pPr>
            <a:lvl8pPr>
              <a:defRPr sz="2175" b="0">
                <a:solidFill>
                  <a:srgbClr val="005293"/>
                </a:solidFill>
                <a:latin typeface="Arial"/>
                <a:ea typeface="Arial"/>
                <a:cs typeface="Arial"/>
              </a:defRPr>
            </a:lvl8pPr>
            <a:lvl9pPr>
              <a:defRPr sz="2175" b="0">
                <a:solidFill>
                  <a:srgbClr val="005293"/>
                </a:solidFill>
                <a:latin typeface="Arial"/>
                <a:ea typeface="Arial"/>
                <a:cs typeface="Arial"/>
              </a:defRPr>
            </a:lvl9pPr>
          </a:lstStyle>
          <a:p xmlns:a="http://schemas.openxmlformats.org/drawingml/2006/main">
            <a:pPr>
              <a:defRPr sz="2175" b="0">
                <a:solidFill>
                  <a:srgbClr val="005293"/>
                </a:solidFill>
                <a:latin typeface="Arial"/>
                <a:ea typeface="Arial"/>
                <a:cs typeface="Arial"/>
              </a:defRPr>
            </a:pPr>
            <a:r>
              <a:t>R(</a:t>
            </a:r>
            <a:r>
              <a:t>K₁</a:t>
            </a:r>
            <a:r>
              <a:t>, </a:t>
            </a:r>
            <a:r>
              <a:t>…</a:t>
            </a:r>
            <a:r>
              <a:t>, </a:t>
            </a:r>
            <a:r>
              <a:t>Kₙ</a:t>
            </a:r>
            <a:r>
              <a:t>, </a:t>
            </a:r>
            <a:r>
              <a:t>B₁</a:t>
            </a:r>
            <a:r>
              <a:t>, </a:t>
            </a:r>
            <a:r>
              <a:t>…</a:t>
            </a:r>
            <a:r>
              <a:t>, </a:t>
            </a:r>
            <a:r>
              <a:t>Bₘ</a:t>
            </a:r>
            <a:r>
              <a:t>)</a:t>
            </a:r>
          </a:p>
        </p:txBody>
      </p:sp>
      <p:sp>
        <p:nvSpPr>
          <p:cNvPr id="4" name="">
            <a:extLst xmlns:a="http://schemas.openxmlformats.org/drawingml/2006/main">
              <a:ext uri="{FF2B5EF4-FFF2-40B4-BE49-F238E27FC236}">
                <a16:creationId xmlns:a16="http://schemas.microsoft.com/office/drawing/2014/main" id="{C34FD486-50F7-42EA-BA36-E8001FC817F5}"/>
              </a:ext>
            </a:extLst>
          </p:cNvPr>
          <p:cNvSpPr>
            <a:spLocks xmlns:a="http://schemas.openxmlformats.org/drawingml/2006/main" noGrp="1"/>
          </p:cNvSpPr>
          <p:nvPr/>
        </p:nvSpPr>
        <p:spPr>
          <a:xfrm xmlns:a="http://schemas.openxmlformats.org/drawingml/2006/main">
            <a:off x="609600" y="2000250"/>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26313B"/>
                </a:solidFill>
                <a:latin typeface="Arial"/>
                <a:ea typeface="Arial"/>
                <a:cs typeface="Arial"/>
              </a:defRPr>
            </a:defPPr>
            <a:lvl1pPr>
              <a:defRPr sz="2175" b="0">
                <a:solidFill>
                  <a:srgbClr val="26313B"/>
                </a:solidFill>
                <a:latin typeface="Arial"/>
                <a:ea typeface="Arial"/>
                <a:cs typeface="Arial"/>
              </a:defRPr>
            </a:lvl1pPr>
            <a:lvl2pPr>
              <a:defRPr sz="2175" b="0">
                <a:solidFill>
                  <a:srgbClr val="26313B"/>
                </a:solidFill>
                <a:latin typeface="Arial"/>
                <a:ea typeface="Arial"/>
                <a:cs typeface="Arial"/>
              </a:defRPr>
            </a:lvl2pPr>
            <a:lvl3pPr>
              <a:defRPr sz="2175" b="0">
                <a:solidFill>
                  <a:srgbClr val="26313B"/>
                </a:solidFill>
                <a:latin typeface="Arial"/>
                <a:ea typeface="Arial"/>
                <a:cs typeface="Arial"/>
              </a:defRPr>
            </a:lvl3pPr>
            <a:lvl4pPr>
              <a:defRPr sz="2175" b="0">
                <a:solidFill>
                  <a:srgbClr val="26313B"/>
                </a:solidFill>
                <a:latin typeface="Arial"/>
                <a:ea typeface="Arial"/>
                <a:cs typeface="Arial"/>
              </a:defRPr>
            </a:lvl4pPr>
            <a:lvl5pPr>
              <a:defRPr sz="2175" b="0">
                <a:solidFill>
                  <a:srgbClr val="26313B"/>
                </a:solidFill>
                <a:latin typeface="Arial"/>
                <a:ea typeface="Arial"/>
                <a:cs typeface="Arial"/>
              </a:defRPr>
            </a:lvl5pPr>
            <a:lvl6pPr>
              <a:defRPr sz="2175" b="0">
                <a:solidFill>
                  <a:srgbClr val="26313B"/>
                </a:solidFill>
                <a:latin typeface="Arial"/>
                <a:ea typeface="Arial"/>
                <a:cs typeface="Arial"/>
              </a:defRPr>
            </a:lvl6pPr>
            <a:lvl7pPr>
              <a:defRPr sz="2175" b="0">
                <a:solidFill>
                  <a:srgbClr val="26313B"/>
                </a:solidFill>
                <a:latin typeface="Arial"/>
                <a:ea typeface="Arial"/>
                <a:cs typeface="Arial"/>
              </a:defRPr>
            </a:lvl7pPr>
            <a:lvl8pPr>
              <a:defRPr sz="2175" b="0">
                <a:solidFill>
                  <a:srgbClr val="26313B"/>
                </a:solidFill>
                <a:latin typeface="Arial"/>
                <a:ea typeface="Arial"/>
                <a:cs typeface="Arial"/>
              </a:defRPr>
            </a:lvl8pPr>
            <a:lvl9pPr>
              <a:defRPr sz="2175" b="0">
                <a:solidFill>
                  <a:srgbClr val="26313B"/>
                </a:solidFill>
                <a:latin typeface="Arial"/>
                <a:ea typeface="Arial"/>
                <a:cs typeface="Arial"/>
              </a:defRPr>
            </a:lvl9pPr>
          </a:lstStyle>
          <a:p xmlns:a="http://schemas.openxmlformats.org/drawingml/2006/main">
            <a:pPr>
              <a:defRPr sz="2175" b="0">
                <a:solidFill>
                  <a:srgbClr val="26313B"/>
                </a:solidFill>
                <a:latin typeface="Arial"/>
                <a:ea typeface="Arial"/>
                <a:cs typeface="Arial"/>
              </a:defRPr>
            </a:pPr>
            <a:r>
              <a:rPr sz="2175" b="0">
                <a:solidFill>
                  <a:srgbClr val="26313B"/>
                </a:solidFill>
                <a:latin typeface="Arial"/>
                <a:ea typeface="Arial"/>
                <a:cs typeface="Arial"/>
              </a:rPr>
              <a:t>Kᵢ = kompletter Schlüssel von Eᵢ; Bⱼ = Beziehungsattribut.</a:t>
            </a:r>
          </a:p>
        </p:txBody>
      </p:sp>
      <p:sp>
        <p:nvSpPr>
          <p:cNvPr id="5" name="">
            <a:extLst xmlns:a="http://schemas.openxmlformats.org/drawingml/2006/main">
              <a:ext uri="{FF2B5EF4-FFF2-40B4-BE49-F238E27FC236}">
                <a16:creationId xmlns:a16="http://schemas.microsoft.com/office/drawing/2014/main" id="{C54C63DD-09DF-4DDA-AFF9-4666638DFB7E}"/>
              </a:ext>
            </a:extLst>
          </p:cNvPr>
          <p:cNvSpPr>
            <a:spLocks xmlns:a="http://schemas.openxmlformats.org/drawingml/2006/main" noGrp="1"/>
          </p:cNvSpPr>
          <p:nvPr/>
        </p:nvSpPr>
        <p:spPr>
          <a:xfrm xmlns:a="http://schemas.openxmlformats.org/drawingml/2006/main">
            <a:off x="609600" y="2762250"/>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1">
                <a:solidFill>
                  <a:srgbClr val="005293"/>
                </a:solidFill>
                <a:latin typeface="Arial"/>
                <a:ea typeface="Arial"/>
                <a:cs typeface="Arial"/>
              </a:defRPr>
            </a:defPPr>
            <a:lvl1pPr>
              <a:defRPr sz="2175" b="1">
                <a:solidFill>
                  <a:srgbClr val="005293"/>
                </a:solidFill>
                <a:latin typeface="Arial"/>
                <a:ea typeface="Arial"/>
                <a:cs typeface="Arial"/>
              </a:defRPr>
            </a:lvl1pPr>
            <a:lvl2pPr>
              <a:defRPr sz="2175" b="1">
                <a:solidFill>
                  <a:srgbClr val="005293"/>
                </a:solidFill>
                <a:latin typeface="Arial"/>
                <a:ea typeface="Arial"/>
                <a:cs typeface="Arial"/>
              </a:defRPr>
            </a:lvl2pPr>
            <a:lvl3pPr>
              <a:defRPr sz="2175" b="1">
                <a:solidFill>
                  <a:srgbClr val="005293"/>
                </a:solidFill>
                <a:latin typeface="Arial"/>
                <a:ea typeface="Arial"/>
                <a:cs typeface="Arial"/>
              </a:defRPr>
            </a:lvl3pPr>
            <a:lvl4pPr>
              <a:defRPr sz="2175" b="1">
                <a:solidFill>
                  <a:srgbClr val="005293"/>
                </a:solidFill>
                <a:latin typeface="Arial"/>
                <a:ea typeface="Arial"/>
                <a:cs typeface="Arial"/>
              </a:defRPr>
            </a:lvl4pPr>
            <a:lvl5pPr>
              <a:defRPr sz="2175" b="1">
                <a:solidFill>
                  <a:srgbClr val="005293"/>
                </a:solidFill>
                <a:latin typeface="Arial"/>
                <a:ea typeface="Arial"/>
                <a:cs typeface="Arial"/>
              </a:defRPr>
            </a:lvl5pPr>
            <a:lvl6pPr>
              <a:defRPr sz="2175" b="1">
                <a:solidFill>
                  <a:srgbClr val="005293"/>
                </a:solidFill>
                <a:latin typeface="Arial"/>
                <a:ea typeface="Arial"/>
                <a:cs typeface="Arial"/>
              </a:defRPr>
            </a:lvl6pPr>
            <a:lvl7pPr>
              <a:defRPr sz="2175" b="1">
                <a:solidFill>
                  <a:srgbClr val="005293"/>
                </a:solidFill>
                <a:latin typeface="Arial"/>
                <a:ea typeface="Arial"/>
                <a:cs typeface="Arial"/>
              </a:defRPr>
            </a:lvl7pPr>
            <a:lvl8pPr>
              <a:defRPr sz="2175" b="1">
                <a:solidFill>
                  <a:srgbClr val="005293"/>
                </a:solidFill>
                <a:latin typeface="Arial"/>
                <a:ea typeface="Arial"/>
                <a:cs typeface="Arial"/>
              </a:defRPr>
            </a:lvl8pPr>
            <a:lvl9pPr>
              <a:defRPr sz="2175" b="1">
                <a:solidFill>
                  <a:srgbClr val="005293"/>
                </a:solidFill>
                <a:latin typeface="Arial"/>
                <a:ea typeface="Arial"/>
                <a:cs typeface="Arial"/>
              </a:defRPr>
            </a:lvl9pPr>
          </a:lstStyle>
          <a:p xmlns:a="http://schemas.openxmlformats.org/drawingml/2006/main">
            <a:pPr>
              <a:defRPr sz="2175" b="1">
                <a:solidFill>
                  <a:srgbClr val="005293"/>
                </a:solidFill>
                <a:latin typeface="Arial"/>
                <a:ea typeface="Arial"/>
                <a:cs typeface="Arial"/>
              </a:defRPr>
            </a:pPr>
            <a:r>
              <a:rPr sz="2175" b="1">
                <a:solidFill>
                  <a:srgbClr val="005293"/>
                </a:solidFill>
                <a:latin typeface="Arial"/>
                <a:ea typeface="Arial"/>
                <a:cs typeface="Arial"/>
              </a:rPr>
              <a:t>Ohne weitere Bedingungen identifiziert (K₁, …, Kₙ) ein Beziehungstupel.</a:t>
            </a:r>
          </a:p>
        </p:txBody>
      </p:sp>
      <p:sp>
        <p:nvSpPr>
          <p:cNvPr id="6" name="">
            <a:extLst xmlns:a="http://schemas.openxmlformats.org/drawingml/2006/main">
              <a:ext uri="{FF2B5EF4-FFF2-40B4-BE49-F238E27FC236}">
                <a16:creationId xmlns:a16="http://schemas.microsoft.com/office/drawing/2014/main" id="{49D2E68E-7766-4CDC-9B49-DA1BE763A364}"/>
              </a:ext>
            </a:extLst>
          </p:cNvPr>
          <p:cNvSpPr>
            <a:spLocks xmlns:a="http://schemas.openxmlformats.org/drawingml/2006/main" noGrp="1"/>
          </p:cNvSpPr>
          <p:nvPr/>
        </p:nvSpPr>
        <p:spPr>
          <a:xfrm xmlns:a="http://schemas.openxmlformats.org/drawingml/2006/main">
            <a:off x="609600" y="3619500"/>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26313B"/>
                </a:solidFill>
                <a:latin typeface="Arial"/>
                <a:ea typeface="Arial"/>
                <a:cs typeface="Arial"/>
              </a:defRPr>
            </a:defPPr>
            <a:lvl1pPr>
              <a:defRPr sz="2175" b="0">
                <a:solidFill>
                  <a:srgbClr val="26313B"/>
                </a:solidFill>
                <a:latin typeface="Arial"/>
                <a:ea typeface="Arial"/>
                <a:cs typeface="Arial"/>
              </a:defRPr>
            </a:lvl1pPr>
            <a:lvl2pPr>
              <a:defRPr sz="2175" b="0">
                <a:solidFill>
                  <a:srgbClr val="26313B"/>
                </a:solidFill>
                <a:latin typeface="Arial"/>
                <a:ea typeface="Arial"/>
                <a:cs typeface="Arial"/>
              </a:defRPr>
            </a:lvl2pPr>
            <a:lvl3pPr>
              <a:defRPr sz="2175" b="0">
                <a:solidFill>
                  <a:srgbClr val="26313B"/>
                </a:solidFill>
                <a:latin typeface="Arial"/>
                <a:ea typeface="Arial"/>
                <a:cs typeface="Arial"/>
              </a:defRPr>
            </a:lvl3pPr>
            <a:lvl4pPr>
              <a:defRPr sz="2175" b="0">
                <a:solidFill>
                  <a:srgbClr val="26313B"/>
                </a:solidFill>
                <a:latin typeface="Arial"/>
                <a:ea typeface="Arial"/>
                <a:cs typeface="Arial"/>
              </a:defRPr>
            </a:lvl4pPr>
            <a:lvl5pPr>
              <a:defRPr sz="2175" b="0">
                <a:solidFill>
                  <a:srgbClr val="26313B"/>
                </a:solidFill>
                <a:latin typeface="Arial"/>
                <a:ea typeface="Arial"/>
                <a:cs typeface="Arial"/>
              </a:defRPr>
            </a:lvl5pPr>
            <a:lvl6pPr>
              <a:defRPr sz="2175" b="0">
                <a:solidFill>
                  <a:srgbClr val="26313B"/>
                </a:solidFill>
                <a:latin typeface="Arial"/>
                <a:ea typeface="Arial"/>
                <a:cs typeface="Arial"/>
              </a:defRPr>
            </a:lvl6pPr>
            <a:lvl7pPr>
              <a:defRPr sz="2175" b="0">
                <a:solidFill>
                  <a:srgbClr val="26313B"/>
                </a:solidFill>
                <a:latin typeface="Arial"/>
                <a:ea typeface="Arial"/>
                <a:cs typeface="Arial"/>
              </a:defRPr>
            </a:lvl7pPr>
            <a:lvl8pPr>
              <a:defRPr sz="2175" b="0">
                <a:solidFill>
                  <a:srgbClr val="26313B"/>
                </a:solidFill>
                <a:latin typeface="Arial"/>
                <a:ea typeface="Arial"/>
                <a:cs typeface="Arial"/>
              </a:defRPr>
            </a:lvl8pPr>
            <a:lvl9pPr>
              <a:defRPr sz="2175" b="0">
                <a:solidFill>
                  <a:srgbClr val="26313B"/>
                </a:solidFill>
                <a:latin typeface="Arial"/>
                <a:ea typeface="Arial"/>
                <a:cs typeface="Arial"/>
              </a:defRPr>
            </a:lvl9pPr>
          </a:lstStyle>
          <a:p xmlns:a="http://schemas.openxmlformats.org/drawingml/2006/main">
            <a:pPr>
              <a:defRPr sz="2175" b="0">
                <a:solidFill>
                  <a:srgbClr val="26313B"/>
                </a:solidFill>
                <a:latin typeface="Arial"/>
                <a:ea typeface="Arial"/>
                <a:cs typeface="Arial"/>
              </a:defRPr>
            </a:pPr>
            <a:r>
              <a:rPr sz="2175" b="0">
                <a:solidFill>
                  <a:srgbClr val="26313B"/>
                </a:solidFill>
                <a:latin typeface="Arial"/>
                <a:ea typeface="Arial"/>
                <a:cs typeface="Arial"/>
              </a:rPr>
              <a:t>Steht an Eᵢ eine 1, gilt die funktionale Abhängigkeit:</a:t>
            </a:r>
          </a:p>
        </p:txBody>
      </p:sp>
      <p:sp>
        <p:nvSpPr>
          <p:cNvPr id="7" name="">
            <a:extLst xmlns:a="http://schemas.openxmlformats.org/drawingml/2006/main">
              <a:ext uri="{FF2B5EF4-FFF2-40B4-BE49-F238E27FC236}">
                <a16:creationId xmlns:a16="http://schemas.microsoft.com/office/drawing/2014/main" id="{3AB846C8-2088-4A5B-9675-220F110A0C71}"/>
              </a:ext>
            </a:extLst>
          </p:cNvPr>
          <p:cNvSpPr>
            <a:spLocks xmlns:a="http://schemas.openxmlformats.org/drawingml/2006/main" noGrp="1"/>
          </p:cNvSpPr>
          <p:nvPr/>
        </p:nvSpPr>
        <p:spPr>
          <a:xfrm xmlns:a="http://schemas.openxmlformats.org/drawingml/2006/main">
            <a:off x="609600" y="4238625"/>
            <a:ext cx="10972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005293"/>
                </a:solidFill>
                <a:latin typeface="Arial"/>
                <a:ea typeface="Arial"/>
                <a:cs typeface="Arial"/>
              </a:defRPr>
            </a:defPPr>
            <a:lvl1pPr>
              <a:defRPr sz="2550" b="1">
                <a:solidFill>
                  <a:srgbClr val="005293"/>
                </a:solidFill>
                <a:latin typeface="Arial"/>
                <a:ea typeface="Arial"/>
                <a:cs typeface="Arial"/>
              </a:defRPr>
            </a:lvl1pPr>
            <a:lvl2pPr>
              <a:defRPr sz="2550" b="1">
                <a:solidFill>
                  <a:srgbClr val="005293"/>
                </a:solidFill>
                <a:latin typeface="Arial"/>
                <a:ea typeface="Arial"/>
                <a:cs typeface="Arial"/>
              </a:defRPr>
            </a:lvl2pPr>
            <a:lvl3pPr>
              <a:defRPr sz="2550" b="1">
                <a:solidFill>
                  <a:srgbClr val="005293"/>
                </a:solidFill>
                <a:latin typeface="Arial"/>
                <a:ea typeface="Arial"/>
                <a:cs typeface="Arial"/>
              </a:defRPr>
            </a:lvl3pPr>
            <a:lvl4pPr>
              <a:defRPr sz="2550" b="1">
                <a:solidFill>
                  <a:srgbClr val="005293"/>
                </a:solidFill>
                <a:latin typeface="Arial"/>
                <a:ea typeface="Arial"/>
                <a:cs typeface="Arial"/>
              </a:defRPr>
            </a:lvl4pPr>
            <a:lvl5pPr>
              <a:defRPr sz="2550" b="1">
                <a:solidFill>
                  <a:srgbClr val="005293"/>
                </a:solidFill>
                <a:latin typeface="Arial"/>
                <a:ea typeface="Arial"/>
                <a:cs typeface="Arial"/>
              </a:defRPr>
            </a:lvl5pPr>
            <a:lvl6pPr>
              <a:defRPr sz="2550" b="1">
                <a:solidFill>
                  <a:srgbClr val="005293"/>
                </a:solidFill>
                <a:latin typeface="Arial"/>
                <a:ea typeface="Arial"/>
                <a:cs typeface="Arial"/>
              </a:defRPr>
            </a:lvl6pPr>
            <a:lvl7pPr>
              <a:defRPr sz="2550" b="1">
                <a:solidFill>
                  <a:srgbClr val="005293"/>
                </a:solidFill>
                <a:latin typeface="Arial"/>
                <a:ea typeface="Arial"/>
                <a:cs typeface="Arial"/>
              </a:defRPr>
            </a:lvl7pPr>
            <a:lvl8pPr>
              <a:defRPr sz="2550" b="1">
                <a:solidFill>
                  <a:srgbClr val="005293"/>
                </a:solidFill>
                <a:latin typeface="Arial"/>
                <a:ea typeface="Arial"/>
                <a:cs typeface="Arial"/>
              </a:defRPr>
            </a:lvl8pPr>
            <a:lvl9pPr>
              <a:defRPr sz="2550" b="1">
                <a:solidFill>
                  <a:srgbClr val="005293"/>
                </a:solidFill>
                <a:latin typeface="Arial"/>
                <a:ea typeface="Arial"/>
                <a:cs typeface="Arial"/>
              </a:defRPr>
            </a:lvl9pPr>
          </a:lstStyle>
          <a:p xmlns:a="http://schemas.openxmlformats.org/drawingml/2006/main">
            <a:pPr>
              <a:defRPr sz="2550" b="1">
                <a:solidFill>
                  <a:srgbClr val="005293"/>
                </a:solidFill>
                <a:latin typeface="Arial"/>
                <a:ea typeface="Arial"/>
                <a:cs typeface="Arial"/>
              </a:defRPr>
            </a:pPr>
            <a:r>
              <a:rPr sz="2550" b="1">
                <a:solidFill>
                  <a:srgbClr val="005293"/>
                </a:solidFill>
                <a:latin typeface="Arial"/>
                <a:ea typeface="Arial"/>
                <a:cs typeface="Arial"/>
              </a:rPr>
              <a:t>(K₁, …, Kᵢ₋₁, Kᵢ₊₁, …, Kₙ) → Kᵢ und alle Bⱼ</a:t>
            </a:r>
          </a:p>
        </p:txBody>
      </p:sp>
      <p:sp>
        <p:nvSpPr>
          <p:cNvPr id="8" name="">
            <a:extLst xmlns:a="http://schemas.openxmlformats.org/drawingml/2006/main">
              <a:ext uri="{FF2B5EF4-FFF2-40B4-BE49-F238E27FC236}">
                <a16:creationId xmlns:a16="http://schemas.microsoft.com/office/drawing/2014/main" id="{896B356F-92AD-4066-9B6D-830BEEE64D8F}"/>
              </a:ext>
            </a:extLst>
          </p:cNvPr>
          <p:cNvSpPr>
            <a:spLocks xmlns:a="http://schemas.openxmlformats.org/drawingml/2006/main" noGrp="1"/>
          </p:cNvSpPr>
          <p:nvPr/>
        </p:nvSpPr>
        <p:spPr>
          <a:xfrm xmlns:a="http://schemas.openxmlformats.org/drawingml/2006/main">
            <a:off x="609600" y="5048250"/>
            <a:ext cx="109728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6313B"/>
                </a:solidFill>
                <a:latin typeface="Arial"/>
                <a:ea typeface="Arial"/>
                <a:cs typeface="Arial"/>
              </a:defRPr>
            </a:defPPr>
            <a:lvl1pPr>
              <a:defRPr sz="2100" b="0">
                <a:solidFill>
                  <a:srgbClr val="26313B"/>
                </a:solidFill>
                <a:latin typeface="Arial"/>
                <a:ea typeface="Arial"/>
                <a:cs typeface="Arial"/>
              </a:defRPr>
            </a:lvl1pPr>
            <a:lvl2pPr>
              <a:defRPr sz="2100" b="0">
                <a:solidFill>
                  <a:srgbClr val="26313B"/>
                </a:solidFill>
                <a:latin typeface="Arial"/>
                <a:ea typeface="Arial"/>
                <a:cs typeface="Arial"/>
              </a:defRPr>
            </a:lvl2pPr>
            <a:lvl3pPr>
              <a:defRPr sz="2100" b="0">
                <a:solidFill>
                  <a:srgbClr val="26313B"/>
                </a:solidFill>
                <a:latin typeface="Arial"/>
                <a:ea typeface="Arial"/>
                <a:cs typeface="Arial"/>
              </a:defRPr>
            </a:lvl3pPr>
            <a:lvl4pPr>
              <a:defRPr sz="2100" b="0">
                <a:solidFill>
                  <a:srgbClr val="26313B"/>
                </a:solidFill>
                <a:latin typeface="Arial"/>
                <a:ea typeface="Arial"/>
                <a:cs typeface="Arial"/>
              </a:defRPr>
            </a:lvl4pPr>
            <a:lvl5pPr>
              <a:defRPr sz="2100" b="0">
                <a:solidFill>
                  <a:srgbClr val="26313B"/>
                </a:solidFill>
                <a:latin typeface="Arial"/>
                <a:ea typeface="Arial"/>
                <a:cs typeface="Arial"/>
              </a:defRPr>
            </a:lvl5pPr>
            <a:lvl6pPr>
              <a:defRPr sz="2100" b="0">
                <a:solidFill>
                  <a:srgbClr val="26313B"/>
                </a:solidFill>
                <a:latin typeface="Arial"/>
                <a:ea typeface="Arial"/>
                <a:cs typeface="Arial"/>
              </a:defRPr>
            </a:lvl6pPr>
            <a:lvl7pPr>
              <a:defRPr sz="2100" b="0">
                <a:solidFill>
                  <a:srgbClr val="26313B"/>
                </a:solidFill>
                <a:latin typeface="Arial"/>
                <a:ea typeface="Arial"/>
                <a:cs typeface="Arial"/>
              </a:defRPr>
            </a:lvl7pPr>
            <a:lvl8pPr>
              <a:defRPr sz="2100" b="0">
                <a:solidFill>
                  <a:srgbClr val="26313B"/>
                </a:solidFill>
                <a:latin typeface="Arial"/>
                <a:ea typeface="Arial"/>
                <a:cs typeface="Arial"/>
              </a:defRPr>
            </a:lvl8pPr>
            <a:lvl9pPr>
              <a:defRPr sz="2100" b="0">
                <a:solidFill>
                  <a:srgbClr val="26313B"/>
                </a:solidFill>
                <a:latin typeface="Arial"/>
                <a:ea typeface="Arial"/>
                <a:cs typeface="Arial"/>
              </a:defRPr>
            </a:lvl9pPr>
          </a:lstStyle>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Die übrigen Rollen bilden einen Superschlüssel; auf Minimalität prüfen.</a:t>
            </a:r>
          </a:p>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Kᵢ bleibt als Spalte erhalten! Nur die Schlüsselmarkierung kann entfallen.</a:t>
            </a:r>
          </a:p>
        </p:txBody>
      </p:sp>
      <p:sp>
        <p:nvSpPr>
          <p:cNvPr id="9" name="">
            <a:extLst xmlns:a="http://schemas.openxmlformats.org/drawingml/2006/main">
              <a:ext uri="{FF2B5EF4-FFF2-40B4-BE49-F238E27FC236}">
                <a16:creationId xmlns:a16="http://schemas.microsoft.com/office/drawing/2014/main" id="{FD8691FF-7672-4DBA-BFD0-6786CFDF210B}"/>
              </a:ext>
            </a:extLst>
          </p:cNvPr>
          <p:cNvSpPr>
            <a:spLocks xmlns:a="http://schemas.openxmlformats.org/drawingml/2006/main" noGrp="1"/>
          </p:cNvSpPr>
          <p:nvPr/>
        </p:nvSpPr>
        <p:spPr>
          <a:xfrm xmlns:a="http://schemas.openxmlformats.org/drawingml/2006/main">
            <a:off x="11144250" y="644842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15</a:t>
            </a:r>
          </a:p>
        </p:txBody>
      </p:sp>
    </p:spTree>
    <p:extLst>
      <p:ext uri="{BB962C8B-B14F-4D97-AF65-F5344CB8AC3E}">
        <p14:creationId xmlns:p14="http://schemas.microsoft.com/office/powerpoint/2010/main" val="16957825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63FF31C-A6E3-4DA9-83A4-70AB20DA4E59}"/>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Binäre Funktionalitäten und Primärschlüssel</a:t>
            </a:r>
          </a:p>
        </p:txBody>
      </p:sp>
      <p:sp>
        <p:nvSpPr>
          <p:cNvPr id="2" name="">
            <a:extLst xmlns:a="http://schemas.openxmlformats.org/drawingml/2006/main">
              <a:ext uri="{FF2B5EF4-FFF2-40B4-BE49-F238E27FC236}">
                <a16:creationId xmlns:a16="http://schemas.microsoft.com/office/drawing/2014/main" id="{708D8053-A350-4410-8A4E-3B38AACE12A1}"/>
              </a:ext>
            </a:extLst>
          </p:cNvPr>
          <p:cNvSpPr>
            <a:spLocks xmlns:a="http://schemas.openxmlformats.org/drawingml/2006/main" noGrp="1"/>
          </p:cNvSpPr>
          <p:nvPr/>
        </p:nvSpPr>
        <p:spPr>
          <a:xfrm xmlns:a="http://schemas.openxmlformats.org/drawingml/2006/main">
            <a:off x="609600" y="64484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E3D0D781-AB96-412D-8FAE-4667DC0FD5BD}"/>
              </a:ext>
            </a:extLst>
          </p:cNvPr>
          <p:cNvSpPr>
            <a:spLocks xmlns:a="http://schemas.openxmlformats.org/drawingml/2006/main" noGrp="1"/>
          </p:cNvSpPr>
          <p:nvPr/>
        </p:nvSpPr>
        <p:spPr>
          <a:xfrm xmlns:a="http://schemas.openxmlformats.org/drawingml/2006/main">
            <a:off x="609600" y="1333500"/>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26313B"/>
                </a:solidFill>
                <a:latin typeface="Arial"/>
                <a:ea typeface="Arial"/>
                <a:cs typeface="Arial"/>
              </a:defRPr>
            </a:defPPr>
            <a:lvl1pPr>
              <a:defRPr sz="2175" b="0">
                <a:solidFill>
                  <a:srgbClr val="26313B"/>
                </a:solidFill>
                <a:latin typeface="Arial"/>
                <a:ea typeface="Arial"/>
                <a:cs typeface="Arial"/>
              </a:defRPr>
            </a:lvl1pPr>
            <a:lvl2pPr>
              <a:defRPr sz="2175" b="0">
                <a:solidFill>
                  <a:srgbClr val="26313B"/>
                </a:solidFill>
                <a:latin typeface="Arial"/>
                <a:ea typeface="Arial"/>
                <a:cs typeface="Arial"/>
              </a:defRPr>
            </a:lvl2pPr>
            <a:lvl3pPr>
              <a:defRPr sz="2175" b="0">
                <a:solidFill>
                  <a:srgbClr val="26313B"/>
                </a:solidFill>
                <a:latin typeface="Arial"/>
                <a:ea typeface="Arial"/>
                <a:cs typeface="Arial"/>
              </a:defRPr>
            </a:lvl3pPr>
            <a:lvl4pPr>
              <a:defRPr sz="2175" b="0">
                <a:solidFill>
                  <a:srgbClr val="26313B"/>
                </a:solidFill>
                <a:latin typeface="Arial"/>
                <a:ea typeface="Arial"/>
                <a:cs typeface="Arial"/>
              </a:defRPr>
            </a:lvl4pPr>
            <a:lvl5pPr>
              <a:defRPr sz="2175" b="0">
                <a:solidFill>
                  <a:srgbClr val="26313B"/>
                </a:solidFill>
                <a:latin typeface="Arial"/>
                <a:ea typeface="Arial"/>
                <a:cs typeface="Arial"/>
              </a:defRPr>
            </a:lvl5pPr>
            <a:lvl6pPr>
              <a:defRPr sz="2175" b="0">
                <a:solidFill>
                  <a:srgbClr val="26313B"/>
                </a:solidFill>
                <a:latin typeface="Arial"/>
                <a:ea typeface="Arial"/>
                <a:cs typeface="Arial"/>
              </a:defRPr>
            </a:lvl6pPr>
            <a:lvl7pPr>
              <a:defRPr sz="2175" b="0">
                <a:solidFill>
                  <a:srgbClr val="26313B"/>
                </a:solidFill>
                <a:latin typeface="Arial"/>
                <a:ea typeface="Arial"/>
                <a:cs typeface="Arial"/>
              </a:defRPr>
            </a:lvl7pPr>
            <a:lvl8pPr>
              <a:defRPr sz="2175" b="0">
                <a:solidFill>
                  <a:srgbClr val="26313B"/>
                </a:solidFill>
                <a:latin typeface="Arial"/>
                <a:ea typeface="Arial"/>
                <a:cs typeface="Arial"/>
              </a:defRPr>
            </a:lvl8pPr>
            <a:lvl9pPr>
              <a:defRPr sz="2175" b="0">
                <a:solidFill>
                  <a:srgbClr val="26313B"/>
                </a:solidFill>
                <a:latin typeface="Arial"/>
                <a:ea typeface="Arial"/>
                <a:cs typeface="Arial"/>
              </a:defRPr>
            </a:lvl9pPr>
          </a:lstStyle>
          <a:p xmlns:a="http://schemas.openxmlformats.org/drawingml/2006/main">
            <a:pPr>
              <a:defRPr sz="2175" b="0">
                <a:solidFill>
                  <a:srgbClr val="26313B"/>
                </a:solidFill>
                <a:latin typeface="Arial"/>
                <a:ea typeface="Arial"/>
                <a:cs typeface="Arial"/>
              </a:defRPr>
            </a:pPr>
            <a:r>
              <a:rPr sz="2175" b="0">
                <a:solidFill>
                  <a:srgbClr val="26313B"/>
                </a:solidFill>
                <a:latin typeface="Arial"/>
                <a:ea typeface="Arial"/>
                <a:cs typeface="Arial"/>
              </a:rPr>
              <a:t>R ⊆ A × B; Schlüssel der Entitytypen: AID und BID</a:t>
            </a:r>
          </a:p>
        </p:txBody>
      </p:sp>
      <p:graphicFrame>
        <p:nvGraphicFramePr>
          <p:cNvPr id="4" name="">
            <a:extLst xmlns:a="http://schemas.openxmlformats.org/drawingml/2006/main">
              <a:ext uri="{FF2B5EF4-FFF2-40B4-BE49-F238E27FC236}">
                <a16:creationId xmlns:a16="http://schemas.microsoft.com/office/drawing/2014/main" id="{AE908A9D-A073-4E15-88A6-8B1299A1E4A2}"/>
              </a:ext>
            </a:extLst>
          </p:cNvPr>
          <p:cNvGraphicFramePr/>
          <p:nvPr/>
        </p:nvGraphicFramePr>
        <p:xfrm>
          <a:off xmlns:a="http://schemas.openxmlformats.org/drawingml/2006/main" x="609600" y="2143125"/>
          <a:ext xmlns:a="http://schemas.openxmlformats.org/drawingml/2006/main" cx="10972800" cy="2952750"/>
        </p:xfrm>
        <a:graphic xmlns:a="http://schemas.openxmlformats.org/drawingml/2006/main">
          <a:graphicData uri="http://schemas.openxmlformats.org/drawingml/2006/table">
            <a:tbl>
              <a:tblPr/>
              <a:tblGrid>
                <a:gridCol w="3657600"/>
                <a:gridCol w="3657600"/>
                <a:gridCol w="3657600"/>
              </a:tblGrid>
              <a:tr h="590550">
                <a:tc>
                  <a:txBody>
                    <a:bodyPr/>
                    <a:lstStyle/>
                    <a:p>
                      <a:r>
                        <a:rPr sz="1800" b="1">
                          <a:solidFill>
                            <a:srgbClr val="FFFFFF"/>
                          </a:solidFill>
                          <a:latin typeface="Arial"/>
                          <a:ea typeface="Arial"/>
                          <a:cs typeface="Arial"/>
                        </a:rPr>
                        <a:t>An A : an B</a:t>
                      </a:r>
                    </a:p>
                  </a:txBody>
                  <a:tcPr marL="91440" marR="91440" marT="45720" marB="45720">
                    <a:lnL w="9525">
                      <a:solidFill>
                        <a:srgbClr val="D6E2EC"/>
                      </a:solidFill>
                      <a:prstDash val="solid"/>
                    </a:lnL>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Schlüssel von R(AID, BID, …)</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Vereinfachung</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r>
              <a:tr h="590550">
                <a:tc>
                  <a:txBody>
                    <a:bodyPr/>
                    <a:lstStyle/>
                    <a:p>
                      <a:r>
                        <a:rPr sz="1800" b="0">
                          <a:solidFill>
                            <a:srgbClr val="26313B"/>
                          </a:solidFill>
                          <a:latin typeface="Arial"/>
                          <a:ea typeface="Arial"/>
                          <a:cs typeface="Arial"/>
                        </a:rPr>
                        <a:t>N : M</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(AID, BID)</a:t>
                      </a:r>
                    </a:p>
                  </a:txBody>
                  <a:tcPr marL="91440" marR="91440" marT="45720" marB="45720">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R bleibt separat</a:t>
                      </a:r>
                    </a:p>
                  </a:txBody>
                  <a:tcPr marL="91440" marR="91440" marT="45720" marB="45720">
                    <a:lnR w="9525">
                      <a:solidFill>
                        <a:srgbClr val="D6E2EC"/>
                      </a:solidFill>
                      <a:prstDash val="solid"/>
                    </a:lnR>
                    <a:lnB w="9525">
                      <a:solidFill>
                        <a:srgbClr val="D6E2EC"/>
                      </a:solidFill>
                      <a:prstDash val="solid"/>
                    </a:lnB>
                    <a:solidFill>
                      <a:srgbClr val="FFFFFF"/>
                    </a:solidFill>
                  </a:tcPr>
                </a:tc>
              </a:tr>
              <a:tr h="590550">
                <a:tc>
                  <a:txBody>
                    <a:bodyPr/>
                    <a:lstStyle/>
                    <a:p>
                      <a:r>
                        <a:rPr sz="1800" b="0">
                          <a:solidFill>
                            <a:srgbClr val="26313B"/>
                          </a:solidFill>
                          <a:latin typeface="Arial"/>
                          <a:ea typeface="Arial"/>
                          <a:cs typeface="Arial"/>
                        </a:rPr>
                        <a:t>1 : N</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BID</a:t>
                      </a:r>
                    </a:p>
                  </a:txBody>
                  <a:tcPr marL="91440" marR="91440" marT="45720" marB="45720">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R in B aufnehmen</a:t>
                      </a:r>
                    </a:p>
                  </a:txBody>
                  <a:tcPr marL="91440" marR="91440" marT="45720" marB="45720">
                    <a:lnR w="9525">
                      <a:solidFill>
                        <a:srgbClr val="D6E2EC"/>
                      </a:solidFill>
                      <a:prstDash val="solid"/>
                    </a:lnR>
                    <a:lnB w="9525">
                      <a:solidFill>
                        <a:srgbClr val="D6E2EC"/>
                      </a:solidFill>
                      <a:prstDash val="solid"/>
                    </a:lnB>
                    <a:solidFill>
                      <a:srgbClr val="ECF3F8"/>
                    </a:solidFill>
                  </a:tcPr>
                </a:tc>
              </a:tr>
              <a:tr h="590550">
                <a:tc>
                  <a:txBody>
                    <a:bodyPr/>
                    <a:lstStyle/>
                    <a:p>
                      <a:r>
                        <a:rPr sz="1800" b="0">
                          <a:solidFill>
                            <a:srgbClr val="26313B"/>
                          </a:solidFill>
                          <a:latin typeface="Arial"/>
                          <a:ea typeface="Arial"/>
                          <a:cs typeface="Arial"/>
                        </a:rPr>
                        <a:t>N : 1</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AID</a:t>
                      </a:r>
                    </a:p>
                  </a:txBody>
                  <a:tcPr marL="91440" marR="91440" marT="45720" marB="45720">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R in A aufnehmen</a:t>
                      </a:r>
                    </a:p>
                  </a:txBody>
                  <a:tcPr marL="91440" marR="91440" marT="45720" marB="45720">
                    <a:lnR w="9525">
                      <a:solidFill>
                        <a:srgbClr val="D6E2EC"/>
                      </a:solidFill>
                      <a:prstDash val="solid"/>
                    </a:lnR>
                    <a:lnB w="9525">
                      <a:solidFill>
                        <a:srgbClr val="D6E2EC"/>
                      </a:solidFill>
                      <a:prstDash val="solid"/>
                    </a:lnB>
                    <a:solidFill>
                      <a:srgbClr val="FFFFFF"/>
                    </a:solidFill>
                  </a:tcPr>
                </a:tc>
              </a:tr>
              <a:tr h="590550">
                <a:tc>
                  <a:txBody>
                    <a:bodyPr/>
                    <a:lstStyle/>
                    <a:p>
                      <a:r>
                        <a:rPr sz="1800" b="0">
                          <a:solidFill>
                            <a:srgbClr val="26313B"/>
                          </a:solidFill>
                          <a:latin typeface="Arial"/>
                          <a:ea typeface="Arial"/>
                          <a:cs typeface="Arial"/>
                        </a:rPr>
                        <a:t>1 : 1</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AID oder BID</a:t>
                      </a:r>
                    </a:p>
                  </a:txBody>
                  <a:tcPr marL="91440" marR="91440" marT="45720" marB="45720">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eine Seite wählen</a:t>
                      </a:r>
                    </a:p>
                  </a:txBody>
                  <a:tcPr marL="91440" marR="91440" marT="45720" marB="45720">
                    <a:lnR w="9525">
                      <a:solidFill>
                        <a:srgbClr val="D6E2EC"/>
                      </a:solidFill>
                      <a:prstDash val="solid"/>
                    </a:lnR>
                    <a:lnB w="9525">
                      <a:solidFill>
                        <a:srgbClr val="D6E2EC"/>
                      </a:solidFill>
                      <a:prstDash val="solid"/>
                    </a:lnB>
                    <a:solidFill>
                      <a:srgbClr val="ECF3F8"/>
                    </a:solidFill>
                  </a:tcPr>
                </a:tc>
              </a:tr>
            </a:tbl>
          </a:graphicData>
        </a:graphic>
      </p:graphicFrame>
      <p:sp>
        <p:nvSpPr>
          <p:cNvPr id="5" name="">
            <a:extLst xmlns:a="http://schemas.openxmlformats.org/drawingml/2006/main">
              <a:ext uri="{FF2B5EF4-FFF2-40B4-BE49-F238E27FC236}">
                <a16:creationId xmlns:a16="http://schemas.microsoft.com/office/drawing/2014/main" id="{3CC27C31-2466-426B-8D2A-216C982FA064}"/>
              </a:ext>
            </a:extLst>
          </p:cNvPr>
          <p:cNvSpPr>
            <a:spLocks xmlns:a="http://schemas.openxmlformats.org/drawingml/2006/main" noGrp="1"/>
          </p:cNvSpPr>
          <p:nvPr/>
        </p:nvSpPr>
        <p:spPr>
          <a:xfrm xmlns:a="http://schemas.openxmlformats.org/drawingml/2006/main">
            <a:off x="609600" y="54292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6313B"/>
                </a:solidFill>
                <a:latin typeface="Arial"/>
                <a:ea typeface="Arial"/>
                <a:cs typeface="Arial"/>
              </a:defRPr>
            </a:defPPr>
            <a:lvl1pPr>
              <a:defRPr sz="2100" b="0">
                <a:solidFill>
                  <a:srgbClr val="26313B"/>
                </a:solidFill>
                <a:latin typeface="Arial"/>
                <a:ea typeface="Arial"/>
                <a:cs typeface="Arial"/>
              </a:defRPr>
            </a:lvl1pPr>
            <a:lvl2pPr>
              <a:defRPr sz="2100" b="0">
                <a:solidFill>
                  <a:srgbClr val="26313B"/>
                </a:solidFill>
                <a:latin typeface="Arial"/>
                <a:ea typeface="Arial"/>
                <a:cs typeface="Arial"/>
              </a:defRPr>
            </a:lvl2pPr>
            <a:lvl3pPr>
              <a:defRPr sz="2100" b="0">
                <a:solidFill>
                  <a:srgbClr val="26313B"/>
                </a:solidFill>
                <a:latin typeface="Arial"/>
                <a:ea typeface="Arial"/>
                <a:cs typeface="Arial"/>
              </a:defRPr>
            </a:lvl3pPr>
            <a:lvl4pPr>
              <a:defRPr sz="2100" b="0">
                <a:solidFill>
                  <a:srgbClr val="26313B"/>
                </a:solidFill>
                <a:latin typeface="Arial"/>
                <a:ea typeface="Arial"/>
                <a:cs typeface="Arial"/>
              </a:defRPr>
            </a:lvl4pPr>
            <a:lvl5pPr>
              <a:defRPr sz="2100" b="0">
                <a:solidFill>
                  <a:srgbClr val="26313B"/>
                </a:solidFill>
                <a:latin typeface="Arial"/>
                <a:ea typeface="Arial"/>
                <a:cs typeface="Arial"/>
              </a:defRPr>
            </a:lvl5pPr>
            <a:lvl6pPr>
              <a:defRPr sz="2100" b="0">
                <a:solidFill>
                  <a:srgbClr val="26313B"/>
                </a:solidFill>
                <a:latin typeface="Arial"/>
                <a:ea typeface="Arial"/>
                <a:cs typeface="Arial"/>
              </a:defRPr>
            </a:lvl6pPr>
            <a:lvl7pPr>
              <a:defRPr sz="2100" b="0">
                <a:solidFill>
                  <a:srgbClr val="26313B"/>
                </a:solidFill>
                <a:latin typeface="Arial"/>
                <a:ea typeface="Arial"/>
                <a:cs typeface="Arial"/>
              </a:defRPr>
            </a:lvl7pPr>
            <a:lvl8pPr>
              <a:defRPr sz="2100" b="0">
                <a:solidFill>
                  <a:srgbClr val="26313B"/>
                </a:solidFill>
                <a:latin typeface="Arial"/>
                <a:ea typeface="Arial"/>
                <a:cs typeface="Arial"/>
              </a:defRPr>
            </a:lvl8pPr>
            <a:lvl9pPr>
              <a:defRPr sz="2100" b="0">
                <a:solidFill>
                  <a:srgbClr val="26313B"/>
                </a:solidFill>
                <a:latin typeface="Arial"/>
                <a:ea typeface="Arial"/>
                <a:cs typeface="Arial"/>
              </a:defRPr>
            </a:lvl9pPr>
          </a:lstStyle>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Bei 1:N bestimmt jede Entität der N-Seite höchstens einen Partner.</a:t>
            </a:r>
          </a:p>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Deshalb trägt die N-Seite den Fremdschlüssel zur 1-Seite.</a:t>
            </a:r>
          </a:p>
        </p:txBody>
      </p:sp>
      <p:sp>
        <p:nvSpPr>
          <p:cNvPr id="6" name="">
            <a:extLst xmlns:a="http://schemas.openxmlformats.org/drawingml/2006/main">
              <a:ext uri="{FF2B5EF4-FFF2-40B4-BE49-F238E27FC236}">
                <a16:creationId xmlns:a16="http://schemas.microsoft.com/office/drawing/2014/main" id="{81B79F2D-A220-4053-A580-64C7EA93DC2E}"/>
              </a:ext>
            </a:extLst>
          </p:cNvPr>
          <p:cNvSpPr>
            <a:spLocks xmlns:a="http://schemas.openxmlformats.org/drawingml/2006/main" noGrp="1"/>
          </p:cNvSpPr>
          <p:nvPr/>
        </p:nvSpPr>
        <p:spPr>
          <a:xfrm xmlns:a="http://schemas.openxmlformats.org/drawingml/2006/main">
            <a:off x="11144250" y="644842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16</a:t>
            </a:r>
          </a:p>
        </p:txBody>
      </p:sp>
    </p:spTree>
    <p:extLst>
      <p:ext uri="{BB962C8B-B14F-4D97-AF65-F5344CB8AC3E}">
        <p14:creationId xmlns:p14="http://schemas.microsoft.com/office/powerpoint/2010/main" val="113784535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B2CF1A7-EC2D-4A96-A190-1392E495733B}"/>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Ungekürzt: Entity- und Beziehungstabellen</a:t>
            </a:r>
          </a:p>
        </p:txBody>
      </p:sp>
      <p:sp>
        <p:nvSpPr>
          <p:cNvPr id="2" name="">
            <a:extLst xmlns:a="http://schemas.openxmlformats.org/drawingml/2006/main">
              <a:ext uri="{FF2B5EF4-FFF2-40B4-BE49-F238E27FC236}">
                <a16:creationId xmlns:a16="http://schemas.microsoft.com/office/drawing/2014/main" id="{8A37037A-B6DC-4521-B99F-6A0F1BDD309B}"/>
              </a:ext>
            </a:extLst>
          </p:cNvPr>
          <p:cNvSpPr>
            <a:spLocks xmlns:a="http://schemas.openxmlformats.org/drawingml/2006/main" noGrp="1"/>
          </p:cNvSpPr>
          <p:nvPr/>
        </p:nvSpPr>
        <p:spPr>
          <a:xfrm xmlns:a="http://schemas.openxmlformats.org/drawingml/2006/main">
            <a:off x="609600" y="64484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8C836375-3F59-450F-8FD2-4198A1AF5D0E}"/>
              </a:ext>
            </a:extLst>
          </p:cNvPr>
          <p:cNvSpPr>
            <a:spLocks xmlns:a="http://schemas.openxmlformats.org/drawingml/2006/main" noGrp="1"/>
          </p:cNvSpPr>
          <p:nvPr/>
        </p:nvSpPr>
        <p:spPr>
          <a:xfrm xmlns:a="http://schemas.openxmlformats.org/drawingml/2006/main">
            <a:off x="609600" y="1285875"/>
            <a:ext cx="10972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400" b="1">
                <a:solidFill>
                  <a:srgbClr val="005293"/>
                </a:solidFill>
                <a:latin typeface="Arial"/>
                <a:ea typeface="Arial"/>
                <a:cs typeface="Arial"/>
              </a:defRPr>
            </a:defPPr>
            <a:lvl1pPr>
              <a:defRPr sz="2400" b="1">
                <a:solidFill>
                  <a:srgbClr val="005293"/>
                </a:solidFill>
                <a:latin typeface="Arial"/>
                <a:ea typeface="Arial"/>
                <a:cs typeface="Arial"/>
              </a:defRPr>
            </a:lvl1pPr>
            <a:lvl2pPr>
              <a:defRPr sz="2400" b="1">
                <a:solidFill>
                  <a:srgbClr val="005293"/>
                </a:solidFill>
                <a:latin typeface="Arial"/>
                <a:ea typeface="Arial"/>
                <a:cs typeface="Arial"/>
              </a:defRPr>
            </a:lvl2pPr>
            <a:lvl3pPr>
              <a:defRPr sz="2400" b="1">
                <a:solidFill>
                  <a:srgbClr val="005293"/>
                </a:solidFill>
                <a:latin typeface="Arial"/>
                <a:ea typeface="Arial"/>
                <a:cs typeface="Arial"/>
              </a:defRPr>
            </a:lvl3pPr>
            <a:lvl4pPr>
              <a:defRPr sz="2400" b="1">
                <a:solidFill>
                  <a:srgbClr val="005293"/>
                </a:solidFill>
                <a:latin typeface="Arial"/>
                <a:ea typeface="Arial"/>
                <a:cs typeface="Arial"/>
              </a:defRPr>
            </a:lvl4pPr>
            <a:lvl5pPr>
              <a:defRPr sz="2400" b="1">
                <a:solidFill>
                  <a:srgbClr val="005293"/>
                </a:solidFill>
                <a:latin typeface="Arial"/>
                <a:ea typeface="Arial"/>
                <a:cs typeface="Arial"/>
              </a:defRPr>
            </a:lvl5pPr>
            <a:lvl6pPr>
              <a:defRPr sz="2400" b="1">
                <a:solidFill>
                  <a:srgbClr val="005293"/>
                </a:solidFill>
                <a:latin typeface="Arial"/>
                <a:ea typeface="Arial"/>
                <a:cs typeface="Arial"/>
              </a:defRPr>
            </a:lvl6pPr>
            <a:lvl7pPr>
              <a:defRPr sz="2400" b="1">
                <a:solidFill>
                  <a:srgbClr val="005293"/>
                </a:solidFill>
                <a:latin typeface="Arial"/>
                <a:ea typeface="Arial"/>
                <a:cs typeface="Arial"/>
              </a:defRPr>
            </a:lvl7pPr>
            <a:lvl8pPr>
              <a:defRPr sz="2400" b="1">
                <a:solidFill>
                  <a:srgbClr val="005293"/>
                </a:solidFill>
                <a:latin typeface="Arial"/>
                <a:ea typeface="Arial"/>
                <a:cs typeface="Arial"/>
              </a:defRPr>
            </a:lvl8pPr>
            <a:lvl9pPr>
              <a:defRPr sz="2400" b="1">
                <a:solidFill>
                  <a:srgbClr val="005293"/>
                </a:solidFill>
                <a:latin typeface="Arial"/>
                <a:ea typeface="Arial"/>
                <a:cs typeface="Arial"/>
              </a:defRPr>
            </a:lvl9pPr>
          </a:lstStyle>
          <a:p xmlns:a="http://schemas.openxmlformats.org/drawingml/2006/main">
            <a:pPr>
              <a:defRPr sz="2400" b="1">
                <a:solidFill>
                  <a:srgbClr val="005293"/>
                </a:solidFill>
                <a:latin typeface="Arial"/>
                <a:ea typeface="Arial"/>
                <a:cs typeface="Arial"/>
              </a:defRPr>
            </a:pPr>
            <a:r>
              <a:rPr sz="2400" b="1">
                <a:solidFill>
                  <a:srgbClr val="005293"/>
                </a:solidFill>
                <a:latin typeface="Arial"/>
                <a:ea typeface="Arial"/>
                <a:cs typeface="Arial"/>
              </a:rPr>
              <a:t>Professoren  1 — lesen — N  Vorlesungen</a:t>
            </a:r>
          </a:p>
        </p:txBody>
      </p:sp>
      <p:sp>
        <p:nvSpPr>
          <p:cNvPr id="4" name="">
            <a:extLst xmlns:a="http://schemas.openxmlformats.org/drawingml/2006/main">
              <a:ext uri="{FF2B5EF4-FFF2-40B4-BE49-F238E27FC236}">
                <a16:creationId xmlns:a16="http://schemas.microsoft.com/office/drawing/2014/main" id="{8E33CEF1-1CDE-4227-93E2-829797EE0885}"/>
              </a:ext>
            </a:extLst>
          </p:cNvPr>
          <p:cNvSpPr>
            <a:spLocks xmlns:a="http://schemas.openxmlformats.org/drawingml/2006/main" noGrp="1"/>
          </p:cNvSpPr>
          <p:nvPr/>
        </p:nvSpPr>
        <p:spPr>
          <a:xfrm xmlns:a="http://schemas.openxmlformats.org/drawingml/2006/main">
            <a:off x="609600" y="1952625"/>
            <a:ext cx="3810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025" b="1">
                <a:solidFill>
                  <a:srgbClr val="005293"/>
                </a:solidFill>
                <a:latin typeface="Arial"/>
                <a:ea typeface="Arial"/>
                <a:cs typeface="Arial"/>
              </a:defRPr>
            </a:defPPr>
            <a:lvl1pPr>
              <a:defRPr sz="2025" b="1">
                <a:solidFill>
                  <a:srgbClr val="005293"/>
                </a:solidFill>
                <a:latin typeface="Arial"/>
                <a:ea typeface="Arial"/>
                <a:cs typeface="Arial"/>
              </a:defRPr>
            </a:lvl1pPr>
            <a:lvl2pPr>
              <a:defRPr sz="2025" b="1">
                <a:solidFill>
                  <a:srgbClr val="005293"/>
                </a:solidFill>
                <a:latin typeface="Arial"/>
                <a:ea typeface="Arial"/>
                <a:cs typeface="Arial"/>
              </a:defRPr>
            </a:lvl2pPr>
            <a:lvl3pPr>
              <a:defRPr sz="2025" b="1">
                <a:solidFill>
                  <a:srgbClr val="005293"/>
                </a:solidFill>
                <a:latin typeface="Arial"/>
                <a:ea typeface="Arial"/>
                <a:cs typeface="Arial"/>
              </a:defRPr>
            </a:lvl3pPr>
            <a:lvl4pPr>
              <a:defRPr sz="2025" b="1">
                <a:solidFill>
                  <a:srgbClr val="005293"/>
                </a:solidFill>
                <a:latin typeface="Arial"/>
                <a:ea typeface="Arial"/>
                <a:cs typeface="Arial"/>
              </a:defRPr>
            </a:lvl4pPr>
            <a:lvl5pPr>
              <a:defRPr sz="2025" b="1">
                <a:solidFill>
                  <a:srgbClr val="005293"/>
                </a:solidFill>
                <a:latin typeface="Arial"/>
                <a:ea typeface="Arial"/>
                <a:cs typeface="Arial"/>
              </a:defRPr>
            </a:lvl5pPr>
            <a:lvl6pPr>
              <a:defRPr sz="2025" b="1">
                <a:solidFill>
                  <a:srgbClr val="005293"/>
                </a:solidFill>
                <a:latin typeface="Arial"/>
                <a:ea typeface="Arial"/>
                <a:cs typeface="Arial"/>
              </a:defRPr>
            </a:lvl6pPr>
            <a:lvl7pPr>
              <a:defRPr sz="2025" b="1">
                <a:solidFill>
                  <a:srgbClr val="005293"/>
                </a:solidFill>
                <a:latin typeface="Arial"/>
                <a:ea typeface="Arial"/>
                <a:cs typeface="Arial"/>
              </a:defRPr>
            </a:lvl7pPr>
            <a:lvl8pPr>
              <a:defRPr sz="2025" b="1">
                <a:solidFill>
                  <a:srgbClr val="005293"/>
                </a:solidFill>
                <a:latin typeface="Arial"/>
                <a:ea typeface="Arial"/>
                <a:cs typeface="Arial"/>
              </a:defRPr>
            </a:lvl8pPr>
            <a:lvl9pPr>
              <a:defRPr sz="2025" b="1">
                <a:solidFill>
                  <a:srgbClr val="005293"/>
                </a:solidFill>
                <a:latin typeface="Arial"/>
                <a:ea typeface="Arial"/>
                <a:cs typeface="Arial"/>
              </a:defRPr>
            </a:lvl9pPr>
          </a:lstStyle>
          <a:p xmlns:a="http://schemas.openxmlformats.org/drawingml/2006/main">
            <a:pPr>
              <a:defRPr sz="2025" b="1">
                <a:solidFill>
                  <a:srgbClr val="005293"/>
                </a:solidFill>
                <a:latin typeface="Arial"/>
                <a:ea typeface="Arial"/>
                <a:cs typeface="Arial"/>
              </a:defRPr>
            </a:pPr>
            <a:r>
              <a:rPr sz="2025" b="1">
                <a:solidFill>
                  <a:srgbClr val="005293"/>
                </a:solidFill>
                <a:latin typeface="Arial"/>
                <a:ea typeface="Arial"/>
                <a:cs typeface="Arial"/>
              </a:rPr>
              <a:t>Professoren</a:t>
            </a:r>
          </a:p>
        </p:txBody>
      </p:sp>
      <p:sp>
        <p:nvSpPr>
          <p:cNvPr id="5" name="">
            <a:extLst xmlns:a="http://schemas.openxmlformats.org/drawingml/2006/main">
              <a:ext uri="{FF2B5EF4-FFF2-40B4-BE49-F238E27FC236}">
                <a16:creationId xmlns:a16="http://schemas.microsoft.com/office/drawing/2014/main" id="{76A484F3-C731-4149-88E6-10A64D2EF774}"/>
              </a:ext>
            </a:extLst>
          </p:cNvPr>
          <p:cNvSpPr>
            <a:spLocks xmlns:a="http://schemas.openxmlformats.org/drawingml/2006/main" noGrp="1"/>
          </p:cNvSpPr>
          <p:nvPr/>
        </p:nvSpPr>
        <p:spPr>
          <a:xfrm xmlns:a="http://schemas.openxmlformats.org/drawingml/2006/main">
            <a:off x="5715000" y="1952625"/>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025" b="1">
                <a:solidFill>
                  <a:srgbClr val="005293"/>
                </a:solidFill>
                <a:latin typeface="Arial"/>
                <a:ea typeface="Arial"/>
                <a:cs typeface="Arial"/>
              </a:defRPr>
            </a:defPPr>
            <a:lvl1pPr>
              <a:defRPr sz="2025" b="1">
                <a:solidFill>
                  <a:srgbClr val="005293"/>
                </a:solidFill>
                <a:latin typeface="Arial"/>
                <a:ea typeface="Arial"/>
                <a:cs typeface="Arial"/>
              </a:defRPr>
            </a:lvl1pPr>
            <a:lvl2pPr>
              <a:defRPr sz="2025" b="1">
                <a:solidFill>
                  <a:srgbClr val="005293"/>
                </a:solidFill>
                <a:latin typeface="Arial"/>
                <a:ea typeface="Arial"/>
                <a:cs typeface="Arial"/>
              </a:defRPr>
            </a:lvl2pPr>
            <a:lvl3pPr>
              <a:defRPr sz="2025" b="1">
                <a:solidFill>
                  <a:srgbClr val="005293"/>
                </a:solidFill>
                <a:latin typeface="Arial"/>
                <a:ea typeface="Arial"/>
                <a:cs typeface="Arial"/>
              </a:defRPr>
            </a:lvl3pPr>
            <a:lvl4pPr>
              <a:defRPr sz="2025" b="1">
                <a:solidFill>
                  <a:srgbClr val="005293"/>
                </a:solidFill>
                <a:latin typeface="Arial"/>
                <a:ea typeface="Arial"/>
                <a:cs typeface="Arial"/>
              </a:defRPr>
            </a:lvl4pPr>
            <a:lvl5pPr>
              <a:defRPr sz="2025" b="1">
                <a:solidFill>
                  <a:srgbClr val="005293"/>
                </a:solidFill>
                <a:latin typeface="Arial"/>
                <a:ea typeface="Arial"/>
                <a:cs typeface="Arial"/>
              </a:defRPr>
            </a:lvl5pPr>
            <a:lvl6pPr>
              <a:defRPr sz="2025" b="1">
                <a:solidFill>
                  <a:srgbClr val="005293"/>
                </a:solidFill>
                <a:latin typeface="Arial"/>
                <a:ea typeface="Arial"/>
                <a:cs typeface="Arial"/>
              </a:defRPr>
            </a:lvl6pPr>
            <a:lvl7pPr>
              <a:defRPr sz="2025" b="1">
                <a:solidFill>
                  <a:srgbClr val="005293"/>
                </a:solidFill>
                <a:latin typeface="Arial"/>
                <a:ea typeface="Arial"/>
                <a:cs typeface="Arial"/>
              </a:defRPr>
            </a:lvl7pPr>
            <a:lvl8pPr>
              <a:defRPr sz="2025" b="1">
                <a:solidFill>
                  <a:srgbClr val="005293"/>
                </a:solidFill>
                <a:latin typeface="Arial"/>
                <a:ea typeface="Arial"/>
                <a:cs typeface="Arial"/>
              </a:defRPr>
            </a:lvl8pPr>
            <a:lvl9pPr>
              <a:defRPr sz="2025" b="1">
                <a:solidFill>
                  <a:srgbClr val="005293"/>
                </a:solidFill>
                <a:latin typeface="Arial"/>
                <a:ea typeface="Arial"/>
                <a:cs typeface="Arial"/>
              </a:defRPr>
            </a:lvl9pPr>
          </a:lstStyle>
          <a:p xmlns:a="http://schemas.openxmlformats.org/drawingml/2006/main">
            <a:pPr>
              <a:defRPr sz="2025" b="1">
                <a:solidFill>
                  <a:srgbClr val="005293"/>
                </a:solidFill>
                <a:latin typeface="Arial"/>
                <a:ea typeface="Arial"/>
                <a:cs typeface="Arial"/>
              </a:defRPr>
            </a:pPr>
            <a:r>
              <a:rPr sz="2025" b="1">
                <a:solidFill>
                  <a:srgbClr val="005293"/>
                </a:solidFill>
                <a:latin typeface="Arial"/>
                <a:ea typeface="Arial"/>
                <a:cs typeface="Arial"/>
              </a:rPr>
              <a:t>Vorlesungen</a:t>
            </a:r>
          </a:p>
        </p:txBody>
      </p:sp>
      <p:graphicFrame>
        <p:nvGraphicFramePr>
          <p:cNvPr id="6" name="">
            <a:extLst xmlns:a="http://schemas.openxmlformats.org/drawingml/2006/main">
              <a:ext uri="{FF2B5EF4-FFF2-40B4-BE49-F238E27FC236}">
                <a16:creationId xmlns:a16="http://schemas.microsoft.com/office/drawing/2014/main" id="{AC348223-2ACE-46EF-955B-D4D1203EE919}"/>
              </a:ext>
            </a:extLst>
          </p:cNvPr>
          <p:cNvGraphicFramePr/>
          <p:nvPr/>
        </p:nvGraphicFramePr>
        <p:xfrm>
          <a:off xmlns:a="http://schemas.openxmlformats.org/drawingml/2006/main" x="609600" y="2381250"/>
          <a:ext xmlns:a="http://schemas.openxmlformats.org/drawingml/2006/main" cx="4476750" cy="1714500"/>
        </p:xfrm>
        <a:graphic xmlns:a="http://schemas.openxmlformats.org/drawingml/2006/main">
          <a:graphicData uri="http://schemas.openxmlformats.org/drawingml/2006/table">
            <a:tbl>
              <a:tblPr/>
              <a:tblGrid>
                <a:gridCol w="2238375"/>
                <a:gridCol w="2238375"/>
              </a:tblGrid>
              <a:tr h="571500">
                <a:tc>
                  <a:txBody>
                    <a:bodyPr/>
                    <a:lstStyle/>
                    <a:p>
                      <a:r>
                        <a:rPr sz="1800" b="1" u="sng">
                          <a:solidFill>
                            <a:srgbClr val="FFFFFF"/>
                          </a:solidFill>
                          <a:latin typeface="Arial"/>
                          <a:ea typeface="Arial"/>
                          <a:cs typeface="Arial"/>
                        </a:rPr>
                        <a:t>PersNr</a:t>
                      </a:r>
                    </a:p>
                  </a:txBody>
                  <a:tcPr marL="91440" marR="91440" marT="45720" marB="45720">
                    <a:lnL w="9525">
                      <a:solidFill>
                        <a:srgbClr val="D6E2EC"/>
                      </a:solidFill>
                      <a:prstDash val="solid"/>
                    </a:lnL>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Name</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r>
              <a:tr h="571500">
                <a:tc>
                  <a:txBody>
                    <a:bodyPr/>
                    <a:lstStyle/>
                    <a:p>
                      <a:r>
                        <a:rPr sz="1800" b="0">
                          <a:solidFill>
                            <a:srgbClr val="26313B"/>
                          </a:solidFill>
                          <a:latin typeface="Arial"/>
                          <a:ea typeface="Arial"/>
                          <a:cs typeface="Arial"/>
                        </a:rPr>
                        <a:t>2125</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Sokrates</a:t>
                      </a:r>
                    </a:p>
                  </a:txBody>
                  <a:tcPr marL="91440" marR="91440" marT="45720" marB="45720">
                    <a:lnR w="9525">
                      <a:solidFill>
                        <a:srgbClr val="D6E2EC"/>
                      </a:solidFill>
                      <a:prstDash val="solid"/>
                    </a:lnR>
                    <a:lnB w="9525">
                      <a:solidFill>
                        <a:srgbClr val="D6E2EC"/>
                      </a:solidFill>
                      <a:prstDash val="solid"/>
                    </a:lnB>
                    <a:solidFill>
                      <a:srgbClr val="FFFFFF"/>
                    </a:solidFill>
                  </a:tcPr>
                </a:tc>
              </a:tr>
              <a:tr h="571500">
                <a:tc>
                  <a:txBody>
                    <a:bodyPr/>
                    <a:lstStyle/>
                    <a:p>
                      <a:r>
                        <a:rPr sz="1800" b="0">
                          <a:solidFill>
                            <a:srgbClr val="26313B"/>
                          </a:solidFill>
                          <a:latin typeface="Arial"/>
                          <a:ea typeface="Arial"/>
                          <a:cs typeface="Arial"/>
                        </a:rPr>
                        <a:t>2126</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Russel</a:t>
                      </a:r>
                    </a:p>
                  </a:txBody>
                  <a:tcPr marL="91440" marR="91440" marT="45720" marB="45720">
                    <a:lnR w="9525">
                      <a:solidFill>
                        <a:srgbClr val="D6E2EC"/>
                      </a:solidFill>
                      <a:prstDash val="solid"/>
                    </a:lnR>
                    <a:lnB w="9525">
                      <a:solidFill>
                        <a:srgbClr val="D6E2EC"/>
                      </a:solidFill>
                      <a:prstDash val="solid"/>
                    </a:lnB>
                    <a:solidFill>
                      <a:srgbClr val="ECF3F8"/>
                    </a:solidFill>
                  </a:tcPr>
                </a:tc>
              </a:tr>
            </a:tbl>
          </a:graphicData>
        </a:graphic>
      </p:graphicFrame>
      <p:graphicFrame>
        <p:nvGraphicFramePr>
          <p:cNvPr id="7" name="">
            <a:extLst xmlns:a="http://schemas.openxmlformats.org/drawingml/2006/main">
              <a:ext uri="{FF2B5EF4-FFF2-40B4-BE49-F238E27FC236}">
                <a16:creationId xmlns:a16="http://schemas.microsoft.com/office/drawing/2014/main" id="{06D6240C-B891-45D1-B8F5-CFFBFDE57262}"/>
              </a:ext>
            </a:extLst>
          </p:cNvPr>
          <p:cNvGraphicFramePr/>
          <p:nvPr/>
        </p:nvGraphicFramePr>
        <p:xfrm>
          <a:off xmlns:a="http://schemas.openxmlformats.org/drawingml/2006/main" x="5715000" y="2381250"/>
          <a:ext xmlns:a="http://schemas.openxmlformats.org/drawingml/2006/main" cx="5857875" cy="1714500"/>
        </p:xfrm>
        <a:graphic xmlns:a="http://schemas.openxmlformats.org/drawingml/2006/main">
          <a:graphicData uri="http://schemas.openxmlformats.org/drawingml/2006/table">
            <a:tbl>
              <a:tblPr/>
              <a:tblGrid>
                <a:gridCol w="1952625"/>
                <a:gridCol w="1952625"/>
                <a:gridCol w="1952625"/>
              </a:tblGrid>
              <a:tr h="571500">
                <a:tc>
                  <a:txBody>
                    <a:bodyPr/>
                    <a:lstStyle/>
                    <a:p>
                      <a:r>
                        <a:rPr sz="1800" b="1" u="sng">
                          <a:solidFill>
                            <a:srgbClr val="FFFFFF"/>
                          </a:solidFill>
                          <a:latin typeface="Arial"/>
                          <a:ea typeface="Arial"/>
                          <a:cs typeface="Arial"/>
                        </a:rPr>
                        <a:t>VorlNr</a:t>
                      </a:r>
                    </a:p>
                  </a:txBody>
                  <a:tcPr marL="91440" marR="91440" marT="45720" marB="45720">
                    <a:lnL w="9525">
                      <a:solidFill>
                        <a:srgbClr val="D6E2EC"/>
                      </a:solidFill>
                      <a:prstDash val="solid"/>
                    </a:lnL>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Titel</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SWS</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r>
              <a:tr h="571500">
                <a:tc>
                  <a:txBody>
                    <a:bodyPr/>
                    <a:lstStyle/>
                    <a:p>
                      <a:r>
                        <a:rPr sz="1800" b="0">
                          <a:solidFill>
                            <a:srgbClr val="26313B"/>
                          </a:solidFill>
                          <a:latin typeface="Arial"/>
                          <a:ea typeface="Arial"/>
                          <a:cs typeface="Arial"/>
                        </a:rPr>
                        <a:t>5001</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Grundzüge</a:t>
                      </a:r>
                    </a:p>
                  </a:txBody>
                  <a:tcPr marL="91440" marR="91440" marT="45720" marB="45720">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4</a:t>
                      </a:r>
                    </a:p>
                  </a:txBody>
                  <a:tcPr marL="91440" marR="91440" marT="45720" marB="45720">
                    <a:lnR w="9525">
                      <a:solidFill>
                        <a:srgbClr val="D6E2EC"/>
                      </a:solidFill>
                      <a:prstDash val="solid"/>
                    </a:lnR>
                    <a:lnB w="9525">
                      <a:solidFill>
                        <a:srgbClr val="D6E2EC"/>
                      </a:solidFill>
                      <a:prstDash val="solid"/>
                    </a:lnB>
                    <a:solidFill>
                      <a:srgbClr val="FFFFFF"/>
                    </a:solidFill>
                  </a:tcPr>
                </a:tc>
              </a:tr>
              <a:tr h="571500">
                <a:tc>
                  <a:txBody>
                    <a:bodyPr/>
                    <a:lstStyle/>
                    <a:p>
                      <a:r>
                        <a:rPr sz="1800" b="0">
                          <a:solidFill>
                            <a:srgbClr val="26313B"/>
                          </a:solidFill>
                          <a:latin typeface="Arial"/>
                          <a:ea typeface="Arial"/>
                          <a:cs typeface="Arial"/>
                        </a:rPr>
                        <a:t>5041</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Ethik</a:t>
                      </a:r>
                    </a:p>
                  </a:txBody>
                  <a:tcPr marL="91440" marR="91440" marT="45720" marB="45720">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4</a:t>
                      </a:r>
                    </a:p>
                  </a:txBody>
                  <a:tcPr marL="91440" marR="91440" marT="45720" marB="45720">
                    <a:lnR w="9525">
                      <a:solidFill>
                        <a:srgbClr val="D6E2EC"/>
                      </a:solidFill>
                      <a:prstDash val="solid"/>
                    </a:lnR>
                    <a:lnB w="9525">
                      <a:solidFill>
                        <a:srgbClr val="D6E2EC"/>
                      </a:solidFill>
                      <a:prstDash val="solid"/>
                    </a:lnB>
                    <a:solidFill>
                      <a:srgbClr val="ECF3F8"/>
                    </a:solidFill>
                  </a:tcPr>
                </a:tc>
              </a:tr>
            </a:tbl>
          </a:graphicData>
        </a:graphic>
      </p:graphicFrame>
      <p:sp>
        <p:nvSpPr>
          <p:cNvPr id="8" name="">
            <a:extLst xmlns:a="http://schemas.openxmlformats.org/drawingml/2006/main">
              <a:ext uri="{FF2B5EF4-FFF2-40B4-BE49-F238E27FC236}">
                <a16:creationId xmlns:a16="http://schemas.microsoft.com/office/drawing/2014/main" id="{41ECCBDE-8DCF-49A7-8CFD-3ADB084778DC}"/>
              </a:ext>
            </a:extLst>
          </p:cNvPr>
          <p:cNvSpPr>
            <a:spLocks xmlns:a="http://schemas.openxmlformats.org/drawingml/2006/main" noGrp="1"/>
          </p:cNvSpPr>
          <p:nvPr/>
        </p:nvSpPr>
        <p:spPr>
          <a:xfrm xmlns:a="http://schemas.openxmlformats.org/drawingml/2006/main">
            <a:off x="609600" y="4333875"/>
            <a:ext cx="428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025" b="1">
                <a:solidFill>
                  <a:srgbClr val="005293"/>
                </a:solidFill>
                <a:latin typeface="Arial"/>
                <a:ea typeface="Arial"/>
                <a:cs typeface="Arial"/>
              </a:defRPr>
            </a:defPPr>
            <a:lvl1pPr>
              <a:defRPr sz="2025" b="1">
                <a:solidFill>
                  <a:srgbClr val="005293"/>
                </a:solidFill>
                <a:latin typeface="Arial"/>
                <a:ea typeface="Arial"/>
                <a:cs typeface="Arial"/>
              </a:defRPr>
            </a:lvl1pPr>
            <a:lvl2pPr>
              <a:defRPr sz="2025" b="1">
                <a:solidFill>
                  <a:srgbClr val="005293"/>
                </a:solidFill>
                <a:latin typeface="Arial"/>
                <a:ea typeface="Arial"/>
                <a:cs typeface="Arial"/>
              </a:defRPr>
            </a:lvl2pPr>
            <a:lvl3pPr>
              <a:defRPr sz="2025" b="1">
                <a:solidFill>
                  <a:srgbClr val="005293"/>
                </a:solidFill>
                <a:latin typeface="Arial"/>
                <a:ea typeface="Arial"/>
                <a:cs typeface="Arial"/>
              </a:defRPr>
            </a:lvl3pPr>
            <a:lvl4pPr>
              <a:defRPr sz="2025" b="1">
                <a:solidFill>
                  <a:srgbClr val="005293"/>
                </a:solidFill>
                <a:latin typeface="Arial"/>
                <a:ea typeface="Arial"/>
                <a:cs typeface="Arial"/>
              </a:defRPr>
            </a:lvl4pPr>
            <a:lvl5pPr>
              <a:defRPr sz="2025" b="1">
                <a:solidFill>
                  <a:srgbClr val="005293"/>
                </a:solidFill>
                <a:latin typeface="Arial"/>
                <a:ea typeface="Arial"/>
                <a:cs typeface="Arial"/>
              </a:defRPr>
            </a:lvl5pPr>
            <a:lvl6pPr>
              <a:defRPr sz="2025" b="1">
                <a:solidFill>
                  <a:srgbClr val="005293"/>
                </a:solidFill>
                <a:latin typeface="Arial"/>
                <a:ea typeface="Arial"/>
                <a:cs typeface="Arial"/>
              </a:defRPr>
            </a:lvl6pPr>
            <a:lvl7pPr>
              <a:defRPr sz="2025" b="1">
                <a:solidFill>
                  <a:srgbClr val="005293"/>
                </a:solidFill>
                <a:latin typeface="Arial"/>
                <a:ea typeface="Arial"/>
                <a:cs typeface="Arial"/>
              </a:defRPr>
            </a:lvl7pPr>
            <a:lvl8pPr>
              <a:defRPr sz="2025" b="1">
                <a:solidFill>
                  <a:srgbClr val="005293"/>
                </a:solidFill>
                <a:latin typeface="Arial"/>
                <a:ea typeface="Arial"/>
                <a:cs typeface="Arial"/>
              </a:defRPr>
            </a:lvl8pPr>
            <a:lvl9pPr>
              <a:defRPr sz="2025" b="1">
                <a:solidFill>
                  <a:srgbClr val="005293"/>
                </a:solidFill>
                <a:latin typeface="Arial"/>
                <a:ea typeface="Arial"/>
                <a:cs typeface="Arial"/>
              </a:defRPr>
            </a:lvl9pPr>
          </a:lstStyle>
          <a:p xmlns:a="http://schemas.openxmlformats.org/drawingml/2006/main">
            <a:pPr>
              <a:defRPr sz="2025" b="1">
                <a:solidFill>
                  <a:srgbClr val="005293"/>
                </a:solidFill>
                <a:latin typeface="Arial"/>
                <a:ea typeface="Arial"/>
                <a:cs typeface="Arial"/>
              </a:defRPr>
            </a:pPr>
            <a:r>
              <a:rPr sz="2025" b="1">
                <a:solidFill>
                  <a:srgbClr val="005293"/>
                </a:solidFill>
                <a:latin typeface="Arial"/>
                <a:ea typeface="Arial"/>
                <a:cs typeface="Arial"/>
              </a:rPr>
              <a:t>lesen</a:t>
            </a:r>
          </a:p>
        </p:txBody>
      </p:sp>
      <p:graphicFrame>
        <p:nvGraphicFramePr>
          <p:cNvPr id="9" name="">
            <a:extLst xmlns:a="http://schemas.openxmlformats.org/drawingml/2006/main">
              <a:ext uri="{FF2B5EF4-FFF2-40B4-BE49-F238E27FC236}">
                <a16:creationId xmlns:a16="http://schemas.microsoft.com/office/drawing/2014/main" id="{9C205FA3-D4BF-40E1-BC01-B6BF6FC2418A}"/>
              </a:ext>
            </a:extLst>
          </p:cNvPr>
          <p:cNvGraphicFramePr/>
          <p:nvPr/>
        </p:nvGraphicFramePr>
        <p:xfrm>
          <a:off xmlns:a="http://schemas.openxmlformats.org/drawingml/2006/main" x="609600" y="4762500"/>
          <a:ext xmlns:a="http://schemas.openxmlformats.org/drawingml/2006/main" cx="4476750" cy="1428750"/>
        </p:xfrm>
        <a:graphic xmlns:a="http://schemas.openxmlformats.org/drawingml/2006/main">
          <a:graphicData uri="http://schemas.openxmlformats.org/drawingml/2006/table">
            <a:tbl>
              <a:tblPr/>
              <a:tblGrid>
                <a:gridCol w="2238375"/>
                <a:gridCol w="2238375"/>
              </a:tblGrid>
              <a:tr h="476250">
                <a:tc>
                  <a:txBody>
                    <a:bodyPr/>
                    <a:lstStyle/>
                    <a:p>
                      <a:r>
                        <a:rPr sz="1800" b="1" u="sng">
                          <a:solidFill>
                            <a:srgbClr val="FFFFFF"/>
                          </a:solidFill>
                          <a:latin typeface="Arial"/>
                          <a:ea typeface="Arial"/>
                          <a:cs typeface="Arial"/>
                        </a:rPr>
                        <a:t>VorlNr</a:t>
                      </a:r>
                    </a:p>
                  </a:txBody>
                  <a:tcPr marL="91440" marR="91440" marT="45720" marB="45720">
                    <a:lnL w="9525">
                      <a:solidFill>
                        <a:srgbClr val="D6E2EC"/>
                      </a:solidFill>
                      <a:prstDash val="solid"/>
                    </a:lnL>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PersNr</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r>
              <a:tr h="476250">
                <a:tc>
                  <a:txBody>
                    <a:bodyPr/>
                    <a:lstStyle/>
                    <a:p>
                      <a:r>
                        <a:rPr sz="1800" b="0">
                          <a:solidFill>
                            <a:srgbClr val="26313B"/>
                          </a:solidFill>
                          <a:latin typeface="Arial"/>
                          <a:ea typeface="Arial"/>
                          <a:cs typeface="Arial"/>
                        </a:rPr>
                        <a:t>5001</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2125</a:t>
                      </a:r>
                    </a:p>
                  </a:txBody>
                  <a:tcPr marL="91440" marR="91440" marT="45720" marB="45720">
                    <a:lnR w="9525">
                      <a:solidFill>
                        <a:srgbClr val="D6E2EC"/>
                      </a:solidFill>
                      <a:prstDash val="solid"/>
                    </a:lnR>
                    <a:lnB w="9525">
                      <a:solidFill>
                        <a:srgbClr val="D6E2EC"/>
                      </a:solidFill>
                      <a:prstDash val="solid"/>
                    </a:lnB>
                    <a:solidFill>
                      <a:srgbClr val="FFFFFF"/>
                    </a:solidFill>
                  </a:tcPr>
                </a:tc>
              </a:tr>
              <a:tr h="476250">
                <a:tc>
                  <a:txBody>
                    <a:bodyPr/>
                    <a:lstStyle/>
                    <a:p>
                      <a:r>
                        <a:rPr sz="1800" b="0">
                          <a:solidFill>
                            <a:srgbClr val="26313B"/>
                          </a:solidFill>
                          <a:latin typeface="Arial"/>
                          <a:ea typeface="Arial"/>
                          <a:cs typeface="Arial"/>
                        </a:rPr>
                        <a:t>5041</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2125</a:t>
                      </a:r>
                    </a:p>
                  </a:txBody>
                  <a:tcPr marL="91440" marR="91440" marT="45720" marB="45720">
                    <a:lnR w="9525">
                      <a:solidFill>
                        <a:srgbClr val="D6E2EC"/>
                      </a:solidFill>
                      <a:prstDash val="solid"/>
                    </a:lnR>
                    <a:lnB w="9525">
                      <a:solidFill>
                        <a:srgbClr val="D6E2EC"/>
                      </a:solidFill>
                      <a:prstDash val="solid"/>
                    </a:lnB>
                    <a:solidFill>
                      <a:srgbClr val="ECF3F8"/>
                    </a:solidFill>
                  </a:tcPr>
                </a:tc>
              </a:tr>
            </a:tbl>
          </a:graphicData>
        </a:graphic>
      </p:graphicFrame>
      <p:sp>
        <p:nvSpPr>
          <p:cNvPr id="10" name="">
            <a:extLst xmlns:a="http://schemas.openxmlformats.org/drawingml/2006/main">
              <a:ext uri="{FF2B5EF4-FFF2-40B4-BE49-F238E27FC236}">
                <a16:creationId xmlns:a16="http://schemas.microsoft.com/office/drawing/2014/main" id="{F9CD4EE3-30EE-4902-8634-D720F68F412D}"/>
              </a:ext>
            </a:extLst>
          </p:cNvPr>
          <p:cNvSpPr>
            <a:spLocks xmlns:a="http://schemas.openxmlformats.org/drawingml/2006/main" noGrp="1"/>
          </p:cNvSpPr>
          <p:nvPr/>
        </p:nvSpPr>
        <p:spPr>
          <a:xfrm xmlns:a="http://schemas.openxmlformats.org/drawingml/2006/main">
            <a:off x="5715000" y="4619625"/>
            <a:ext cx="5857875"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6313B"/>
                </a:solidFill>
                <a:latin typeface="Arial"/>
                <a:ea typeface="Arial"/>
                <a:cs typeface="Arial"/>
              </a:defRPr>
            </a:defPPr>
            <a:lvl1pPr>
              <a:defRPr sz="2100" b="0">
                <a:solidFill>
                  <a:srgbClr val="26313B"/>
                </a:solidFill>
                <a:latin typeface="Arial"/>
                <a:ea typeface="Arial"/>
                <a:cs typeface="Arial"/>
              </a:defRPr>
            </a:lvl1pPr>
            <a:lvl2pPr>
              <a:defRPr sz="2100" b="0">
                <a:solidFill>
                  <a:srgbClr val="26313B"/>
                </a:solidFill>
                <a:latin typeface="Arial"/>
                <a:ea typeface="Arial"/>
                <a:cs typeface="Arial"/>
              </a:defRPr>
            </a:lvl2pPr>
            <a:lvl3pPr>
              <a:defRPr sz="2100" b="0">
                <a:solidFill>
                  <a:srgbClr val="26313B"/>
                </a:solidFill>
                <a:latin typeface="Arial"/>
                <a:ea typeface="Arial"/>
                <a:cs typeface="Arial"/>
              </a:defRPr>
            </a:lvl3pPr>
            <a:lvl4pPr>
              <a:defRPr sz="2100" b="0">
                <a:solidFill>
                  <a:srgbClr val="26313B"/>
                </a:solidFill>
                <a:latin typeface="Arial"/>
                <a:ea typeface="Arial"/>
                <a:cs typeface="Arial"/>
              </a:defRPr>
            </a:lvl4pPr>
            <a:lvl5pPr>
              <a:defRPr sz="2100" b="0">
                <a:solidFill>
                  <a:srgbClr val="26313B"/>
                </a:solidFill>
                <a:latin typeface="Arial"/>
                <a:ea typeface="Arial"/>
                <a:cs typeface="Arial"/>
              </a:defRPr>
            </a:lvl5pPr>
            <a:lvl6pPr>
              <a:defRPr sz="2100" b="0">
                <a:solidFill>
                  <a:srgbClr val="26313B"/>
                </a:solidFill>
                <a:latin typeface="Arial"/>
                <a:ea typeface="Arial"/>
                <a:cs typeface="Arial"/>
              </a:defRPr>
            </a:lvl6pPr>
            <a:lvl7pPr>
              <a:defRPr sz="2100" b="0">
                <a:solidFill>
                  <a:srgbClr val="26313B"/>
                </a:solidFill>
                <a:latin typeface="Arial"/>
                <a:ea typeface="Arial"/>
                <a:cs typeface="Arial"/>
              </a:defRPr>
            </a:lvl7pPr>
            <a:lvl8pPr>
              <a:defRPr sz="2100" b="0">
                <a:solidFill>
                  <a:srgbClr val="26313B"/>
                </a:solidFill>
                <a:latin typeface="Arial"/>
                <a:ea typeface="Arial"/>
                <a:cs typeface="Arial"/>
              </a:defRPr>
            </a:lvl8pPr>
            <a:lvl9pPr>
              <a:defRPr sz="2100" b="0">
                <a:solidFill>
                  <a:srgbClr val="26313B"/>
                </a:solidFill>
                <a:latin typeface="Arial"/>
                <a:ea typeface="Arial"/>
                <a:cs typeface="Arial"/>
              </a:defRPr>
            </a:lvl9pPr>
          </a:lstStyle>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VorlNr ist Primärschlüssel von lesen.</a:t>
            </a:r>
          </a:p>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Beide Spalten sind Fremdschlüssel.</a:t>
            </a:r>
          </a:p>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PersNr darf mehrfach vorkommen.</a:t>
            </a:r>
          </a:p>
        </p:txBody>
      </p:sp>
      <p:sp>
        <p:nvSpPr>
          <p:cNvPr id="11" name="">
            <a:extLst xmlns:a="http://schemas.openxmlformats.org/drawingml/2006/main">
              <a:ext uri="{FF2B5EF4-FFF2-40B4-BE49-F238E27FC236}">
                <a16:creationId xmlns:a16="http://schemas.microsoft.com/office/drawing/2014/main" id="{8C159E29-981F-45E9-83DA-0EC7D1CD63EB}"/>
              </a:ext>
            </a:extLst>
          </p:cNvPr>
          <p:cNvSpPr>
            <a:spLocks xmlns:a="http://schemas.openxmlformats.org/drawingml/2006/main" noGrp="1"/>
          </p:cNvSpPr>
          <p:nvPr/>
        </p:nvSpPr>
        <p:spPr>
          <a:xfrm xmlns:a="http://schemas.openxmlformats.org/drawingml/2006/main">
            <a:off x="11144250" y="644842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17</a:t>
            </a:r>
          </a:p>
        </p:txBody>
      </p:sp>
    </p:spTree>
    <p:extLst>
      <p:ext uri="{BB962C8B-B14F-4D97-AF65-F5344CB8AC3E}">
        <p14:creationId xmlns:p14="http://schemas.microsoft.com/office/powerpoint/2010/main" val="86904651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88214B-3613-420E-9267-F35C2A990399}"/>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Gekürzt: lesen in Vorlesungen aufnehmen</a:t>
            </a:r>
          </a:p>
        </p:txBody>
      </p:sp>
      <p:sp>
        <p:nvSpPr>
          <p:cNvPr id="2" name="">
            <a:extLst xmlns:a="http://schemas.openxmlformats.org/drawingml/2006/main">
              <a:ext uri="{FF2B5EF4-FFF2-40B4-BE49-F238E27FC236}">
                <a16:creationId xmlns:a16="http://schemas.microsoft.com/office/drawing/2014/main" id="{3330AD35-E7E7-4748-848E-2D77CEC593CB}"/>
              </a:ext>
            </a:extLst>
          </p:cNvPr>
          <p:cNvSpPr>
            <a:spLocks xmlns:a="http://schemas.openxmlformats.org/drawingml/2006/main" noGrp="1"/>
          </p:cNvSpPr>
          <p:nvPr/>
        </p:nvSpPr>
        <p:spPr>
          <a:xfrm xmlns:a="http://schemas.openxmlformats.org/drawingml/2006/main">
            <a:off x="609600" y="64484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F61835FA-6470-4F76-A55B-BB21DEBDC30E}"/>
              </a:ext>
            </a:extLst>
          </p:cNvPr>
          <p:cNvSpPr>
            <a:spLocks xmlns:a="http://schemas.openxmlformats.org/drawingml/2006/main" noGrp="1"/>
          </p:cNvSpPr>
          <p:nvPr/>
        </p:nvSpPr>
        <p:spPr>
          <a:xfrm xmlns:a="http://schemas.openxmlformats.org/drawingml/2006/main">
            <a:off x="609600" y="138112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005293"/>
                </a:solidFill>
                <a:latin typeface="Arial"/>
                <a:ea typeface="Arial"/>
                <a:cs typeface="Arial"/>
              </a:defRPr>
            </a:defPPr>
            <a:lvl1pPr>
              <a:defRPr sz="2175" b="0">
                <a:solidFill>
                  <a:srgbClr val="005293"/>
                </a:solidFill>
                <a:latin typeface="Arial"/>
                <a:ea typeface="Arial"/>
                <a:cs typeface="Arial"/>
              </a:defRPr>
            </a:lvl1pPr>
            <a:lvl2pPr>
              <a:defRPr sz="2175" b="0">
                <a:solidFill>
                  <a:srgbClr val="005293"/>
                </a:solidFill>
                <a:latin typeface="Arial"/>
                <a:ea typeface="Arial"/>
                <a:cs typeface="Arial"/>
              </a:defRPr>
            </a:lvl2pPr>
            <a:lvl3pPr>
              <a:defRPr sz="2175" b="0">
                <a:solidFill>
                  <a:srgbClr val="005293"/>
                </a:solidFill>
                <a:latin typeface="Arial"/>
                <a:ea typeface="Arial"/>
                <a:cs typeface="Arial"/>
              </a:defRPr>
            </a:lvl3pPr>
            <a:lvl4pPr>
              <a:defRPr sz="2175" b="0">
                <a:solidFill>
                  <a:srgbClr val="005293"/>
                </a:solidFill>
                <a:latin typeface="Arial"/>
                <a:ea typeface="Arial"/>
                <a:cs typeface="Arial"/>
              </a:defRPr>
            </a:lvl4pPr>
            <a:lvl5pPr>
              <a:defRPr sz="2175" b="0">
                <a:solidFill>
                  <a:srgbClr val="005293"/>
                </a:solidFill>
                <a:latin typeface="Arial"/>
                <a:ea typeface="Arial"/>
                <a:cs typeface="Arial"/>
              </a:defRPr>
            </a:lvl5pPr>
            <a:lvl6pPr>
              <a:defRPr sz="2175" b="0">
                <a:solidFill>
                  <a:srgbClr val="005293"/>
                </a:solidFill>
                <a:latin typeface="Arial"/>
                <a:ea typeface="Arial"/>
                <a:cs typeface="Arial"/>
              </a:defRPr>
            </a:lvl6pPr>
            <a:lvl7pPr>
              <a:defRPr sz="2175" b="0">
                <a:solidFill>
                  <a:srgbClr val="005293"/>
                </a:solidFill>
                <a:latin typeface="Arial"/>
                <a:ea typeface="Arial"/>
                <a:cs typeface="Arial"/>
              </a:defRPr>
            </a:lvl7pPr>
            <a:lvl8pPr>
              <a:defRPr sz="2175" b="0">
                <a:solidFill>
                  <a:srgbClr val="005293"/>
                </a:solidFill>
                <a:latin typeface="Arial"/>
                <a:ea typeface="Arial"/>
                <a:cs typeface="Arial"/>
              </a:defRPr>
            </a:lvl8pPr>
            <a:lvl9pPr>
              <a:defRPr sz="2175" b="0">
                <a:solidFill>
                  <a:srgbClr val="005293"/>
                </a:solidFill>
                <a:latin typeface="Arial"/>
                <a:ea typeface="Arial"/>
                <a:cs typeface="Arial"/>
              </a:defRPr>
            </a:lvl9pPr>
          </a:lstStyle>
          <a:p xmlns:a="http://schemas.openxmlformats.org/drawingml/2006/main">
            <a:pPr>
              <a:defRPr sz="2175" b="0">
                <a:solidFill>
                  <a:srgbClr val="005293"/>
                </a:solidFill>
                <a:latin typeface="Arial"/>
                <a:ea typeface="Arial"/>
                <a:cs typeface="Arial"/>
              </a:defRPr>
            </a:pPr>
            <a:r>
              <a:t>Vorlesungen(</a:t>
            </a:r>
            <a:r>
              <a:rPr b="1" u="sng"/>
              <a:t>VorlNr</a:t>
            </a:r>
            <a:r>
              <a:t>, </a:t>
            </a:r>
            <a:r>
              <a:t>Titel</a:t>
            </a:r>
            <a:r>
              <a:t>, </a:t>
            </a:r>
            <a:r>
              <a:t>SWS</a:t>
            </a:r>
            <a:r>
              <a:t>, </a:t>
            </a:r>
            <a:r>
              <a:t>gelesenVon</a:t>
            </a:r>
            <a:r>
              <a:t>)</a:t>
            </a:r>
          </a:p>
        </p:txBody>
      </p:sp>
      <p:graphicFrame>
        <p:nvGraphicFramePr>
          <p:cNvPr id="4" name="">
            <a:extLst xmlns:a="http://schemas.openxmlformats.org/drawingml/2006/main">
              <a:ext uri="{FF2B5EF4-FFF2-40B4-BE49-F238E27FC236}">
                <a16:creationId xmlns:a16="http://schemas.microsoft.com/office/drawing/2014/main" id="{642638ED-3542-4D5F-BAA5-0023CC0B6A59}"/>
              </a:ext>
            </a:extLst>
          </p:cNvPr>
          <p:cNvGraphicFramePr/>
          <p:nvPr/>
        </p:nvGraphicFramePr>
        <p:xfrm>
          <a:off xmlns:a="http://schemas.openxmlformats.org/drawingml/2006/main" x="609600" y="2190750"/>
          <a:ext xmlns:a="http://schemas.openxmlformats.org/drawingml/2006/main" cx="10972800" cy="1905000"/>
        </p:xfrm>
        <a:graphic xmlns:a="http://schemas.openxmlformats.org/drawingml/2006/main">
          <a:graphicData uri="http://schemas.openxmlformats.org/drawingml/2006/table">
            <a:tbl>
              <a:tblPr/>
              <a:tblGrid>
                <a:gridCol w="2743200"/>
                <a:gridCol w="2743200"/>
                <a:gridCol w="2743200"/>
                <a:gridCol w="2743200"/>
              </a:tblGrid>
              <a:tr h="635000">
                <a:tc>
                  <a:txBody>
                    <a:bodyPr/>
                    <a:lstStyle/>
                    <a:p>
                      <a:r>
                        <a:rPr sz="1800" b="1" u="sng">
                          <a:solidFill>
                            <a:srgbClr val="FFFFFF"/>
                          </a:solidFill>
                          <a:latin typeface="Arial"/>
                          <a:ea typeface="Arial"/>
                          <a:cs typeface="Arial"/>
                        </a:rPr>
                        <a:t>VorlNr</a:t>
                      </a:r>
                    </a:p>
                  </a:txBody>
                  <a:tcPr marL="91440" marR="91440" marT="45720" marB="45720">
                    <a:lnL w="9525">
                      <a:solidFill>
                        <a:srgbClr val="D6E2EC"/>
                      </a:solidFill>
                      <a:prstDash val="solid"/>
                    </a:lnL>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Titel</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SWS</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gelesenVon</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r>
              <a:tr h="635000">
                <a:tc>
                  <a:txBody>
                    <a:bodyPr/>
                    <a:lstStyle/>
                    <a:p>
                      <a:r>
                        <a:rPr sz="1800" b="0">
                          <a:solidFill>
                            <a:srgbClr val="26313B"/>
                          </a:solidFill>
                          <a:latin typeface="Arial"/>
                          <a:ea typeface="Arial"/>
                          <a:cs typeface="Arial"/>
                        </a:rPr>
                        <a:t>5001</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Grundzüge</a:t>
                      </a:r>
                    </a:p>
                  </a:txBody>
                  <a:tcPr marL="91440" marR="91440" marT="45720" marB="45720">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4</a:t>
                      </a:r>
                    </a:p>
                  </a:txBody>
                  <a:tcPr marL="91440" marR="91440" marT="45720" marB="45720">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2125</a:t>
                      </a:r>
                    </a:p>
                  </a:txBody>
                  <a:tcPr marL="91440" marR="91440" marT="45720" marB="45720">
                    <a:lnR w="9525">
                      <a:solidFill>
                        <a:srgbClr val="D6E2EC"/>
                      </a:solidFill>
                      <a:prstDash val="solid"/>
                    </a:lnR>
                    <a:lnB w="9525">
                      <a:solidFill>
                        <a:srgbClr val="D6E2EC"/>
                      </a:solidFill>
                      <a:prstDash val="solid"/>
                    </a:lnB>
                    <a:solidFill>
                      <a:srgbClr val="FFFFFF"/>
                    </a:solidFill>
                  </a:tcPr>
                </a:tc>
              </a:tr>
              <a:tr h="635000">
                <a:tc>
                  <a:txBody>
                    <a:bodyPr/>
                    <a:lstStyle/>
                    <a:p>
                      <a:r>
                        <a:rPr sz="1800" b="0">
                          <a:solidFill>
                            <a:srgbClr val="26313B"/>
                          </a:solidFill>
                          <a:latin typeface="Arial"/>
                          <a:ea typeface="Arial"/>
                          <a:cs typeface="Arial"/>
                        </a:rPr>
                        <a:t>5041</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Ethik</a:t>
                      </a:r>
                    </a:p>
                  </a:txBody>
                  <a:tcPr marL="91440" marR="91440" marT="45720" marB="45720">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4</a:t>
                      </a:r>
                    </a:p>
                  </a:txBody>
                  <a:tcPr marL="91440" marR="91440" marT="45720" marB="45720">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2125</a:t>
                      </a:r>
                    </a:p>
                  </a:txBody>
                  <a:tcPr marL="91440" marR="91440" marT="45720" marB="45720">
                    <a:lnR w="9525">
                      <a:solidFill>
                        <a:srgbClr val="D6E2EC"/>
                      </a:solidFill>
                      <a:prstDash val="solid"/>
                    </a:lnR>
                    <a:lnB w="9525">
                      <a:solidFill>
                        <a:srgbClr val="D6E2EC"/>
                      </a:solidFill>
                      <a:prstDash val="solid"/>
                    </a:lnB>
                    <a:solidFill>
                      <a:srgbClr val="ECF3F8"/>
                    </a:solidFill>
                  </a:tcPr>
                </a:tc>
              </a:tr>
            </a:tbl>
          </a:graphicData>
        </a:graphic>
      </p:graphicFrame>
      <p:sp>
        <p:nvSpPr>
          <p:cNvPr id="5" name="">
            <a:extLst xmlns:a="http://schemas.openxmlformats.org/drawingml/2006/main">
              <a:ext uri="{FF2B5EF4-FFF2-40B4-BE49-F238E27FC236}">
                <a16:creationId xmlns:a16="http://schemas.microsoft.com/office/drawing/2014/main" id="{43F96C9E-C05B-409A-A36B-B935F3B6AFA0}"/>
              </a:ext>
            </a:extLst>
          </p:cNvPr>
          <p:cNvSpPr>
            <a:spLocks xmlns:a="http://schemas.openxmlformats.org/drawingml/2006/main" noGrp="1"/>
          </p:cNvSpPr>
          <p:nvPr/>
        </p:nvSpPr>
        <p:spPr>
          <a:xfrm xmlns:a="http://schemas.openxmlformats.org/drawingml/2006/main">
            <a:off x="609600" y="4429125"/>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1">
                <a:solidFill>
                  <a:srgbClr val="005293"/>
                </a:solidFill>
                <a:latin typeface="Arial"/>
                <a:ea typeface="Arial"/>
                <a:cs typeface="Arial"/>
              </a:defRPr>
            </a:defPPr>
            <a:lvl1pPr>
              <a:defRPr sz="2175" b="1">
                <a:solidFill>
                  <a:srgbClr val="005293"/>
                </a:solidFill>
                <a:latin typeface="Arial"/>
                <a:ea typeface="Arial"/>
                <a:cs typeface="Arial"/>
              </a:defRPr>
            </a:lvl1pPr>
            <a:lvl2pPr>
              <a:defRPr sz="2175" b="1">
                <a:solidFill>
                  <a:srgbClr val="005293"/>
                </a:solidFill>
                <a:latin typeface="Arial"/>
                <a:ea typeface="Arial"/>
                <a:cs typeface="Arial"/>
              </a:defRPr>
            </a:lvl2pPr>
            <a:lvl3pPr>
              <a:defRPr sz="2175" b="1">
                <a:solidFill>
                  <a:srgbClr val="005293"/>
                </a:solidFill>
                <a:latin typeface="Arial"/>
                <a:ea typeface="Arial"/>
                <a:cs typeface="Arial"/>
              </a:defRPr>
            </a:lvl3pPr>
            <a:lvl4pPr>
              <a:defRPr sz="2175" b="1">
                <a:solidFill>
                  <a:srgbClr val="005293"/>
                </a:solidFill>
                <a:latin typeface="Arial"/>
                <a:ea typeface="Arial"/>
                <a:cs typeface="Arial"/>
              </a:defRPr>
            </a:lvl4pPr>
            <a:lvl5pPr>
              <a:defRPr sz="2175" b="1">
                <a:solidFill>
                  <a:srgbClr val="005293"/>
                </a:solidFill>
                <a:latin typeface="Arial"/>
                <a:ea typeface="Arial"/>
                <a:cs typeface="Arial"/>
              </a:defRPr>
            </a:lvl5pPr>
            <a:lvl6pPr>
              <a:defRPr sz="2175" b="1">
                <a:solidFill>
                  <a:srgbClr val="005293"/>
                </a:solidFill>
                <a:latin typeface="Arial"/>
                <a:ea typeface="Arial"/>
                <a:cs typeface="Arial"/>
              </a:defRPr>
            </a:lvl6pPr>
            <a:lvl7pPr>
              <a:defRPr sz="2175" b="1">
                <a:solidFill>
                  <a:srgbClr val="005293"/>
                </a:solidFill>
                <a:latin typeface="Arial"/>
                <a:ea typeface="Arial"/>
                <a:cs typeface="Arial"/>
              </a:defRPr>
            </a:lvl7pPr>
            <a:lvl8pPr>
              <a:defRPr sz="2175" b="1">
                <a:solidFill>
                  <a:srgbClr val="005293"/>
                </a:solidFill>
                <a:latin typeface="Arial"/>
                <a:ea typeface="Arial"/>
                <a:cs typeface="Arial"/>
              </a:defRPr>
            </a:lvl8pPr>
            <a:lvl9pPr>
              <a:defRPr sz="2175" b="1">
                <a:solidFill>
                  <a:srgbClr val="005293"/>
                </a:solidFill>
                <a:latin typeface="Arial"/>
                <a:ea typeface="Arial"/>
                <a:cs typeface="Arial"/>
              </a:defRPr>
            </a:lvl9pPr>
          </a:lstStyle>
          <a:p xmlns:a="http://schemas.openxmlformats.org/drawingml/2006/main">
            <a:pPr>
              <a:defRPr sz="2175" b="1">
                <a:solidFill>
                  <a:srgbClr val="005293"/>
                </a:solidFill>
                <a:latin typeface="Arial"/>
                <a:ea typeface="Arial"/>
                <a:cs typeface="Arial"/>
              </a:defRPr>
            </a:pPr>
            <a:r>
              <a:rPr sz="2175" b="1">
                <a:solidFill>
                  <a:srgbClr val="005293"/>
                </a:solidFill>
                <a:latin typeface="Arial"/>
                <a:ea typeface="Arial"/>
                <a:cs typeface="Arial"/>
              </a:rPr>
              <a:t>lesen und Vorlesungen haben denselben Primärschlüssel VorlNr.</a:t>
            </a:r>
          </a:p>
        </p:txBody>
      </p:sp>
      <p:sp>
        <p:nvSpPr>
          <p:cNvPr id="6" name="">
            <a:extLst xmlns:a="http://schemas.openxmlformats.org/drawingml/2006/main">
              <a:ext uri="{FF2B5EF4-FFF2-40B4-BE49-F238E27FC236}">
                <a16:creationId xmlns:a16="http://schemas.microsoft.com/office/drawing/2014/main" id="{3083E785-8706-4B54-914E-B2213E038E2A}"/>
              </a:ext>
            </a:extLst>
          </p:cNvPr>
          <p:cNvSpPr>
            <a:spLocks xmlns:a="http://schemas.openxmlformats.org/drawingml/2006/main" noGrp="1"/>
          </p:cNvSpPr>
          <p:nvPr/>
        </p:nvSpPr>
        <p:spPr>
          <a:xfrm xmlns:a="http://schemas.openxmlformats.org/drawingml/2006/main">
            <a:off x="609600" y="5000625"/>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6313B"/>
                </a:solidFill>
                <a:latin typeface="Arial"/>
                <a:ea typeface="Arial"/>
                <a:cs typeface="Arial"/>
              </a:defRPr>
            </a:defPPr>
            <a:lvl1pPr>
              <a:defRPr sz="2100" b="0">
                <a:solidFill>
                  <a:srgbClr val="26313B"/>
                </a:solidFill>
                <a:latin typeface="Arial"/>
                <a:ea typeface="Arial"/>
                <a:cs typeface="Arial"/>
              </a:defRPr>
            </a:lvl1pPr>
            <a:lvl2pPr>
              <a:defRPr sz="2100" b="0">
                <a:solidFill>
                  <a:srgbClr val="26313B"/>
                </a:solidFill>
                <a:latin typeface="Arial"/>
                <a:ea typeface="Arial"/>
                <a:cs typeface="Arial"/>
              </a:defRPr>
            </a:lvl2pPr>
            <a:lvl3pPr>
              <a:defRPr sz="2100" b="0">
                <a:solidFill>
                  <a:srgbClr val="26313B"/>
                </a:solidFill>
                <a:latin typeface="Arial"/>
                <a:ea typeface="Arial"/>
                <a:cs typeface="Arial"/>
              </a:defRPr>
            </a:lvl3pPr>
            <a:lvl4pPr>
              <a:defRPr sz="2100" b="0">
                <a:solidFill>
                  <a:srgbClr val="26313B"/>
                </a:solidFill>
                <a:latin typeface="Arial"/>
                <a:ea typeface="Arial"/>
                <a:cs typeface="Arial"/>
              </a:defRPr>
            </a:lvl4pPr>
            <a:lvl5pPr>
              <a:defRPr sz="2100" b="0">
                <a:solidFill>
                  <a:srgbClr val="26313B"/>
                </a:solidFill>
                <a:latin typeface="Arial"/>
                <a:ea typeface="Arial"/>
                <a:cs typeface="Arial"/>
              </a:defRPr>
            </a:lvl5pPr>
            <a:lvl6pPr>
              <a:defRPr sz="2100" b="0">
                <a:solidFill>
                  <a:srgbClr val="26313B"/>
                </a:solidFill>
                <a:latin typeface="Arial"/>
                <a:ea typeface="Arial"/>
                <a:cs typeface="Arial"/>
              </a:defRPr>
            </a:lvl6pPr>
            <a:lvl7pPr>
              <a:defRPr sz="2100" b="0">
                <a:solidFill>
                  <a:srgbClr val="26313B"/>
                </a:solidFill>
                <a:latin typeface="Arial"/>
                <a:ea typeface="Arial"/>
                <a:cs typeface="Arial"/>
              </a:defRPr>
            </a:lvl7pPr>
            <a:lvl8pPr>
              <a:defRPr sz="2100" b="0">
                <a:solidFill>
                  <a:srgbClr val="26313B"/>
                </a:solidFill>
                <a:latin typeface="Arial"/>
                <a:ea typeface="Arial"/>
                <a:cs typeface="Arial"/>
              </a:defRPr>
            </a:lvl8pPr>
            <a:lvl9pPr>
              <a:defRPr sz="2100" b="0">
                <a:solidFill>
                  <a:srgbClr val="26313B"/>
                </a:solidFill>
                <a:latin typeface="Arial"/>
                <a:ea typeface="Arial"/>
                <a:cs typeface="Arial"/>
              </a:defRPr>
            </a:lvl9pPr>
          </a:lstStyle>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PersNr wandert als gelesenVon in Vorlesungen; Professoren bleibt erhalten.</a:t>
            </a:r>
          </a:p>
        </p:txBody>
      </p:sp>
      <p:sp>
        <p:nvSpPr>
          <p:cNvPr id="7" name="">
            <a:extLst xmlns:a="http://schemas.openxmlformats.org/drawingml/2006/main">
              <a:ext uri="{FF2B5EF4-FFF2-40B4-BE49-F238E27FC236}">
                <a16:creationId xmlns:a16="http://schemas.microsoft.com/office/drawing/2014/main" id="{838689F3-76F6-43FA-A6DA-F8CE12D7F145}"/>
              </a:ext>
            </a:extLst>
          </p:cNvPr>
          <p:cNvSpPr>
            <a:spLocks xmlns:a="http://schemas.openxmlformats.org/drawingml/2006/main" noGrp="1"/>
          </p:cNvSpPr>
          <p:nvPr/>
        </p:nvSpPr>
        <p:spPr>
          <a:xfrm xmlns:a="http://schemas.openxmlformats.org/drawingml/2006/main">
            <a:off x="609600" y="5572125"/>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6313B"/>
                </a:solidFill>
                <a:latin typeface="Arial"/>
                <a:ea typeface="Arial"/>
                <a:cs typeface="Arial"/>
              </a:defRPr>
            </a:defPPr>
            <a:lvl1pPr>
              <a:defRPr sz="2100" b="0">
                <a:solidFill>
                  <a:srgbClr val="26313B"/>
                </a:solidFill>
                <a:latin typeface="Arial"/>
                <a:ea typeface="Arial"/>
                <a:cs typeface="Arial"/>
              </a:defRPr>
            </a:lvl1pPr>
            <a:lvl2pPr>
              <a:defRPr sz="2100" b="0">
                <a:solidFill>
                  <a:srgbClr val="26313B"/>
                </a:solidFill>
                <a:latin typeface="Arial"/>
                <a:ea typeface="Arial"/>
                <a:cs typeface="Arial"/>
              </a:defRPr>
            </a:lvl2pPr>
            <a:lvl3pPr>
              <a:defRPr sz="2100" b="0">
                <a:solidFill>
                  <a:srgbClr val="26313B"/>
                </a:solidFill>
                <a:latin typeface="Arial"/>
                <a:ea typeface="Arial"/>
                <a:cs typeface="Arial"/>
              </a:defRPr>
            </a:lvl3pPr>
            <a:lvl4pPr>
              <a:defRPr sz="2100" b="0">
                <a:solidFill>
                  <a:srgbClr val="26313B"/>
                </a:solidFill>
                <a:latin typeface="Arial"/>
                <a:ea typeface="Arial"/>
                <a:cs typeface="Arial"/>
              </a:defRPr>
            </a:lvl4pPr>
            <a:lvl5pPr>
              <a:defRPr sz="2100" b="0">
                <a:solidFill>
                  <a:srgbClr val="26313B"/>
                </a:solidFill>
                <a:latin typeface="Arial"/>
                <a:ea typeface="Arial"/>
                <a:cs typeface="Arial"/>
              </a:defRPr>
            </a:lvl5pPr>
            <a:lvl6pPr>
              <a:defRPr sz="2100" b="0">
                <a:solidFill>
                  <a:srgbClr val="26313B"/>
                </a:solidFill>
                <a:latin typeface="Arial"/>
                <a:ea typeface="Arial"/>
                <a:cs typeface="Arial"/>
              </a:defRPr>
            </a:lvl6pPr>
            <a:lvl7pPr>
              <a:defRPr sz="2100" b="0">
                <a:solidFill>
                  <a:srgbClr val="26313B"/>
                </a:solidFill>
                <a:latin typeface="Arial"/>
                <a:ea typeface="Arial"/>
                <a:cs typeface="Arial"/>
              </a:defRPr>
            </a:lvl7pPr>
            <a:lvl8pPr>
              <a:defRPr sz="2100" b="0">
                <a:solidFill>
                  <a:srgbClr val="26313B"/>
                </a:solidFill>
                <a:latin typeface="Arial"/>
                <a:ea typeface="Arial"/>
                <a:cs typeface="Arial"/>
              </a:defRPr>
            </a:lvl8pPr>
            <a:lvl9pPr>
              <a:defRPr sz="2100" b="0">
                <a:solidFill>
                  <a:srgbClr val="26313B"/>
                </a:solidFill>
                <a:latin typeface="Arial"/>
                <a:ea typeface="Arial"/>
                <a:cs typeface="Arial"/>
              </a:defRPr>
            </a:lvl9pPr>
          </a:lstStyle>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gelesenVon → Professoren.PersNr. Eine eigene Tabelle lesen entfällt.</a:t>
            </a:r>
          </a:p>
        </p:txBody>
      </p:sp>
      <p:sp>
        <p:nvSpPr>
          <p:cNvPr id="8" name="">
            <a:extLst xmlns:a="http://schemas.openxmlformats.org/drawingml/2006/main">
              <a:ext uri="{FF2B5EF4-FFF2-40B4-BE49-F238E27FC236}">
                <a16:creationId xmlns:a16="http://schemas.microsoft.com/office/drawing/2014/main" id="{7B0FFAE9-CD42-453F-AD87-5A48F25B8A9C}"/>
              </a:ext>
            </a:extLst>
          </p:cNvPr>
          <p:cNvSpPr>
            <a:spLocks xmlns:a="http://schemas.openxmlformats.org/drawingml/2006/main" noGrp="1"/>
          </p:cNvSpPr>
          <p:nvPr/>
        </p:nvSpPr>
        <p:spPr>
          <a:xfrm xmlns:a="http://schemas.openxmlformats.org/drawingml/2006/main">
            <a:off x="11144250" y="644842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18</a:t>
            </a:r>
          </a:p>
        </p:txBody>
      </p:sp>
    </p:spTree>
    <p:extLst>
      <p:ext uri="{BB962C8B-B14F-4D97-AF65-F5344CB8AC3E}">
        <p14:creationId xmlns:p14="http://schemas.microsoft.com/office/powerpoint/2010/main" val="97531022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94C692-1B17-4939-8710-B8865FFB903F}"/>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Vereinfachung und optionale Teilnahme</a:t>
            </a:r>
          </a:p>
        </p:txBody>
      </p:sp>
      <p:sp>
        <p:nvSpPr>
          <p:cNvPr id="2" name="">
            <a:extLst xmlns:a="http://schemas.openxmlformats.org/drawingml/2006/main">
              <a:ext uri="{FF2B5EF4-FFF2-40B4-BE49-F238E27FC236}">
                <a16:creationId xmlns:a16="http://schemas.microsoft.com/office/drawing/2014/main" id="{33296007-683D-4AD4-B275-B17DAFDB7ED0}"/>
              </a:ext>
            </a:extLst>
          </p:cNvPr>
          <p:cNvSpPr>
            <a:spLocks xmlns:a="http://schemas.openxmlformats.org/drawingml/2006/main" noGrp="1"/>
          </p:cNvSpPr>
          <p:nvPr/>
        </p:nvSpPr>
        <p:spPr>
          <a:xfrm xmlns:a="http://schemas.openxmlformats.org/drawingml/2006/main">
            <a:off x="609600" y="64484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97C4C97E-31D6-445C-8A2D-04734000E21A}"/>
              </a:ext>
            </a:extLst>
          </p:cNvPr>
          <p:cNvSpPr>
            <a:spLocks xmlns:a="http://schemas.openxmlformats.org/drawingml/2006/main" noGrp="1"/>
          </p:cNvSpPr>
          <p:nvPr/>
        </p:nvSpPr>
        <p:spPr>
          <a:xfrm xmlns:a="http://schemas.openxmlformats.org/drawingml/2006/main">
            <a:off x="609600" y="1381125"/>
            <a:ext cx="10972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005293"/>
                </a:solidFill>
                <a:latin typeface="Arial"/>
                <a:ea typeface="Arial"/>
                <a:cs typeface="Arial"/>
              </a:defRPr>
            </a:defPPr>
            <a:lvl1pPr>
              <a:defRPr sz="2550" b="1">
                <a:solidFill>
                  <a:srgbClr val="005293"/>
                </a:solidFill>
                <a:latin typeface="Arial"/>
                <a:ea typeface="Arial"/>
                <a:cs typeface="Arial"/>
              </a:defRPr>
            </a:lvl1pPr>
            <a:lvl2pPr>
              <a:defRPr sz="2550" b="1">
                <a:solidFill>
                  <a:srgbClr val="005293"/>
                </a:solidFill>
                <a:latin typeface="Arial"/>
                <a:ea typeface="Arial"/>
                <a:cs typeface="Arial"/>
              </a:defRPr>
            </a:lvl2pPr>
            <a:lvl3pPr>
              <a:defRPr sz="2550" b="1">
                <a:solidFill>
                  <a:srgbClr val="005293"/>
                </a:solidFill>
                <a:latin typeface="Arial"/>
                <a:ea typeface="Arial"/>
                <a:cs typeface="Arial"/>
              </a:defRPr>
            </a:lvl3pPr>
            <a:lvl4pPr>
              <a:defRPr sz="2550" b="1">
                <a:solidFill>
                  <a:srgbClr val="005293"/>
                </a:solidFill>
                <a:latin typeface="Arial"/>
                <a:ea typeface="Arial"/>
                <a:cs typeface="Arial"/>
              </a:defRPr>
            </a:lvl4pPr>
            <a:lvl5pPr>
              <a:defRPr sz="2550" b="1">
                <a:solidFill>
                  <a:srgbClr val="005293"/>
                </a:solidFill>
                <a:latin typeface="Arial"/>
                <a:ea typeface="Arial"/>
                <a:cs typeface="Arial"/>
              </a:defRPr>
            </a:lvl5pPr>
            <a:lvl6pPr>
              <a:defRPr sz="2550" b="1">
                <a:solidFill>
                  <a:srgbClr val="005293"/>
                </a:solidFill>
                <a:latin typeface="Arial"/>
                <a:ea typeface="Arial"/>
                <a:cs typeface="Arial"/>
              </a:defRPr>
            </a:lvl6pPr>
            <a:lvl7pPr>
              <a:defRPr sz="2550" b="1">
                <a:solidFill>
                  <a:srgbClr val="005293"/>
                </a:solidFill>
                <a:latin typeface="Arial"/>
                <a:ea typeface="Arial"/>
                <a:cs typeface="Arial"/>
              </a:defRPr>
            </a:lvl7pPr>
            <a:lvl8pPr>
              <a:defRPr sz="2550" b="1">
                <a:solidFill>
                  <a:srgbClr val="005293"/>
                </a:solidFill>
                <a:latin typeface="Arial"/>
                <a:ea typeface="Arial"/>
                <a:cs typeface="Arial"/>
              </a:defRPr>
            </a:lvl8pPr>
            <a:lvl9pPr>
              <a:defRPr sz="2550" b="1">
                <a:solidFill>
                  <a:srgbClr val="005293"/>
                </a:solidFill>
                <a:latin typeface="Arial"/>
                <a:ea typeface="Arial"/>
                <a:cs typeface="Arial"/>
              </a:defRPr>
            </a:lvl9pPr>
          </a:lstStyle>
          <a:p xmlns:a="http://schemas.openxmlformats.org/drawingml/2006/main">
            <a:pPr>
              <a:defRPr sz="2550" b="1">
                <a:solidFill>
                  <a:srgbClr val="005293"/>
                </a:solidFill>
                <a:latin typeface="Arial"/>
                <a:ea typeface="Arial"/>
                <a:cs typeface="Arial"/>
              </a:defRPr>
            </a:pPr>
            <a:r>
              <a:rPr sz="2550" b="1">
                <a:solidFill>
                  <a:srgbClr val="005293"/>
                </a:solidFill>
                <a:latin typeface="Arial"/>
                <a:ea typeface="Arial"/>
                <a:cs typeface="Arial"/>
              </a:rPr>
              <a:t>Eine 1 bedeutet „höchstens eins“, nicht „genau eins“.</a:t>
            </a:r>
          </a:p>
        </p:txBody>
      </p:sp>
      <p:graphicFrame>
        <p:nvGraphicFramePr>
          <p:cNvPr id="4" name="">
            <a:extLst xmlns:a="http://schemas.openxmlformats.org/drawingml/2006/main">
              <a:ext uri="{FF2B5EF4-FFF2-40B4-BE49-F238E27FC236}">
                <a16:creationId xmlns:a16="http://schemas.microsoft.com/office/drawing/2014/main" id="{05BA36ED-7BFD-4B90-ADE1-31DEE6CB7BF8}"/>
              </a:ext>
            </a:extLst>
          </p:cNvPr>
          <p:cNvGraphicFramePr/>
          <p:nvPr/>
        </p:nvGraphicFramePr>
        <p:xfrm>
          <a:off xmlns:a="http://schemas.openxmlformats.org/drawingml/2006/main" x="609600" y="2333625"/>
          <a:ext xmlns:a="http://schemas.openxmlformats.org/drawingml/2006/main" cx="10972800" cy="1809750"/>
        </p:xfrm>
        <a:graphic xmlns:a="http://schemas.openxmlformats.org/drawingml/2006/main">
          <a:graphicData uri="http://schemas.openxmlformats.org/drawingml/2006/table">
            <a:tbl>
              <a:tblPr/>
              <a:tblGrid>
                <a:gridCol w="2743200"/>
                <a:gridCol w="2743200"/>
                <a:gridCol w="2743200"/>
                <a:gridCol w="2743200"/>
              </a:tblGrid>
              <a:tr h="603250">
                <a:tc>
                  <a:txBody>
                    <a:bodyPr/>
                    <a:lstStyle/>
                    <a:p>
                      <a:r>
                        <a:rPr sz="1800" b="1" u="sng">
                          <a:solidFill>
                            <a:srgbClr val="FFFFFF"/>
                          </a:solidFill>
                          <a:latin typeface="Arial"/>
                          <a:ea typeface="Arial"/>
                          <a:cs typeface="Arial"/>
                        </a:rPr>
                        <a:t>VorlNr</a:t>
                      </a:r>
                    </a:p>
                  </a:txBody>
                  <a:tcPr marL="91440" marR="91440" marT="45720" marB="45720">
                    <a:lnL w="9525">
                      <a:solidFill>
                        <a:srgbClr val="D6E2EC"/>
                      </a:solidFill>
                      <a:prstDash val="solid"/>
                    </a:lnL>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Titel</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SWS</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gelesenVon</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r>
              <a:tr h="603250">
                <a:tc>
                  <a:txBody>
                    <a:bodyPr/>
                    <a:lstStyle/>
                    <a:p>
                      <a:r>
                        <a:rPr sz="1800" b="0">
                          <a:solidFill>
                            <a:srgbClr val="26313B"/>
                          </a:solidFill>
                          <a:latin typeface="Arial"/>
                          <a:ea typeface="Arial"/>
                          <a:cs typeface="Arial"/>
                        </a:rPr>
                        <a:t>5001</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Grundzüge</a:t>
                      </a:r>
                    </a:p>
                  </a:txBody>
                  <a:tcPr marL="91440" marR="91440" marT="45720" marB="45720">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4</a:t>
                      </a:r>
                    </a:p>
                  </a:txBody>
                  <a:tcPr marL="91440" marR="91440" marT="45720" marB="45720">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2125</a:t>
                      </a:r>
                    </a:p>
                  </a:txBody>
                  <a:tcPr marL="91440" marR="91440" marT="45720" marB="45720">
                    <a:lnR w="9525">
                      <a:solidFill>
                        <a:srgbClr val="D6E2EC"/>
                      </a:solidFill>
                      <a:prstDash val="solid"/>
                    </a:lnR>
                    <a:lnB w="9525">
                      <a:solidFill>
                        <a:srgbClr val="D6E2EC"/>
                      </a:solidFill>
                      <a:prstDash val="solid"/>
                    </a:lnB>
                    <a:solidFill>
                      <a:srgbClr val="FFFFFF"/>
                    </a:solidFill>
                  </a:tcPr>
                </a:tc>
              </a:tr>
              <a:tr h="603250">
                <a:tc>
                  <a:txBody>
                    <a:bodyPr/>
                    <a:lstStyle/>
                    <a:p>
                      <a:r>
                        <a:rPr sz="1800" b="0">
                          <a:solidFill>
                            <a:srgbClr val="26313B"/>
                          </a:solidFill>
                          <a:latin typeface="Arial"/>
                          <a:ea typeface="Arial"/>
                          <a:cs typeface="Arial"/>
                        </a:rPr>
                        <a:t>6000</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Neue Vorlesung</a:t>
                      </a:r>
                    </a:p>
                  </a:txBody>
                  <a:tcPr marL="91440" marR="91440" marT="45720" marB="45720">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2</a:t>
                      </a:r>
                    </a:p>
                  </a:txBody>
                  <a:tcPr marL="91440" marR="91440" marT="45720" marB="45720">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NULL</a:t>
                      </a:r>
                    </a:p>
                  </a:txBody>
                  <a:tcPr marL="91440" marR="91440" marT="45720" marB="45720">
                    <a:lnR w="9525">
                      <a:solidFill>
                        <a:srgbClr val="D6E2EC"/>
                      </a:solidFill>
                      <a:prstDash val="solid"/>
                    </a:lnR>
                    <a:lnB w="9525">
                      <a:solidFill>
                        <a:srgbClr val="D6E2EC"/>
                      </a:solidFill>
                      <a:prstDash val="solid"/>
                    </a:lnB>
                    <a:solidFill>
                      <a:srgbClr val="ECF3F8"/>
                    </a:solidFill>
                  </a:tcPr>
                </a:tc>
              </a:tr>
            </a:tbl>
          </a:graphicData>
        </a:graphic>
      </p:graphicFrame>
      <p:sp>
        <p:nvSpPr>
          <p:cNvPr id="5" name="">
            <a:extLst xmlns:a="http://schemas.openxmlformats.org/drawingml/2006/main">
              <a:ext uri="{FF2B5EF4-FFF2-40B4-BE49-F238E27FC236}">
                <a16:creationId xmlns:a16="http://schemas.microsoft.com/office/drawing/2014/main" id="{92C18F56-60F8-49FC-BB40-2E2FD5844E81}"/>
              </a:ext>
            </a:extLst>
          </p:cNvPr>
          <p:cNvSpPr>
            <a:spLocks xmlns:a="http://schemas.openxmlformats.org/drawingml/2006/main" noGrp="1"/>
          </p:cNvSpPr>
          <p:nvPr/>
        </p:nvSpPr>
        <p:spPr>
          <a:xfrm xmlns:a="http://schemas.openxmlformats.org/drawingml/2006/main">
            <a:off x="609600" y="4429125"/>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6313B"/>
                </a:solidFill>
                <a:latin typeface="Arial"/>
                <a:ea typeface="Arial"/>
                <a:cs typeface="Arial"/>
              </a:defRPr>
            </a:defPPr>
            <a:lvl1pPr>
              <a:defRPr sz="2100" b="0">
                <a:solidFill>
                  <a:srgbClr val="26313B"/>
                </a:solidFill>
                <a:latin typeface="Arial"/>
                <a:ea typeface="Arial"/>
                <a:cs typeface="Arial"/>
              </a:defRPr>
            </a:lvl1pPr>
            <a:lvl2pPr>
              <a:defRPr sz="2100" b="0">
                <a:solidFill>
                  <a:srgbClr val="26313B"/>
                </a:solidFill>
                <a:latin typeface="Arial"/>
                <a:ea typeface="Arial"/>
                <a:cs typeface="Arial"/>
              </a:defRPr>
            </a:lvl2pPr>
            <a:lvl3pPr>
              <a:defRPr sz="2100" b="0">
                <a:solidFill>
                  <a:srgbClr val="26313B"/>
                </a:solidFill>
                <a:latin typeface="Arial"/>
                <a:ea typeface="Arial"/>
                <a:cs typeface="Arial"/>
              </a:defRPr>
            </a:lvl3pPr>
            <a:lvl4pPr>
              <a:defRPr sz="2100" b="0">
                <a:solidFill>
                  <a:srgbClr val="26313B"/>
                </a:solidFill>
                <a:latin typeface="Arial"/>
                <a:ea typeface="Arial"/>
                <a:cs typeface="Arial"/>
              </a:defRPr>
            </a:lvl4pPr>
            <a:lvl5pPr>
              <a:defRPr sz="2100" b="0">
                <a:solidFill>
                  <a:srgbClr val="26313B"/>
                </a:solidFill>
                <a:latin typeface="Arial"/>
                <a:ea typeface="Arial"/>
                <a:cs typeface="Arial"/>
              </a:defRPr>
            </a:lvl5pPr>
            <a:lvl6pPr>
              <a:defRPr sz="2100" b="0">
                <a:solidFill>
                  <a:srgbClr val="26313B"/>
                </a:solidFill>
                <a:latin typeface="Arial"/>
                <a:ea typeface="Arial"/>
                <a:cs typeface="Arial"/>
              </a:defRPr>
            </a:lvl6pPr>
            <a:lvl7pPr>
              <a:defRPr sz="2100" b="0">
                <a:solidFill>
                  <a:srgbClr val="26313B"/>
                </a:solidFill>
                <a:latin typeface="Arial"/>
                <a:ea typeface="Arial"/>
                <a:cs typeface="Arial"/>
              </a:defRPr>
            </a:lvl7pPr>
            <a:lvl8pPr>
              <a:defRPr sz="2100" b="0">
                <a:solidFill>
                  <a:srgbClr val="26313B"/>
                </a:solidFill>
                <a:latin typeface="Arial"/>
                <a:ea typeface="Arial"/>
                <a:cs typeface="Arial"/>
              </a:defRPr>
            </a:lvl8pPr>
            <a:lvl9pPr>
              <a:defRPr sz="2100" b="0">
                <a:solidFill>
                  <a:srgbClr val="26313B"/>
                </a:solidFill>
                <a:latin typeface="Arial"/>
                <a:ea typeface="Arial"/>
                <a:cs typeface="Arial"/>
              </a:defRPr>
            </a:lvl9pPr>
          </a:lstStyle>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Ungekürzt: Die Vorlesung existiert, aber es gibt kein lesen-Tupel.</a:t>
            </a:r>
          </a:p>
        </p:txBody>
      </p:sp>
      <p:sp>
        <p:nvSpPr>
          <p:cNvPr id="6" name="">
            <a:extLst xmlns:a="http://schemas.openxmlformats.org/drawingml/2006/main">
              <a:ext uri="{FF2B5EF4-FFF2-40B4-BE49-F238E27FC236}">
                <a16:creationId xmlns:a16="http://schemas.microsoft.com/office/drawing/2014/main" id="{FFABF9D6-9E07-4A21-8465-246F90109F55}"/>
              </a:ext>
            </a:extLst>
          </p:cNvPr>
          <p:cNvSpPr>
            <a:spLocks xmlns:a="http://schemas.openxmlformats.org/drawingml/2006/main" noGrp="1"/>
          </p:cNvSpPr>
          <p:nvPr/>
        </p:nvSpPr>
        <p:spPr>
          <a:xfrm xmlns:a="http://schemas.openxmlformats.org/drawingml/2006/main">
            <a:off x="609600" y="5000625"/>
            <a:ext cx="10972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6313B"/>
                </a:solidFill>
                <a:latin typeface="Arial"/>
                <a:ea typeface="Arial"/>
                <a:cs typeface="Arial"/>
              </a:defRPr>
            </a:defPPr>
            <a:lvl1pPr>
              <a:defRPr sz="2100" b="0">
                <a:solidFill>
                  <a:srgbClr val="26313B"/>
                </a:solidFill>
                <a:latin typeface="Arial"/>
                <a:ea typeface="Arial"/>
                <a:cs typeface="Arial"/>
              </a:defRPr>
            </a:lvl1pPr>
            <a:lvl2pPr>
              <a:defRPr sz="2100" b="0">
                <a:solidFill>
                  <a:srgbClr val="26313B"/>
                </a:solidFill>
                <a:latin typeface="Arial"/>
                <a:ea typeface="Arial"/>
                <a:cs typeface="Arial"/>
              </a:defRPr>
            </a:lvl2pPr>
            <a:lvl3pPr>
              <a:defRPr sz="2100" b="0">
                <a:solidFill>
                  <a:srgbClr val="26313B"/>
                </a:solidFill>
                <a:latin typeface="Arial"/>
                <a:ea typeface="Arial"/>
                <a:cs typeface="Arial"/>
              </a:defRPr>
            </a:lvl3pPr>
            <a:lvl4pPr>
              <a:defRPr sz="2100" b="0">
                <a:solidFill>
                  <a:srgbClr val="26313B"/>
                </a:solidFill>
                <a:latin typeface="Arial"/>
                <a:ea typeface="Arial"/>
                <a:cs typeface="Arial"/>
              </a:defRPr>
            </a:lvl4pPr>
            <a:lvl5pPr>
              <a:defRPr sz="2100" b="0">
                <a:solidFill>
                  <a:srgbClr val="26313B"/>
                </a:solidFill>
                <a:latin typeface="Arial"/>
                <a:ea typeface="Arial"/>
                <a:cs typeface="Arial"/>
              </a:defRPr>
            </a:lvl5pPr>
            <a:lvl6pPr>
              <a:defRPr sz="2100" b="0">
                <a:solidFill>
                  <a:srgbClr val="26313B"/>
                </a:solidFill>
                <a:latin typeface="Arial"/>
                <a:ea typeface="Arial"/>
                <a:cs typeface="Arial"/>
              </a:defRPr>
            </a:lvl6pPr>
            <a:lvl7pPr>
              <a:defRPr sz="2100" b="0">
                <a:solidFill>
                  <a:srgbClr val="26313B"/>
                </a:solidFill>
                <a:latin typeface="Arial"/>
                <a:ea typeface="Arial"/>
                <a:cs typeface="Arial"/>
              </a:defRPr>
            </a:lvl7pPr>
            <a:lvl8pPr>
              <a:defRPr sz="2100" b="0">
                <a:solidFill>
                  <a:srgbClr val="26313B"/>
                </a:solidFill>
                <a:latin typeface="Arial"/>
                <a:ea typeface="Arial"/>
                <a:cs typeface="Arial"/>
              </a:defRPr>
            </a:lvl8pPr>
            <a:lvl9pPr>
              <a:defRPr sz="2100" b="0">
                <a:solidFill>
                  <a:srgbClr val="26313B"/>
                </a:solidFill>
                <a:latin typeface="Arial"/>
                <a:ea typeface="Arial"/>
                <a:cs typeface="Arial"/>
              </a:defRPr>
            </a:lvl9pPr>
          </a:lstStyle>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Gekürzt: Die Vorlesung bleibt erhalten; der optionale Fremdschlüssel ist NULL.</a:t>
            </a:r>
          </a:p>
        </p:txBody>
      </p:sp>
      <p:sp>
        <p:nvSpPr>
          <p:cNvPr id="7" name="">
            <a:extLst xmlns:a="http://schemas.openxmlformats.org/drawingml/2006/main">
              <a:ext uri="{FF2B5EF4-FFF2-40B4-BE49-F238E27FC236}">
                <a16:creationId xmlns:a16="http://schemas.microsoft.com/office/drawing/2014/main" id="{B9B0D768-CE3E-4D3C-B9CD-6BDF45145F7D}"/>
              </a:ext>
            </a:extLst>
          </p:cNvPr>
          <p:cNvSpPr>
            <a:spLocks xmlns:a="http://schemas.openxmlformats.org/drawingml/2006/main" noGrp="1"/>
          </p:cNvSpPr>
          <p:nvPr/>
        </p:nvSpPr>
        <p:spPr>
          <a:xfrm xmlns:a="http://schemas.openxmlformats.org/drawingml/2006/main">
            <a:off x="609600" y="5619750"/>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950" b="0">
                <a:solidFill>
                  <a:srgbClr val="26313B"/>
                </a:solidFill>
                <a:latin typeface="Arial"/>
                <a:ea typeface="Arial"/>
                <a:cs typeface="Arial"/>
              </a:defRPr>
            </a:defPPr>
            <a:lvl1pPr>
              <a:defRPr sz="1950" b="0">
                <a:solidFill>
                  <a:srgbClr val="26313B"/>
                </a:solidFill>
                <a:latin typeface="Arial"/>
                <a:ea typeface="Arial"/>
                <a:cs typeface="Arial"/>
              </a:defRPr>
            </a:lvl1pPr>
            <a:lvl2pPr>
              <a:defRPr sz="1950" b="0">
                <a:solidFill>
                  <a:srgbClr val="26313B"/>
                </a:solidFill>
                <a:latin typeface="Arial"/>
                <a:ea typeface="Arial"/>
                <a:cs typeface="Arial"/>
              </a:defRPr>
            </a:lvl2pPr>
            <a:lvl3pPr>
              <a:defRPr sz="1950" b="0">
                <a:solidFill>
                  <a:srgbClr val="26313B"/>
                </a:solidFill>
                <a:latin typeface="Arial"/>
                <a:ea typeface="Arial"/>
                <a:cs typeface="Arial"/>
              </a:defRPr>
            </a:lvl3pPr>
            <a:lvl4pPr>
              <a:defRPr sz="1950" b="0">
                <a:solidFill>
                  <a:srgbClr val="26313B"/>
                </a:solidFill>
                <a:latin typeface="Arial"/>
                <a:ea typeface="Arial"/>
                <a:cs typeface="Arial"/>
              </a:defRPr>
            </a:lvl4pPr>
            <a:lvl5pPr>
              <a:defRPr sz="1950" b="0">
                <a:solidFill>
                  <a:srgbClr val="26313B"/>
                </a:solidFill>
                <a:latin typeface="Arial"/>
                <a:ea typeface="Arial"/>
                <a:cs typeface="Arial"/>
              </a:defRPr>
            </a:lvl5pPr>
            <a:lvl6pPr>
              <a:defRPr sz="1950" b="0">
                <a:solidFill>
                  <a:srgbClr val="26313B"/>
                </a:solidFill>
                <a:latin typeface="Arial"/>
                <a:ea typeface="Arial"/>
                <a:cs typeface="Arial"/>
              </a:defRPr>
            </a:lvl6pPr>
            <a:lvl7pPr>
              <a:defRPr sz="1950" b="0">
                <a:solidFill>
                  <a:srgbClr val="26313B"/>
                </a:solidFill>
                <a:latin typeface="Arial"/>
                <a:ea typeface="Arial"/>
                <a:cs typeface="Arial"/>
              </a:defRPr>
            </a:lvl7pPr>
            <a:lvl8pPr>
              <a:defRPr sz="1950" b="0">
                <a:solidFill>
                  <a:srgbClr val="26313B"/>
                </a:solidFill>
                <a:latin typeface="Arial"/>
                <a:ea typeface="Arial"/>
                <a:cs typeface="Arial"/>
              </a:defRPr>
            </a:lvl8pPr>
            <a:lvl9pPr>
              <a:defRPr sz="1950" b="0">
                <a:solidFill>
                  <a:srgbClr val="26313B"/>
                </a:solidFill>
                <a:latin typeface="Arial"/>
                <a:ea typeface="Arial"/>
                <a:cs typeface="Arial"/>
              </a:defRPr>
            </a:lvl9pPr>
          </a:lstStyle>
          <a:p xmlns:a="http://schemas.openxmlformats.org/drawingml/2006/main">
            <a:pPr>
              <a:defRPr sz="1950" b="0">
                <a:solidFill>
                  <a:srgbClr val="26313B"/>
                </a:solidFill>
                <a:latin typeface="Arial"/>
                <a:ea typeface="Arial"/>
                <a:cs typeface="Arial"/>
              </a:defRPr>
            </a:pPr>
            <a:r>
              <a:rPr sz="1950" b="0">
                <a:solidFill>
                  <a:srgbClr val="26313B"/>
                </a:solidFill>
                <a:latin typeface="Arial"/>
                <a:ea typeface="Arial"/>
                <a:cs typeface="Arial"/>
              </a:rPr>
              <a:t>Bei verpflichtender Teilnahme: gelesenVon ist NOT NULL.</a:t>
            </a:r>
          </a:p>
          <a:p xmlns:a="http://schemas.openxmlformats.org/drawingml/2006/main">
            <a:pPr>
              <a:defRPr sz="1950" b="0">
                <a:solidFill>
                  <a:srgbClr val="26313B"/>
                </a:solidFill>
                <a:latin typeface="Arial"/>
                <a:ea typeface="Arial"/>
                <a:cs typeface="Arial"/>
              </a:defRPr>
            </a:pPr>
            <a:r>
              <a:rPr sz="1950" b="0">
                <a:solidFill>
                  <a:srgbClr val="26313B"/>
                </a:solidFill>
                <a:latin typeface="Arial"/>
                <a:ea typeface="Arial"/>
                <a:cs typeface="Arial"/>
              </a:rPr>
              <a:t>Ein INNER JOIN würde unzugeordnete Vorlesungen verlieren.</a:t>
            </a:r>
          </a:p>
        </p:txBody>
      </p:sp>
      <p:sp>
        <p:nvSpPr>
          <p:cNvPr id="8" name="">
            <a:extLst xmlns:a="http://schemas.openxmlformats.org/drawingml/2006/main">
              <a:ext uri="{FF2B5EF4-FFF2-40B4-BE49-F238E27FC236}">
                <a16:creationId xmlns:a16="http://schemas.microsoft.com/office/drawing/2014/main" id="{F8AB8B8B-F033-4CD9-AC86-2EB69D8F2BDA}"/>
              </a:ext>
            </a:extLst>
          </p:cNvPr>
          <p:cNvSpPr>
            <a:spLocks xmlns:a="http://schemas.openxmlformats.org/drawingml/2006/main" noGrp="1"/>
          </p:cNvSpPr>
          <p:nvPr/>
        </p:nvSpPr>
        <p:spPr>
          <a:xfrm xmlns:a="http://schemas.openxmlformats.org/drawingml/2006/main">
            <a:off x="11144250" y="644842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19</a:t>
            </a:r>
          </a:p>
        </p:txBody>
      </p:sp>
    </p:spTree>
    <p:extLst>
      <p:ext uri="{BB962C8B-B14F-4D97-AF65-F5344CB8AC3E}">
        <p14:creationId xmlns:p14="http://schemas.microsoft.com/office/powerpoint/2010/main" val="32726430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3D294B-3247-4929-9B6A-1240A63F218D}"/>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N:M: Die Beziehungstabelle bleibt erhalten</a:t>
            </a:r>
          </a:p>
        </p:txBody>
      </p:sp>
      <p:sp>
        <p:nvSpPr>
          <p:cNvPr id="2" name="">
            <a:extLst xmlns:a="http://schemas.openxmlformats.org/drawingml/2006/main">
              <a:ext uri="{FF2B5EF4-FFF2-40B4-BE49-F238E27FC236}">
                <a16:creationId xmlns:a16="http://schemas.microsoft.com/office/drawing/2014/main" id="{EAF5BFEA-F0CE-49AA-A6AD-22E0B592BB40}"/>
              </a:ext>
            </a:extLst>
          </p:cNvPr>
          <p:cNvSpPr>
            <a:spLocks xmlns:a="http://schemas.openxmlformats.org/drawingml/2006/main" noGrp="1"/>
          </p:cNvSpPr>
          <p:nvPr/>
        </p:nvSpPr>
        <p:spPr>
          <a:xfrm xmlns:a="http://schemas.openxmlformats.org/drawingml/2006/main">
            <a:off x="609600" y="64484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BFDA0015-F919-4DE3-AE69-9F76AE7CAE83}"/>
              </a:ext>
            </a:extLst>
          </p:cNvPr>
          <p:cNvSpPr>
            <a:spLocks xmlns:a="http://schemas.openxmlformats.org/drawingml/2006/main" noGrp="1"/>
          </p:cNvSpPr>
          <p:nvPr/>
        </p:nvSpPr>
        <p:spPr>
          <a:xfrm xmlns:a="http://schemas.openxmlformats.org/drawingml/2006/main">
            <a:off x="609600" y="138112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005293"/>
                </a:solidFill>
                <a:latin typeface="Arial"/>
                <a:ea typeface="Arial"/>
                <a:cs typeface="Arial"/>
              </a:defRPr>
            </a:defPPr>
            <a:lvl1pPr>
              <a:defRPr sz="2175" b="0">
                <a:solidFill>
                  <a:srgbClr val="005293"/>
                </a:solidFill>
                <a:latin typeface="Arial"/>
                <a:ea typeface="Arial"/>
                <a:cs typeface="Arial"/>
              </a:defRPr>
            </a:lvl1pPr>
            <a:lvl2pPr>
              <a:defRPr sz="2175" b="0">
                <a:solidFill>
                  <a:srgbClr val="005293"/>
                </a:solidFill>
                <a:latin typeface="Arial"/>
                <a:ea typeface="Arial"/>
                <a:cs typeface="Arial"/>
              </a:defRPr>
            </a:lvl2pPr>
            <a:lvl3pPr>
              <a:defRPr sz="2175" b="0">
                <a:solidFill>
                  <a:srgbClr val="005293"/>
                </a:solidFill>
                <a:latin typeface="Arial"/>
                <a:ea typeface="Arial"/>
                <a:cs typeface="Arial"/>
              </a:defRPr>
            </a:lvl3pPr>
            <a:lvl4pPr>
              <a:defRPr sz="2175" b="0">
                <a:solidFill>
                  <a:srgbClr val="005293"/>
                </a:solidFill>
                <a:latin typeface="Arial"/>
                <a:ea typeface="Arial"/>
                <a:cs typeface="Arial"/>
              </a:defRPr>
            </a:lvl4pPr>
            <a:lvl5pPr>
              <a:defRPr sz="2175" b="0">
                <a:solidFill>
                  <a:srgbClr val="005293"/>
                </a:solidFill>
                <a:latin typeface="Arial"/>
                <a:ea typeface="Arial"/>
                <a:cs typeface="Arial"/>
              </a:defRPr>
            </a:lvl5pPr>
            <a:lvl6pPr>
              <a:defRPr sz="2175" b="0">
                <a:solidFill>
                  <a:srgbClr val="005293"/>
                </a:solidFill>
                <a:latin typeface="Arial"/>
                <a:ea typeface="Arial"/>
                <a:cs typeface="Arial"/>
              </a:defRPr>
            </a:lvl6pPr>
            <a:lvl7pPr>
              <a:defRPr sz="2175" b="0">
                <a:solidFill>
                  <a:srgbClr val="005293"/>
                </a:solidFill>
                <a:latin typeface="Arial"/>
                <a:ea typeface="Arial"/>
                <a:cs typeface="Arial"/>
              </a:defRPr>
            </a:lvl7pPr>
            <a:lvl8pPr>
              <a:defRPr sz="2175" b="0">
                <a:solidFill>
                  <a:srgbClr val="005293"/>
                </a:solidFill>
                <a:latin typeface="Arial"/>
                <a:ea typeface="Arial"/>
                <a:cs typeface="Arial"/>
              </a:defRPr>
            </a:lvl8pPr>
            <a:lvl9pPr>
              <a:defRPr sz="2175" b="0">
                <a:solidFill>
                  <a:srgbClr val="005293"/>
                </a:solidFill>
                <a:latin typeface="Arial"/>
                <a:ea typeface="Arial"/>
                <a:cs typeface="Arial"/>
              </a:defRPr>
            </a:lvl9pPr>
          </a:lstStyle>
          <a:p xmlns:a="http://schemas.openxmlformats.org/drawingml/2006/main">
            <a:pPr>
              <a:defRPr sz="2175" b="0">
                <a:solidFill>
                  <a:srgbClr val="005293"/>
                </a:solidFill>
                <a:latin typeface="Arial"/>
                <a:ea typeface="Arial"/>
                <a:cs typeface="Arial"/>
              </a:defRPr>
            </a:pPr>
            <a:r>
              <a:t>hören(</a:t>
            </a:r>
            <a:r>
              <a:rPr b="1" u="sng"/>
              <a:t>MatrNr</a:t>
            </a:r>
            <a:r>
              <a:t>, </a:t>
            </a:r>
            <a:r>
              <a:rPr b="1" u="sng"/>
              <a:t>VorlNr</a:t>
            </a:r>
            <a:r>
              <a:t>)</a:t>
            </a:r>
          </a:p>
        </p:txBody>
      </p:sp>
      <p:graphicFrame>
        <p:nvGraphicFramePr>
          <p:cNvPr id="4" name="">
            <a:extLst xmlns:a="http://schemas.openxmlformats.org/drawingml/2006/main">
              <a:ext uri="{FF2B5EF4-FFF2-40B4-BE49-F238E27FC236}">
                <a16:creationId xmlns:a16="http://schemas.microsoft.com/office/drawing/2014/main" id="{3E64E789-C77F-4991-9AA3-C15DE7978909}"/>
              </a:ext>
            </a:extLst>
          </p:cNvPr>
          <p:cNvGraphicFramePr/>
          <p:nvPr/>
        </p:nvGraphicFramePr>
        <p:xfrm>
          <a:off xmlns:a="http://schemas.openxmlformats.org/drawingml/2006/main" x="609600" y="2190750"/>
          <a:ext xmlns:a="http://schemas.openxmlformats.org/drawingml/2006/main" cx="5048250" cy="2381250"/>
        </p:xfrm>
        <a:graphic xmlns:a="http://schemas.openxmlformats.org/drawingml/2006/main">
          <a:graphicData uri="http://schemas.openxmlformats.org/drawingml/2006/table">
            <a:tbl>
              <a:tblPr/>
              <a:tblGrid>
                <a:gridCol w="2524125"/>
                <a:gridCol w="2524125"/>
              </a:tblGrid>
              <a:tr h="595313">
                <a:tc>
                  <a:txBody>
                    <a:bodyPr/>
                    <a:lstStyle/>
                    <a:p>
                      <a:r>
                        <a:rPr sz="1800" b="1" u="sng">
                          <a:solidFill>
                            <a:srgbClr val="FFFFFF"/>
                          </a:solidFill>
                          <a:latin typeface="Arial"/>
                          <a:ea typeface="Arial"/>
                          <a:cs typeface="Arial"/>
                        </a:rPr>
                        <a:t>MatrNr</a:t>
                      </a:r>
                    </a:p>
                  </a:txBody>
                  <a:tcPr marL="91440" marR="91440" marT="45720" marB="45720">
                    <a:lnL w="9525">
                      <a:solidFill>
                        <a:srgbClr val="D6E2EC"/>
                      </a:solidFill>
                      <a:prstDash val="solid"/>
                    </a:lnL>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u="sng">
                          <a:solidFill>
                            <a:srgbClr val="FFFFFF"/>
                          </a:solidFill>
                          <a:latin typeface="Arial"/>
                          <a:ea typeface="Arial"/>
                          <a:cs typeface="Arial"/>
                        </a:rPr>
                        <a:t>VorlNr</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r>
              <a:tr h="595313">
                <a:tc>
                  <a:txBody>
                    <a:bodyPr/>
                    <a:lstStyle/>
                    <a:p>
                      <a:r>
                        <a:rPr sz="1800" b="0">
                          <a:solidFill>
                            <a:srgbClr val="26313B"/>
                          </a:solidFill>
                          <a:latin typeface="Arial"/>
                          <a:ea typeface="Arial"/>
                          <a:cs typeface="Arial"/>
                        </a:rPr>
                        <a:t>1001</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5001</a:t>
                      </a:r>
                    </a:p>
                  </a:txBody>
                  <a:tcPr marL="91440" marR="91440" marT="45720" marB="45720">
                    <a:lnR w="9525">
                      <a:solidFill>
                        <a:srgbClr val="D6E2EC"/>
                      </a:solidFill>
                      <a:prstDash val="solid"/>
                    </a:lnR>
                    <a:lnB w="9525">
                      <a:solidFill>
                        <a:srgbClr val="D6E2EC"/>
                      </a:solidFill>
                      <a:prstDash val="solid"/>
                    </a:lnB>
                    <a:solidFill>
                      <a:srgbClr val="FFFFFF"/>
                    </a:solidFill>
                  </a:tcPr>
                </a:tc>
              </a:tr>
              <a:tr h="595313">
                <a:tc>
                  <a:txBody>
                    <a:bodyPr/>
                    <a:lstStyle/>
                    <a:p>
                      <a:r>
                        <a:rPr sz="1800" b="0">
                          <a:solidFill>
                            <a:srgbClr val="26313B"/>
                          </a:solidFill>
                          <a:latin typeface="Arial"/>
                          <a:ea typeface="Arial"/>
                          <a:cs typeface="Arial"/>
                        </a:rPr>
                        <a:t>1001</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5041</a:t>
                      </a:r>
                    </a:p>
                  </a:txBody>
                  <a:tcPr marL="91440" marR="91440" marT="45720" marB="45720">
                    <a:lnR w="9525">
                      <a:solidFill>
                        <a:srgbClr val="D6E2EC"/>
                      </a:solidFill>
                      <a:prstDash val="solid"/>
                    </a:lnR>
                    <a:lnB w="9525">
                      <a:solidFill>
                        <a:srgbClr val="D6E2EC"/>
                      </a:solidFill>
                      <a:prstDash val="solid"/>
                    </a:lnB>
                    <a:solidFill>
                      <a:srgbClr val="ECF3F8"/>
                    </a:solidFill>
                  </a:tcPr>
                </a:tc>
              </a:tr>
              <a:tr h="595313">
                <a:tc>
                  <a:txBody>
                    <a:bodyPr/>
                    <a:lstStyle/>
                    <a:p>
                      <a:r>
                        <a:rPr sz="1800" b="0">
                          <a:solidFill>
                            <a:srgbClr val="26313B"/>
                          </a:solidFill>
                          <a:latin typeface="Arial"/>
                          <a:ea typeface="Arial"/>
                          <a:cs typeface="Arial"/>
                        </a:rPr>
                        <a:t>1002</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5001</a:t>
                      </a:r>
                    </a:p>
                  </a:txBody>
                  <a:tcPr marL="91440" marR="91440" marT="45720" marB="45720">
                    <a:lnR w="9525">
                      <a:solidFill>
                        <a:srgbClr val="D6E2EC"/>
                      </a:solidFill>
                      <a:prstDash val="solid"/>
                    </a:lnR>
                    <a:lnB w="9525">
                      <a:solidFill>
                        <a:srgbClr val="D6E2EC"/>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5DBB400-DE28-46E8-BFAC-DD3B39958416}"/>
              </a:ext>
            </a:extLst>
          </p:cNvPr>
          <p:cNvSpPr>
            <a:spLocks xmlns:a="http://schemas.openxmlformats.org/drawingml/2006/main" noGrp="1"/>
          </p:cNvSpPr>
          <p:nvPr/>
        </p:nvSpPr>
        <p:spPr>
          <a:xfrm xmlns:a="http://schemas.openxmlformats.org/drawingml/2006/main">
            <a:off x="6191250" y="2190750"/>
            <a:ext cx="5381625"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1">
                <a:solidFill>
                  <a:srgbClr val="005293"/>
                </a:solidFill>
                <a:latin typeface="Arial"/>
                <a:ea typeface="Arial"/>
                <a:cs typeface="Arial"/>
              </a:defRPr>
            </a:defPPr>
            <a:lvl1pPr>
              <a:defRPr sz="2175" b="1">
                <a:solidFill>
                  <a:srgbClr val="005293"/>
                </a:solidFill>
                <a:latin typeface="Arial"/>
                <a:ea typeface="Arial"/>
                <a:cs typeface="Arial"/>
              </a:defRPr>
            </a:lvl1pPr>
            <a:lvl2pPr>
              <a:defRPr sz="2175" b="1">
                <a:solidFill>
                  <a:srgbClr val="005293"/>
                </a:solidFill>
                <a:latin typeface="Arial"/>
                <a:ea typeface="Arial"/>
                <a:cs typeface="Arial"/>
              </a:defRPr>
            </a:lvl2pPr>
            <a:lvl3pPr>
              <a:defRPr sz="2175" b="1">
                <a:solidFill>
                  <a:srgbClr val="005293"/>
                </a:solidFill>
                <a:latin typeface="Arial"/>
                <a:ea typeface="Arial"/>
                <a:cs typeface="Arial"/>
              </a:defRPr>
            </a:lvl3pPr>
            <a:lvl4pPr>
              <a:defRPr sz="2175" b="1">
                <a:solidFill>
                  <a:srgbClr val="005293"/>
                </a:solidFill>
                <a:latin typeface="Arial"/>
                <a:ea typeface="Arial"/>
                <a:cs typeface="Arial"/>
              </a:defRPr>
            </a:lvl4pPr>
            <a:lvl5pPr>
              <a:defRPr sz="2175" b="1">
                <a:solidFill>
                  <a:srgbClr val="005293"/>
                </a:solidFill>
                <a:latin typeface="Arial"/>
                <a:ea typeface="Arial"/>
                <a:cs typeface="Arial"/>
              </a:defRPr>
            </a:lvl5pPr>
            <a:lvl6pPr>
              <a:defRPr sz="2175" b="1">
                <a:solidFill>
                  <a:srgbClr val="005293"/>
                </a:solidFill>
                <a:latin typeface="Arial"/>
                <a:ea typeface="Arial"/>
                <a:cs typeface="Arial"/>
              </a:defRPr>
            </a:lvl6pPr>
            <a:lvl7pPr>
              <a:defRPr sz="2175" b="1">
                <a:solidFill>
                  <a:srgbClr val="005293"/>
                </a:solidFill>
                <a:latin typeface="Arial"/>
                <a:ea typeface="Arial"/>
                <a:cs typeface="Arial"/>
              </a:defRPr>
            </a:lvl7pPr>
            <a:lvl8pPr>
              <a:defRPr sz="2175" b="1">
                <a:solidFill>
                  <a:srgbClr val="005293"/>
                </a:solidFill>
                <a:latin typeface="Arial"/>
                <a:ea typeface="Arial"/>
                <a:cs typeface="Arial"/>
              </a:defRPr>
            </a:lvl8pPr>
            <a:lvl9pPr>
              <a:defRPr sz="2175" b="1">
                <a:solidFill>
                  <a:srgbClr val="005293"/>
                </a:solidFill>
                <a:latin typeface="Arial"/>
                <a:ea typeface="Arial"/>
                <a:cs typeface="Arial"/>
              </a:defRPr>
            </a:lvl9pPr>
          </a:lstStyle>
          <a:p xmlns:a="http://schemas.openxmlformats.org/drawingml/2006/main">
            <a:pPr>
              <a:defRPr sz="2175" b="1">
                <a:solidFill>
                  <a:srgbClr val="005293"/>
                </a:solidFill>
                <a:latin typeface="Arial"/>
                <a:ea typeface="Arial"/>
                <a:cs typeface="Arial"/>
              </a:defRPr>
            </a:pPr>
            <a:r>
              <a:rPr sz="2175" b="1">
                <a:solidFill>
                  <a:srgbClr val="005293"/>
                </a:solidFill>
                <a:latin typeface="Arial"/>
                <a:ea typeface="Arial"/>
                <a:cs typeface="Arial"/>
              </a:rPr>
              <a:t>Ein Student kann mehrere Vorlesungen hören.</a:t>
            </a:r>
          </a:p>
          <a:p xmlns:a="http://schemas.openxmlformats.org/drawingml/2006/main">
            <a:pPr>
              <a:defRPr sz="2175" b="1">
                <a:solidFill>
                  <a:srgbClr val="005293"/>
                </a:solidFill>
                <a:latin typeface="Arial"/>
                <a:ea typeface="Arial"/>
                <a:cs typeface="Arial"/>
              </a:defRPr>
            </a:pPr>
            <a:r>
              <a:rPr sz="2175" b="1">
                <a:solidFill>
                  <a:srgbClr val="005293"/>
                </a:solidFill>
                <a:latin typeface="Arial"/>
                <a:ea typeface="Arial"/>
                <a:cs typeface="Arial"/>
              </a:rPr>
              <a:t>Eine Vorlesung kann mehrere Studenten haben.</a:t>
            </a:r>
          </a:p>
        </p:txBody>
      </p:sp>
      <p:sp>
        <p:nvSpPr>
          <p:cNvPr id="6" name="">
            <a:extLst xmlns:a="http://schemas.openxmlformats.org/drawingml/2006/main">
              <a:ext uri="{FF2B5EF4-FFF2-40B4-BE49-F238E27FC236}">
                <a16:creationId xmlns:a16="http://schemas.microsoft.com/office/drawing/2014/main" id="{C74584A7-E423-46E8-A23A-86431027A06C}"/>
              </a:ext>
            </a:extLst>
          </p:cNvPr>
          <p:cNvSpPr>
            <a:spLocks xmlns:a="http://schemas.openxmlformats.org/drawingml/2006/main" noGrp="1"/>
          </p:cNvSpPr>
          <p:nvPr/>
        </p:nvSpPr>
        <p:spPr>
          <a:xfrm xmlns:a="http://schemas.openxmlformats.org/drawingml/2006/main">
            <a:off x="6191250" y="3714750"/>
            <a:ext cx="5381625"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6313B"/>
                </a:solidFill>
                <a:latin typeface="Arial"/>
                <a:ea typeface="Arial"/>
                <a:cs typeface="Arial"/>
              </a:defRPr>
            </a:defPPr>
            <a:lvl1pPr>
              <a:defRPr sz="2100" b="0">
                <a:solidFill>
                  <a:srgbClr val="26313B"/>
                </a:solidFill>
                <a:latin typeface="Arial"/>
                <a:ea typeface="Arial"/>
                <a:cs typeface="Arial"/>
              </a:defRPr>
            </a:lvl1pPr>
            <a:lvl2pPr>
              <a:defRPr sz="2100" b="0">
                <a:solidFill>
                  <a:srgbClr val="26313B"/>
                </a:solidFill>
                <a:latin typeface="Arial"/>
                <a:ea typeface="Arial"/>
                <a:cs typeface="Arial"/>
              </a:defRPr>
            </a:lvl2pPr>
            <a:lvl3pPr>
              <a:defRPr sz="2100" b="0">
                <a:solidFill>
                  <a:srgbClr val="26313B"/>
                </a:solidFill>
                <a:latin typeface="Arial"/>
                <a:ea typeface="Arial"/>
                <a:cs typeface="Arial"/>
              </a:defRPr>
            </a:lvl3pPr>
            <a:lvl4pPr>
              <a:defRPr sz="2100" b="0">
                <a:solidFill>
                  <a:srgbClr val="26313B"/>
                </a:solidFill>
                <a:latin typeface="Arial"/>
                <a:ea typeface="Arial"/>
                <a:cs typeface="Arial"/>
              </a:defRPr>
            </a:lvl4pPr>
            <a:lvl5pPr>
              <a:defRPr sz="2100" b="0">
                <a:solidFill>
                  <a:srgbClr val="26313B"/>
                </a:solidFill>
                <a:latin typeface="Arial"/>
                <a:ea typeface="Arial"/>
                <a:cs typeface="Arial"/>
              </a:defRPr>
            </a:lvl5pPr>
            <a:lvl6pPr>
              <a:defRPr sz="2100" b="0">
                <a:solidFill>
                  <a:srgbClr val="26313B"/>
                </a:solidFill>
                <a:latin typeface="Arial"/>
                <a:ea typeface="Arial"/>
                <a:cs typeface="Arial"/>
              </a:defRPr>
            </a:lvl6pPr>
            <a:lvl7pPr>
              <a:defRPr sz="2100" b="0">
                <a:solidFill>
                  <a:srgbClr val="26313B"/>
                </a:solidFill>
                <a:latin typeface="Arial"/>
                <a:ea typeface="Arial"/>
                <a:cs typeface="Arial"/>
              </a:defRPr>
            </a:lvl7pPr>
            <a:lvl8pPr>
              <a:defRPr sz="2100" b="0">
                <a:solidFill>
                  <a:srgbClr val="26313B"/>
                </a:solidFill>
                <a:latin typeface="Arial"/>
                <a:ea typeface="Arial"/>
                <a:cs typeface="Arial"/>
              </a:defRPr>
            </a:lvl8pPr>
            <a:lvl9pPr>
              <a:defRPr sz="2100" b="0">
                <a:solidFill>
                  <a:srgbClr val="26313B"/>
                </a:solidFill>
                <a:latin typeface="Arial"/>
                <a:ea typeface="Arial"/>
                <a:cs typeface="Arial"/>
              </a:defRPr>
            </a:lvl9pPr>
          </a:lstStyle>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Weder MatrNr noch VorlNr allein ist eindeutig.</a:t>
            </a:r>
          </a:p>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Der Primärschlüssel besteht aus beiden.</a:t>
            </a:r>
          </a:p>
        </p:txBody>
      </p:sp>
      <p:sp>
        <p:nvSpPr>
          <p:cNvPr id="7" name="">
            <a:extLst xmlns:a="http://schemas.openxmlformats.org/drawingml/2006/main">
              <a:ext uri="{FF2B5EF4-FFF2-40B4-BE49-F238E27FC236}">
                <a16:creationId xmlns:a16="http://schemas.microsoft.com/office/drawing/2014/main" id="{54CBC78D-B9E2-4DB5-B9B7-C15CF218E415}"/>
              </a:ext>
            </a:extLst>
          </p:cNvPr>
          <p:cNvSpPr>
            <a:spLocks xmlns:a="http://schemas.openxmlformats.org/drawingml/2006/main" noGrp="1"/>
          </p:cNvSpPr>
          <p:nvPr/>
        </p:nvSpPr>
        <p:spPr>
          <a:xfrm xmlns:a="http://schemas.openxmlformats.org/drawingml/2006/main">
            <a:off x="609600" y="523875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26313B"/>
                </a:solidFill>
                <a:latin typeface="Arial"/>
                <a:ea typeface="Arial"/>
                <a:cs typeface="Arial"/>
              </a:defRPr>
            </a:defPPr>
            <a:lvl1pPr>
              <a:defRPr sz="2175" b="0">
                <a:solidFill>
                  <a:srgbClr val="26313B"/>
                </a:solidFill>
                <a:latin typeface="Arial"/>
                <a:ea typeface="Arial"/>
                <a:cs typeface="Arial"/>
              </a:defRPr>
            </a:lvl1pPr>
            <a:lvl2pPr>
              <a:defRPr sz="2175" b="0">
                <a:solidFill>
                  <a:srgbClr val="26313B"/>
                </a:solidFill>
                <a:latin typeface="Arial"/>
                <a:ea typeface="Arial"/>
                <a:cs typeface="Arial"/>
              </a:defRPr>
            </a:lvl2pPr>
            <a:lvl3pPr>
              <a:defRPr sz="2175" b="0">
                <a:solidFill>
                  <a:srgbClr val="26313B"/>
                </a:solidFill>
                <a:latin typeface="Arial"/>
                <a:ea typeface="Arial"/>
                <a:cs typeface="Arial"/>
              </a:defRPr>
            </a:lvl3pPr>
            <a:lvl4pPr>
              <a:defRPr sz="2175" b="0">
                <a:solidFill>
                  <a:srgbClr val="26313B"/>
                </a:solidFill>
                <a:latin typeface="Arial"/>
                <a:ea typeface="Arial"/>
                <a:cs typeface="Arial"/>
              </a:defRPr>
            </a:lvl4pPr>
            <a:lvl5pPr>
              <a:defRPr sz="2175" b="0">
                <a:solidFill>
                  <a:srgbClr val="26313B"/>
                </a:solidFill>
                <a:latin typeface="Arial"/>
                <a:ea typeface="Arial"/>
                <a:cs typeface="Arial"/>
              </a:defRPr>
            </a:lvl5pPr>
            <a:lvl6pPr>
              <a:defRPr sz="2175" b="0">
                <a:solidFill>
                  <a:srgbClr val="26313B"/>
                </a:solidFill>
                <a:latin typeface="Arial"/>
                <a:ea typeface="Arial"/>
                <a:cs typeface="Arial"/>
              </a:defRPr>
            </a:lvl6pPr>
            <a:lvl7pPr>
              <a:defRPr sz="2175" b="0">
                <a:solidFill>
                  <a:srgbClr val="26313B"/>
                </a:solidFill>
                <a:latin typeface="Arial"/>
                <a:ea typeface="Arial"/>
                <a:cs typeface="Arial"/>
              </a:defRPr>
            </a:lvl7pPr>
            <a:lvl8pPr>
              <a:defRPr sz="2175" b="0">
                <a:solidFill>
                  <a:srgbClr val="26313B"/>
                </a:solidFill>
                <a:latin typeface="Arial"/>
                <a:ea typeface="Arial"/>
                <a:cs typeface="Arial"/>
              </a:defRPr>
            </a:lvl8pPr>
            <a:lvl9pPr>
              <a:defRPr sz="2175" b="0">
                <a:solidFill>
                  <a:srgbClr val="26313B"/>
                </a:solidFill>
                <a:latin typeface="Arial"/>
                <a:ea typeface="Arial"/>
                <a:cs typeface="Arial"/>
              </a:defRPr>
            </a:lvl9pPr>
          </a:lstStyle>
          <a:p xmlns:a="http://schemas.openxmlformats.org/drawingml/2006/main">
            <a:pPr>
              <a:defRPr sz="2175" b="0">
                <a:solidFill>
                  <a:srgbClr val="26313B"/>
                </a:solidFill>
                <a:latin typeface="Arial"/>
                <a:ea typeface="Arial"/>
                <a:cs typeface="Arial"/>
              </a:defRPr>
            </a:pPr>
            <a:r>
              <a:rPr sz="2175" b="0">
                <a:solidFill>
                  <a:srgbClr val="26313B"/>
                </a:solidFill>
                <a:latin typeface="Arial"/>
                <a:ea typeface="Arial"/>
                <a:cs typeface="Arial"/>
              </a:rPr>
              <a:t>Keine Liste von VorlNr in einer Studentenzeile speichern.</a:t>
            </a:r>
          </a:p>
          <a:p xmlns:a="http://schemas.openxmlformats.org/drawingml/2006/main">
            <a:pPr>
              <a:defRPr sz="2175" b="0">
                <a:solidFill>
                  <a:srgbClr val="26313B"/>
                </a:solidFill>
                <a:latin typeface="Arial"/>
                <a:ea typeface="Arial"/>
                <a:cs typeface="Arial"/>
              </a:defRPr>
            </a:pPr>
            <a:r>
              <a:rPr sz="2175" b="0">
                <a:solidFill>
                  <a:srgbClr val="26313B"/>
                </a:solidFill>
                <a:latin typeface="Arial"/>
                <a:ea typeface="Arial"/>
                <a:cs typeface="Arial"/>
              </a:rPr>
              <a:t>Studenten, Vorlesungen und hören bleiben getrennte Tabellen.</a:t>
            </a:r>
          </a:p>
        </p:txBody>
      </p:sp>
      <p:sp>
        <p:nvSpPr>
          <p:cNvPr id="8" name="">
            <a:extLst xmlns:a="http://schemas.openxmlformats.org/drawingml/2006/main">
              <a:ext uri="{FF2B5EF4-FFF2-40B4-BE49-F238E27FC236}">
                <a16:creationId xmlns:a16="http://schemas.microsoft.com/office/drawing/2014/main" id="{7D17BF8A-FC02-4B26-BC6A-45B873FCC444}"/>
              </a:ext>
            </a:extLst>
          </p:cNvPr>
          <p:cNvSpPr>
            <a:spLocks xmlns:a="http://schemas.openxmlformats.org/drawingml/2006/main" noGrp="1"/>
          </p:cNvSpPr>
          <p:nvPr/>
        </p:nvSpPr>
        <p:spPr>
          <a:xfrm xmlns:a="http://schemas.openxmlformats.org/drawingml/2006/main">
            <a:off x="11144250" y="644842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20</a:t>
            </a:r>
          </a:p>
        </p:txBody>
      </p:sp>
    </p:spTree>
    <p:extLst>
      <p:ext uri="{BB962C8B-B14F-4D97-AF65-F5344CB8AC3E}">
        <p14:creationId xmlns:p14="http://schemas.microsoft.com/office/powerpoint/2010/main" val="191072094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9B6DB0-B2D2-4DE2-AF80-8995E9DF55E2}"/>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Ternär: Funktionalität bestimmt den Schlüssel</a:t>
            </a:r>
          </a:p>
        </p:txBody>
      </p:sp>
      <p:sp>
        <p:nvSpPr>
          <p:cNvPr id="2" name="">
            <a:extLst xmlns:a="http://schemas.openxmlformats.org/drawingml/2006/main">
              <a:ext uri="{FF2B5EF4-FFF2-40B4-BE49-F238E27FC236}">
                <a16:creationId xmlns:a16="http://schemas.microsoft.com/office/drawing/2014/main" id="{DF4A156D-3E05-4774-8C7F-9F5569F357C5}"/>
              </a:ext>
            </a:extLst>
          </p:cNvPr>
          <p:cNvSpPr>
            <a:spLocks xmlns:a="http://schemas.openxmlformats.org/drawingml/2006/main" noGrp="1"/>
          </p:cNvSpPr>
          <p:nvPr/>
        </p:nvSpPr>
        <p:spPr>
          <a:xfrm xmlns:a="http://schemas.openxmlformats.org/drawingml/2006/main">
            <a:off x="609600" y="64484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FB2F2D9E-6461-4146-9FF5-D47C2E43A450}"/>
              </a:ext>
            </a:extLst>
          </p:cNvPr>
          <p:cNvSpPr>
            <a:spLocks xmlns:a="http://schemas.openxmlformats.org/drawingml/2006/main" noGrp="1"/>
          </p:cNvSpPr>
          <p:nvPr/>
        </p:nvSpPr>
        <p:spPr>
          <a:xfrm xmlns:a="http://schemas.openxmlformats.org/drawingml/2006/main">
            <a:off x="609600" y="133350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250" b="1">
                <a:solidFill>
                  <a:srgbClr val="005293"/>
                </a:solidFill>
                <a:latin typeface="Arial"/>
                <a:ea typeface="Arial"/>
                <a:cs typeface="Arial"/>
              </a:defRPr>
            </a:defPPr>
            <a:lvl1pPr>
              <a:defRPr sz="2250" b="1">
                <a:solidFill>
                  <a:srgbClr val="005293"/>
                </a:solidFill>
                <a:latin typeface="Arial"/>
                <a:ea typeface="Arial"/>
                <a:cs typeface="Arial"/>
              </a:defRPr>
            </a:lvl1pPr>
            <a:lvl2pPr>
              <a:defRPr sz="2250" b="1">
                <a:solidFill>
                  <a:srgbClr val="005293"/>
                </a:solidFill>
                <a:latin typeface="Arial"/>
                <a:ea typeface="Arial"/>
                <a:cs typeface="Arial"/>
              </a:defRPr>
            </a:lvl2pPr>
            <a:lvl3pPr>
              <a:defRPr sz="2250" b="1">
                <a:solidFill>
                  <a:srgbClr val="005293"/>
                </a:solidFill>
                <a:latin typeface="Arial"/>
                <a:ea typeface="Arial"/>
                <a:cs typeface="Arial"/>
              </a:defRPr>
            </a:lvl3pPr>
            <a:lvl4pPr>
              <a:defRPr sz="2250" b="1">
                <a:solidFill>
                  <a:srgbClr val="005293"/>
                </a:solidFill>
                <a:latin typeface="Arial"/>
                <a:ea typeface="Arial"/>
                <a:cs typeface="Arial"/>
              </a:defRPr>
            </a:lvl4pPr>
            <a:lvl5pPr>
              <a:defRPr sz="2250" b="1">
                <a:solidFill>
                  <a:srgbClr val="005293"/>
                </a:solidFill>
                <a:latin typeface="Arial"/>
                <a:ea typeface="Arial"/>
                <a:cs typeface="Arial"/>
              </a:defRPr>
            </a:lvl5pPr>
            <a:lvl6pPr>
              <a:defRPr sz="2250" b="1">
                <a:solidFill>
                  <a:srgbClr val="005293"/>
                </a:solidFill>
                <a:latin typeface="Arial"/>
                <a:ea typeface="Arial"/>
                <a:cs typeface="Arial"/>
              </a:defRPr>
            </a:lvl6pPr>
            <a:lvl7pPr>
              <a:defRPr sz="2250" b="1">
                <a:solidFill>
                  <a:srgbClr val="005293"/>
                </a:solidFill>
                <a:latin typeface="Arial"/>
                <a:ea typeface="Arial"/>
                <a:cs typeface="Arial"/>
              </a:defRPr>
            </a:lvl7pPr>
            <a:lvl8pPr>
              <a:defRPr sz="2250" b="1">
                <a:solidFill>
                  <a:srgbClr val="005293"/>
                </a:solidFill>
                <a:latin typeface="Arial"/>
                <a:ea typeface="Arial"/>
                <a:cs typeface="Arial"/>
              </a:defRPr>
            </a:lvl8pPr>
            <a:lvl9pPr>
              <a:defRPr sz="2250" b="1">
                <a:solidFill>
                  <a:srgbClr val="005293"/>
                </a:solidFill>
                <a:latin typeface="Arial"/>
                <a:ea typeface="Arial"/>
                <a:cs typeface="Arial"/>
              </a:defRPr>
            </a:lvl9pPr>
          </a:lstStyle>
          <a:p xmlns:a="http://schemas.openxmlformats.org/drawingml/2006/main">
            <a:pPr>
              <a:defRPr sz="2250" b="1">
                <a:solidFill>
                  <a:srgbClr val="005293"/>
                </a:solidFill>
                <a:latin typeface="Arial"/>
                <a:ea typeface="Arial"/>
                <a:cs typeface="Arial"/>
              </a:defRPr>
            </a:pPr>
            <a:r>
              <a:rPr sz="2250" b="1">
                <a:solidFill>
                  <a:srgbClr val="005293"/>
                </a:solidFill>
                <a:latin typeface="Arial"/>
                <a:ea typeface="Arial"/>
                <a:cs typeface="Arial"/>
              </a:rPr>
              <a:t>prüfen: Studenten N — Vorlesungen M — Professoren 1</a:t>
            </a:r>
          </a:p>
        </p:txBody>
      </p:sp>
      <p:sp>
        <p:nvSpPr>
          <p:cNvPr id="4" name="">
            <a:extLst xmlns:a="http://schemas.openxmlformats.org/drawingml/2006/main">
              <a:ext uri="{FF2B5EF4-FFF2-40B4-BE49-F238E27FC236}">
                <a16:creationId xmlns:a16="http://schemas.microsoft.com/office/drawing/2014/main" id="{E15EA05C-C867-4676-BAD0-CDAB6461DB70}"/>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005293"/>
                </a:solidFill>
                <a:latin typeface="Arial"/>
                <a:ea typeface="Arial"/>
                <a:cs typeface="Arial"/>
              </a:defRPr>
            </a:defPPr>
            <a:lvl1pPr>
              <a:defRPr sz="2175" b="0">
                <a:solidFill>
                  <a:srgbClr val="005293"/>
                </a:solidFill>
                <a:latin typeface="Arial"/>
                <a:ea typeface="Arial"/>
                <a:cs typeface="Arial"/>
              </a:defRPr>
            </a:lvl1pPr>
            <a:lvl2pPr>
              <a:defRPr sz="2175" b="0">
                <a:solidFill>
                  <a:srgbClr val="005293"/>
                </a:solidFill>
                <a:latin typeface="Arial"/>
                <a:ea typeface="Arial"/>
                <a:cs typeface="Arial"/>
              </a:defRPr>
            </a:lvl2pPr>
            <a:lvl3pPr>
              <a:defRPr sz="2175" b="0">
                <a:solidFill>
                  <a:srgbClr val="005293"/>
                </a:solidFill>
                <a:latin typeface="Arial"/>
                <a:ea typeface="Arial"/>
                <a:cs typeface="Arial"/>
              </a:defRPr>
            </a:lvl3pPr>
            <a:lvl4pPr>
              <a:defRPr sz="2175" b="0">
                <a:solidFill>
                  <a:srgbClr val="005293"/>
                </a:solidFill>
                <a:latin typeface="Arial"/>
                <a:ea typeface="Arial"/>
                <a:cs typeface="Arial"/>
              </a:defRPr>
            </a:lvl4pPr>
            <a:lvl5pPr>
              <a:defRPr sz="2175" b="0">
                <a:solidFill>
                  <a:srgbClr val="005293"/>
                </a:solidFill>
                <a:latin typeface="Arial"/>
                <a:ea typeface="Arial"/>
                <a:cs typeface="Arial"/>
              </a:defRPr>
            </a:lvl5pPr>
            <a:lvl6pPr>
              <a:defRPr sz="2175" b="0">
                <a:solidFill>
                  <a:srgbClr val="005293"/>
                </a:solidFill>
                <a:latin typeface="Arial"/>
                <a:ea typeface="Arial"/>
                <a:cs typeface="Arial"/>
              </a:defRPr>
            </a:lvl6pPr>
            <a:lvl7pPr>
              <a:defRPr sz="2175" b="0">
                <a:solidFill>
                  <a:srgbClr val="005293"/>
                </a:solidFill>
                <a:latin typeface="Arial"/>
                <a:ea typeface="Arial"/>
                <a:cs typeface="Arial"/>
              </a:defRPr>
            </a:lvl7pPr>
            <a:lvl8pPr>
              <a:defRPr sz="2175" b="0">
                <a:solidFill>
                  <a:srgbClr val="005293"/>
                </a:solidFill>
                <a:latin typeface="Arial"/>
                <a:ea typeface="Arial"/>
                <a:cs typeface="Arial"/>
              </a:defRPr>
            </a:lvl8pPr>
            <a:lvl9pPr>
              <a:defRPr sz="2175" b="0">
                <a:solidFill>
                  <a:srgbClr val="005293"/>
                </a:solidFill>
                <a:latin typeface="Arial"/>
                <a:ea typeface="Arial"/>
                <a:cs typeface="Arial"/>
              </a:defRPr>
            </a:lvl9pPr>
          </a:lstStyle>
          <a:p xmlns:a="http://schemas.openxmlformats.org/drawingml/2006/main">
            <a:pPr>
              <a:defRPr sz="2175" b="0">
                <a:solidFill>
                  <a:srgbClr val="005293"/>
                </a:solidFill>
                <a:latin typeface="Arial"/>
                <a:ea typeface="Arial"/>
                <a:cs typeface="Arial"/>
              </a:defRPr>
            </a:pPr>
            <a:r>
              <a:t>prüfen(</a:t>
            </a:r>
            <a:r>
              <a:rPr b="1" u="sng"/>
              <a:t>MatrNr</a:t>
            </a:r>
            <a:r>
              <a:t>, </a:t>
            </a:r>
            <a:r>
              <a:rPr b="1" u="sng"/>
              <a:t>VorlNr</a:t>
            </a:r>
            <a:r>
              <a:t>, </a:t>
            </a:r>
            <a:r>
              <a:t>PersNr</a:t>
            </a:r>
            <a:r>
              <a:t>, </a:t>
            </a:r>
            <a:r>
              <a:t>Note</a:t>
            </a:r>
            <a:r>
              <a:t>)</a:t>
            </a:r>
          </a:p>
        </p:txBody>
      </p:sp>
      <p:graphicFrame>
        <p:nvGraphicFramePr>
          <p:cNvPr id="5" name="">
            <a:extLst xmlns:a="http://schemas.openxmlformats.org/drawingml/2006/main">
              <a:ext uri="{FF2B5EF4-FFF2-40B4-BE49-F238E27FC236}">
                <a16:creationId xmlns:a16="http://schemas.microsoft.com/office/drawing/2014/main" id="{D3DE78FD-F6AA-4974-825D-354CFC954D7D}"/>
              </a:ext>
            </a:extLst>
          </p:cNvPr>
          <p:cNvGraphicFramePr/>
          <p:nvPr/>
        </p:nvGraphicFramePr>
        <p:xfrm>
          <a:off xmlns:a="http://schemas.openxmlformats.org/drawingml/2006/main" x="609600" y="2809875"/>
          <a:ext xmlns:a="http://schemas.openxmlformats.org/drawingml/2006/main" cx="10972800" cy="2143125"/>
        </p:xfrm>
        <a:graphic xmlns:a="http://schemas.openxmlformats.org/drawingml/2006/main">
          <a:graphicData uri="http://schemas.openxmlformats.org/drawingml/2006/table">
            <a:tbl>
              <a:tblPr/>
              <a:tblGrid>
                <a:gridCol w="2743200"/>
                <a:gridCol w="2743200"/>
                <a:gridCol w="2743200"/>
                <a:gridCol w="2743200"/>
              </a:tblGrid>
              <a:tr h="535781">
                <a:tc>
                  <a:txBody>
                    <a:bodyPr/>
                    <a:lstStyle/>
                    <a:p>
                      <a:r>
                        <a:rPr sz="1800" b="1" u="sng">
                          <a:solidFill>
                            <a:srgbClr val="FFFFFF"/>
                          </a:solidFill>
                          <a:latin typeface="Arial"/>
                          <a:ea typeface="Arial"/>
                          <a:cs typeface="Arial"/>
                        </a:rPr>
                        <a:t>MatrNr</a:t>
                      </a:r>
                    </a:p>
                  </a:txBody>
                  <a:tcPr marL="91440" marR="91440" marT="45720" marB="45720">
                    <a:lnL w="9525">
                      <a:solidFill>
                        <a:srgbClr val="D6E2EC"/>
                      </a:solidFill>
                      <a:prstDash val="solid"/>
                    </a:lnL>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u="sng">
                          <a:solidFill>
                            <a:srgbClr val="FFFFFF"/>
                          </a:solidFill>
                          <a:latin typeface="Arial"/>
                          <a:ea typeface="Arial"/>
                          <a:cs typeface="Arial"/>
                        </a:rPr>
                        <a:t>VorlNr</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PersNr</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c>
                  <a:txBody>
                    <a:bodyPr/>
                    <a:lstStyle/>
                    <a:p>
                      <a:r>
                        <a:rPr sz="1800" b="1">
                          <a:solidFill>
                            <a:srgbClr val="FFFFFF"/>
                          </a:solidFill>
                          <a:latin typeface="Arial"/>
                          <a:ea typeface="Arial"/>
                          <a:cs typeface="Arial"/>
                        </a:rPr>
                        <a:t>Note</a:t>
                      </a:r>
                    </a:p>
                  </a:txBody>
                  <a:tcPr marL="91440" marR="91440" marT="45720" marB="45720">
                    <a:lnR w="9525">
                      <a:solidFill>
                        <a:srgbClr val="D6E2EC"/>
                      </a:solidFill>
                      <a:prstDash val="solid"/>
                    </a:lnR>
                    <a:lnT w="9525">
                      <a:solidFill>
                        <a:srgbClr val="D6E2EC"/>
                      </a:solidFill>
                      <a:prstDash val="solid"/>
                    </a:lnT>
                    <a:lnB w="9525">
                      <a:solidFill>
                        <a:srgbClr val="D6E2EC"/>
                      </a:solidFill>
                      <a:prstDash val="solid"/>
                    </a:lnB>
                    <a:solidFill>
                      <a:srgbClr val="005293"/>
                    </a:solidFill>
                  </a:tcPr>
                </a:tc>
              </a:tr>
              <a:tr h="535781">
                <a:tc>
                  <a:txBody>
                    <a:bodyPr/>
                    <a:lstStyle/>
                    <a:p>
                      <a:r>
                        <a:rPr sz="1800" b="0">
                          <a:solidFill>
                            <a:srgbClr val="26313B"/>
                          </a:solidFill>
                          <a:latin typeface="Arial"/>
                          <a:ea typeface="Arial"/>
                          <a:cs typeface="Arial"/>
                        </a:rPr>
                        <a:t>1001</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5001</a:t>
                      </a:r>
                    </a:p>
                  </a:txBody>
                  <a:tcPr marL="91440" marR="91440" marT="45720" marB="45720">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2125</a:t>
                      </a:r>
                    </a:p>
                  </a:txBody>
                  <a:tcPr marL="91440" marR="91440" marT="45720" marB="45720">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1,7</a:t>
                      </a:r>
                    </a:p>
                  </a:txBody>
                  <a:tcPr marL="91440" marR="91440" marT="45720" marB="45720">
                    <a:lnR w="9525">
                      <a:solidFill>
                        <a:srgbClr val="D6E2EC"/>
                      </a:solidFill>
                      <a:prstDash val="solid"/>
                    </a:lnR>
                    <a:lnB w="9525">
                      <a:solidFill>
                        <a:srgbClr val="D6E2EC"/>
                      </a:solidFill>
                      <a:prstDash val="solid"/>
                    </a:lnB>
                    <a:solidFill>
                      <a:srgbClr val="FFFFFF"/>
                    </a:solidFill>
                  </a:tcPr>
                </a:tc>
              </a:tr>
              <a:tr h="535781">
                <a:tc>
                  <a:txBody>
                    <a:bodyPr/>
                    <a:lstStyle/>
                    <a:p>
                      <a:r>
                        <a:rPr sz="1800" b="0">
                          <a:solidFill>
                            <a:srgbClr val="26313B"/>
                          </a:solidFill>
                          <a:latin typeface="Arial"/>
                          <a:ea typeface="Arial"/>
                          <a:cs typeface="Arial"/>
                        </a:rPr>
                        <a:t>1001</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5041</a:t>
                      </a:r>
                    </a:p>
                  </a:txBody>
                  <a:tcPr marL="91440" marR="91440" marT="45720" marB="45720">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2126</a:t>
                      </a:r>
                    </a:p>
                  </a:txBody>
                  <a:tcPr marL="91440" marR="91440" marT="45720" marB="45720">
                    <a:lnR w="9525">
                      <a:solidFill>
                        <a:srgbClr val="D6E2EC"/>
                      </a:solidFill>
                      <a:prstDash val="solid"/>
                    </a:lnR>
                    <a:lnB w="9525">
                      <a:solidFill>
                        <a:srgbClr val="D6E2EC"/>
                      </a:solidFill>
                      <a:prstDash val="solid"/>
                    </a:lnB>
                    <a:solidFill>
                      <a:srgbClr val="ECF3F8"/>
                    </a:solidFill>
                  </a:tcPr>
                </a:tc>
                <a:tc>
                  <a:txBody>
                    <a:bodyPr/>
                    <a:lstStyle/>
                    <a:p>
                      <a:r>
                        <a:rPr sz="1800" b="0">
                          <a:solidFill>
                            <a:srgbClr val="26313B"/>
                          </a:solidFill>
                          <a:latin typeface="Arial"/>
                          <a:ea typeface="Arial"/>
                          <a:cs typeface="Arial"/>
                        </a:rPr>
                        <a:t>2,0</a:t>
                      </a:r>
                    </a:p>
                  </a:txBody>
                  <a:tcPr marL="91440" marR="91440" marT="45720" marB="45720">
                    <a:lnR w="9525">
                      <a:solidFill>
                        <a:srgbClr val="D6E2EC"/>
                      </a:solidFill>
                      <a:prstDash val="solid"/>
                    </a:lnR>
                    <a:lnB w="9525">
                      <a:solidFill>
                        <a:srgbClr val="D6E2EC"/>
                      </a:solidFill>
                      <a:prstDash val="solid"/>
                    </a:lnB>
                    <a:solidFill>
                      <a:srgbClr val="ECF3F8"/>
                    </a:solidFill>
                  </a:tcPr>
                </a:tc>
              </a:tr>
              <a:tr h="535781">
                <a:tc>
                  <a:txBody>
                    <a:bodyPr/>
                    <a:lstStyle/>
                    <a:p>
                      <a:r>
                        <a:rPr sz="1800" b="0">
                          <a:solidFill>
                            <a:srgbClr val="26313B"/>
                          </a:solidFill>
                          <a:latin typeface="Arial"/>
                          <a:ea typeface="Arial"/>
                          <a:cs typeface="Arial"/>
                        </a:rPr>
                        <a:t>1002</a:t>
                      </a:r>
                    </a:p>
                  </a:txBody>
                  <a:tcPr marL="91440" marR="91440" marT="45720" marB="45720">
                    <a:lnL w="9525">
                      <a:solidFill>
                        <a:srgbClr val="D6E2EC"/>
                      </a:solidFill>
                      <a:prstDash val="solid"/>
                    </a:lnL>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5001</a:t>
                      </a:r>
                    </a:p>
                  </a:txBody>
                  <a:tcPr marL="91440" marR="91440" marT="45720" marB="45720">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2125</a:t>
                      </a:r>
                    </a:p>
                  </a:txBody>
                  <a:tcPr marL="91440" marR="91440" marT="45720" marB="45720">
                    <a:lnR w="9525">
                      <a:solidFill>
                        <a:srgbClr val="D6E2EC"/>
                      </a:solidFill>
                      <a:prstDash val="solid"/>
                    </a:lnR>
                    <a:lnB w="9525">
                      <a:solidFill>
                        <a:srgbClr val="D6E2EC"/>
                      </a:solidFill>
                      <a:prstDash val="solid"/>
                    </a:lnB>
                    <a:solidFill>
                      <a:srgbClr val="FFFFFF"/>
                    </a:solidFill>
                  </a:tcPr>
                </a:tc>
                <a:tc>
                  <a:txBody>
                    <a:bodyPr/>
                    <a:lstStyle/>
                    <a:p>
                      <a:r>
                        <a:rPr sz="1800" b="0">
                          <a:solidFill>
                            <a:srgbClr val="26313B"/>
                          </a:solidFill>
                          <a:latin typeface="Arial"/>
                          <a:ea typeface="Arial"/>
                          <a:cs typeface="Arial"/>
                        </a:rPr>
                        <a:t>1,3</a:t>
                      </a:r>
                    </a:p>
                  </a:txBody>
                  <a:tcPr marL="91440" marR="91440" marT="45720" marB="45720">
                    <a:lnR w="9525">
                      <a:solidFill>
                        <a:srgbClr val="D6E2EC"/>
                      </a:solidFill>
                      <a:prstDash val="solid"/>
                    </a:lnR>
                    <a:lnB w="9525">
                      <a:solidFill>
                        <a:srgbClr val="D6E2EC"/>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6C98BAEB-79BD-4D5B-8619-B3A0C048CC5F}"/>
              </a:ext>
            </a:extLst>
          </p:cNvPr>
          <p:cNvSpPr>
            <a:spLocks xmlns:a="http://schemas.openxmlformats.org/drawingml/2006/main" noGrp="1"/>
          </p:cNvSpPr>
          <p:nvPr/>
        </p:nvSpPr>
        <p:spPr>
          <a:xfrm xmlns:a="http://schemas.openxmlformats.org/drawingml/2006/main">
            <a:off x="609600" y="52387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6313B"/>
                </a:solidFill>
                <a:latin typeface="Arial"/>
                <a:ea typeface="Arial"/>
                <a:cs typeface="Arial"/>
              </a:defRPr>
            </a:defPPr>
            <a:lvl1pPr>
              <a:defRPr sz="2100" b="0">
                <a:solidFill>
                  <a:srgbClr val="26313B"/>
                </a:solidFill>
                <a:latin typeface="Arial"/>
                <a:ea typeface="Arial"/>
                <a:cs typeface="Arial"/>
              </a:defRPr>
            </a:lvl1pPr>
            <a:lvl2pPr>
              <a:defRPr sz="2100" b="0">
                <a:solidFill>
                  <a:srgbClr val="26313B"/>
                </a:solidFill>
                <a:latin typeface="Arial"/>
                <a:ea typeface="Arial"/>
                <a:cs typeface="Arial"/>
              </a:defRPr>
            </a:lvl2pPr>
            <a:lvl3pPr>
              <a:defRPr sz="2100" b="0">
                <a:solidFill>
                  <a:srgbClr val="26313B"/>
                </a:solidFill>
                <a:latin typeface="Arial"/>
                <a:ea typeface="Arial"/>
                <a:cs typeface="Arial"/>
              </a:defRPr>
            </a:lvl3pPr>
            <a:lvl4pPr>
              <a:defRPr sz="2100" b="0">
                <a:solidFill>
                  <a:srgbClr val="26313B"/>
                </a:solidFill>
                <a:latin typeface="Arial"/>
                <a:ea typeface="Arial"/>
                <a:cs typeface="Arial"/>
              </a:defRPr>
            </a:lvl4pPr>
            <a:lvl5pPr>
              <a:defRPr sz="2100" b="0">
                <a:solidFill>
                  <a:srgbClr val="26313B"/>
                </a:solidFill>
                <a:latin typeface="Arial"/>
                <a:ea typeface="Arial"/>
                <a:cs typeface="Arial"/>
              </a:defRPr>
            </a:lvl5pPr>
            <a:lvl6pPr>
              <a:defRPr sz="2100" b="0">
                <a:solidFill>
                  <a:srgbClr val="26313B"/>
                </a:solidFill>
                <a:latin typeface="Arial"/>
                <a:ea typeface="Arial"/>
                <a:cs typeface="Arial"/>
              </a:defRPr>
            </a:lvl6pPr>
            <a:lvl7pPr>
              <a:defRPr sz="2100" b="0">
                <a:solidFill>
                  <a:srgbClr val="26313B"/>
                </a:solidFill>
                <a:latin typeface="Arial"/>
                <a:ea typeface="Arial"/>
                <a:cs typeface="Arial"/>
              </a:defRPr>
            </a:lvl7pPr>
            <a:lvl8pPr>
              <a:defRPr sz="2100" b="0">
                <a:solidFill>
                  <a:srgbClr val="26313B"/>
                </a:solidFill>
                <a:latin typeface="Arial"/>
                <a:ea typeface="Arial"/>
                <a:cs typeface="Arial"/>
              </a:defRPr>
            </a:lvl8pPr>
            <a:lvl9pPr>
              <a:defRPr sz="2100" b="0">
                <a:solidFill>
                  <a:srgbClr val="26313B"/>
                </a:solidFill>
                <a:latin typeface="Arial"/>
                <a:ea typeface="Arial"/>
                <a:cs typeface="Arial"/>
              </a:defRPr>
            </a:lvl9pPr>
          </a:lstStyle>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(MatrNr, VorlNr) → PersNr, Note. Alle drei Nummern bleiben Fremdschlüssel.</a:t>
            </a:r>
          </a:p>
        </p:txBody>
      </p:sp>
      <p:sp>
        <p:nvSpPr>
          <p:cNvPr id="7" name="">
            <a:extLst xmlns:a="http://schemas.openxmlformats.org/drawingml/2006/main">
              <a:ext uri="{FF2B5EF4-FFF2-40B4-BE49-F238E27FC236}">
                <a16:creationId xmlns:a16="http://schemas.microsoft.com/office/drawing/2014/main" id="{15578F54-4709-4177-B10E-C63B1C3451A3}"/>
              </a:ext>
            </a:extLst>
          </p:cNvPr>
          <p:cNvSpPr>
            <a:spLocks xmlns:a="http://schemas.openxmlformats.org/drawingml/2006/main" noGrp="1"/>
          </p:cNvSpPr>
          <p:nvPr/>
        </p:nvSpPr>
        <p:spPr>
          <a:xfrm xmlns:a="http://schemas.openxmlformats.org/drawingml/2006/main">
            <a:off x="609600" y="5810250"/>
            <a:ext cx="10972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025" b="0">
                <a:solidFill>
                  <a:srgbClr val="26313B"/>
                </a:solidFill>
                <a:latin typeface="Arial"/>
                <a:ea typeface="Arial"/>
                <a:cs typeface="Arial"/>
              </a:defRPr>
            </a:defPPr>
            <a:lvl1pPr>
              <a:defRPr sz="2025" b="0">
                <a:solidFill>
                  <a:srgbClr val="26313B"/>
                </a:solidFill>
                <a:latin typeface="Arial"/>
                <a:ea typeface="Arial"/>
                <a:cs typeface="Arial"/>
              </a:defRPr>
            </a:lvl1pPr>
            <a:lvl2pPr>
              <a:defRPr sz="2025" b="0">
                <a:solidFill>
                  <a:srgbClr val="26313B"/>
                </a:solidFill>
                <a:latin typeface="Arial"/>
                <a:ea typeface="Arial"/>
                <a:cs typeface="Arial"/>
              </a:defRPr>
            </a:lvl2pPr>
            <a:lvl3pPr>
              <a:defRPr sz="2025" b="0">
                <a:solidFill>
                  <a:srgbClr val="26313B"/>
                </a:solidFill>
                <a:latin typeface="Arial"/>
                <a:ea typeface="Arial"/>
                <a:cs typeface="Arial"/>
              </a:defRPr>
            </a:lvl3pPr>
            <a:lvl4pPr>
              <a:defRPr sz="2025" b="0">
                <a:solidFill>
                  <a:srgbClr val="26313B"/>
                </a:solidFill>
                <a:latin typeface="Arial"/>
                <a:ea typeface="Arial"/>
                <a:cs typeface="Arial"/>
              </a:defRPr>
            </a:lvl4pPr>
            <a:lvl5pPr>
              <a:defRPr sz="2025" b="0">
                <a:solidFill>
                  <a:srgbClr val="26313B"/>
                </a:solidFill>
                <a:latin typeface="Arial"/>
                <a:ea typeface="Arial"/>
                <a:cs typeface="Arial"/>
              </a:defRPr>
            </a:lvl5pPr>
            <a:lvl6pPr>
              <a:defRPr sz="2025" b="0">
                <a:solidFill>
                  <a:srgbClr val="26313B"/>
                </a:solidFill>
                <a:latin typeface="Arial"/>
                <a:ea typeface="Arial"/>
                <a:cs typeface="Arial"/>
              </a:defRPr>
            </a:lvl6pPr>
            <a:lvl7pPr>
              <a:defRPr sz="2025" b="0">
                <a:solidFill>
                  <a:srgbClr val="26313B"/>
                </a:solidFill>
                <a:latin typeface="Arial"/>
                <a:ea typeface="Arial"/>
                <a:cs typeface="Arial"/>
              </a:defRPr>
            </a:lvl7pPr>
            <a:lvl8pPr>
              <a:defRPr sz="2025" b="0">
                <a:solidFill>
                  <a:srgbClr val="26313B"/>
                </a:solidFill>
                <a:latin typeface="Arial"/>
                <a:ea typeface="Arial"/>
                <a:cs typeface="Arial"/>
              </a:defRPr>
            </a:lvl8pPr>
            <a:lvl9pPr>
              <a:defRPr sz="2025" b="0">
                <a:solidFill>
                  <a:srgbClr val="26313B"/>
                </a:solidFill>
                <a:latin typeface="Arial"/>
                <a:ea typeface="Arial"/>
                <a:cs typeface="Arial"/>
              </a:defRPr>
            </a:lvl9pPr>
          </a:lstStyle>
          <a:p xmlns:a="http://schemas.openxmlformats.org/drawingml/2006/main">
            <a:pPr>
              <a:defRPr sz="2025" b="0">
                <a:solidFill>
                  <a:srgbClr val="26313B"/>
                </a:solidFill>
                <a:latin typeface="Arial"/>
                <a:ea typeface="Arial"/>
                <a:cs typeface="Arial"/>
              </a:defRPr>
            </a:pPr>
            <a:r>
              <a:rPr sz="2025" b="0">
                <a:solidFill>
                  <a:srgbClr val="26313B"/>
                </a:solidFill>
                <a:latin typeface="Arial"/>
                <a:ea typeface="Arial"/>
                <a:cs typeface="Arial"/>
              </a:rPr>
              <a:t>Kein Entitytyp hat den Schlüssel (MatrNr, VorlNr): prüfen bleibt separat.</a:t>
            </a:r>
          </a:p>
        </p:txBody>
      </p:sp>
      <p:sp>
        <p:nvSpPr>
          <p:cNvPr id="8" name="">
            <a:extLst xmlns:a="http://schemas.openxmlformats.org/drawingml/2006/main">
              <a:ext uri="{FF2B5EF4-FFF2-40B4-BE49-F238E27FC236}">
                <a16:creationId xmlns:a16="http://schemas.microsoft.com/office/drawing/2014/main" id="{4A96AF55-4828-47B1-A5B4-ABA4A0D17F6F}"/>
              </a:ext>
            </a:extLst>
          </p:cNvPr>
          <p:cNvSpPr>
            <a:spLocks xmlns:a="http://schemas.openxmlformats.org/drawingml/2006/main" noGrp="1"/>
          </p:cNvSpPr>
          <p:nvPr/>
        </p:nvSpPr>
        <p:spPr>
          <a:xfrm xmlns:a="http://schemas.openxmlformats.org/drawingml/2006/main">
            <a:off x="11144250" y="644842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21</a:t>
            </a:r>
          </a:p>
        </p:txBody>
      </p:sp>
    </p:spTree>
    <p:extLst>
      <p:ext uri="{BB962C8B-B14F-4D97-AF65-F5344CB8AC3E}">
        <p14:creationId xmlns:p14="http://schemas.microsoft.com/office/powerpoint/2010/main" val="80664643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4290531-3A7C-48D9-BB27-72B2F5F49339}"/>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Mehrere Einsen und 1:1-Beziehungen</a:t>
            </a:r>
          </a:p>
        </p:txBody>
      </p:sp>
      <p:sp>
        <p:nvSpPr>
          <p:cNvPr id="2" name="">
            <a:extLst xmlns:a="http://schemas.openxmlformats.org/drawingml/2006/main">
              <a:ext uri="{FF2B5EF4-FFF2-40B4-BE49-F238E27FC236}">
                <a16:creationId xmlns:a16="http://schemas.microsoft.com/office/drawing/2014/main" id="{593B65AA-1327-4693-9618-E0D8E3B76C3B}"/>
              </a:ext>
            </a:extLst>
          </p:cNvPr>
          <p:cNvSpPr>
            <a:spLocks xmlns:a="http://schemas.openxmlformats.org/drawingml/2006/main" noGrp="1"/>
          </p:cNvSpPr>
          <p:nvPr/>
        </p:nvSpPr>
        <p:spPr>
          <a:xfrm xmlns:a="http://schemas.openxmlformats.org/drawingml/2006/main">
            <a:off x="609600" y="64484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F72ABB68-66A9-4ECA-861C-37E06D76BF12}"/>
              </a:ext>
            </a:extLst>
          </p:cNvPr>
          <p:cNvSpPr>
            <a:spLocks xmlns:a="http://schemas.openxmlformats.org/drawingml/2006/main" noGrp="1"/>
          </p:cNvSpPr>
          <p:nvPr/>
        </p:nvSpPr>
        <p:spPr>
          <a:xfrm xmlns:a="http://schemas.openxmlformats.org/drawingml/2006/main">
            <a:off x="609600" y="133350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325" b="1">
                <a:solidFill>
                  <a:srgbClr val="005293"/>
                </a:solidFill>
                <a:latin typeface="Arial"/>
                <a:ea typeface="Arial"/>
                <a:cs typeface="Arial"/>
              </a:defRPr>
            </a:defPPr>
            <a:lvl1pPr>
              <a:defRPr sz="2325" b="1">
                <a:solidFill>
                  <a:srgbClr val="005293"/>
                </a:solidFill>
                <a:latin typeface="Arial"/>
                <a:ea typeface="Arial"/>
                <a:cs typeface="Arial"/>
              </a:defRPr>
            </a:lvl1pPr>
            <a:lvl2pPr>
              <a:defRPr sz="2325" b="1">
                <a:solidFill>
                  <a:srgbClr val="005293"/>
                </a:solidFill>
                <a:latin typeface="Arial"/>
                <a:ea typeface="Arial"/>
                <a:cs typeface="Arial"/>
              </a:defRPr>
            </a:lvl2pPr>
            <a:lvl3pPr>
              <a:defRPr sz="2325" b="1">
                <a:solidFill>
                  <a:srgbClr val="005293"/>
                </a:solidFill>
                <a:latin typeface="Arial"/>
                <a:ea typeface="Arial"/>
                <a:cs typeface="Arial"/>
              </a:defRPr>
            </a:lvl3pPr>
            <a:lvl4pPr>
              <a:defRPr sz="2325" b="1">
                <a:solidFill>
                  <a:srgbClr val="005293"/>
                </a:solidFill>
                <a:latin typeface="Arial"/>
                <a:ea typeface="Arial"/>
                <a:cs typeface="Arial"/>
              </a:defRPr>
            </a:lvl4pPr>
            <a:lvl5pPr>
              <a:defRPr sz="2325" b="1">
                <a:solidFill>
                  <a:srgbClr val="005293"/>
                </a:solidFill>
                <a:latin typeface="Arial"/>
                <a:ea typeface="Arial"/>
                <a:cs typeface="Arial"/>
              </a:defRPr>
            </a:lvl5pPr>
            <a:lvl6pPr>
              <a:defRPr sz="2325" b="1">
                <a:solidFill>
                  <a:srgbClr val="005293"/>
                </a:solidFill>
                <a:latin typeface="Arial"/>
                <a:ea typeface="Arial"/>
                <a:cs typeface="Arial"/>
              </a:defRPr>
            </a:lvl6pPr>
            <a:lvl7pPr>
              <a:defRPr sz="2325" b="1">
                <a:solidFill>
                  <a:srgbClr val="005293"/>
                </a:solidFill>
                <a:latin typeface="Arial"/>
                <a:ea typeface="Arial"/>
                <a:cs typeface="Arial"/>
              </a:defRPr>
            </a:lvl7pPr>
            <a:lvl8pPr>
              <a:defRPr sz="2325" b="1">
                <a:solidFill>
                  <a:srgbClr val="005293"/>
                </a:solidFill>
                <a:latin typeface="Arial"/>
                <a:ea typeface="Arial"/>
                <a:cs typeface="Arial"/>
              </a:defRPr>
            </a:lvl8pPr>
            <a:lvl9pPr>
              <a:defRPr sz="2325" b="1">
                <a:solidFill>
                  <a:srgbClr val="005293"/>
                </a:solidFill>
                <a:latin typeface="Arial"/>
                <a:ea typeface="Arial"/>
                <a:cs typeface="Arial"/>
              </a:defRPr>
            </a:lvl9pPr>
          </a:lstStyle>
          <a:p xmlns:a="http://schemas.openxmlformats.org/drawingml/2006/main">
            <a:pPr>
              <a:defRPr sz="2325" b="1">
                <a:solidFill>
                  <a:srgbClr val="005293"/>
                </a:solidFill>
                <a:latin typeface="Arial"/>
                <a:ea typeface="Arial"/>
                <a:cs typeface="Arial"/>
              </a:defRPr>
            </a:pPr>
            <a:r>
              <a:rPr sz="2325" b="1">
                <a:solidFill>
                  <a:srgbClr val="005293"/>
                </a:solidFill>
                <a:latin typeface="Arial"/>
                <a:ea typeface="Arial"/>
                <a:cs typeface="Arial"/>
              </a:rPr>
              <a:t>Ternär: betreuen(Student, Professor, Thema, Note)</a:t>
            </a:r>
          </a:p>
        </p:txBody>
      </p:sp>
      <p:sp>
        <p:nvSpPr>
          <p:cNvPr id="4" name="">
            <a:extLst xmlns:a="http://schemas.openxmlformats.org/drawingml/2006/main">
              <a:ext uri="{FF2B5EF4-FFF2-40B4-BE49-F238E27FC236}">
                <a16:creationId xmlns:a16="http://schemas.microsoft.com/office/drawing/2014/main" id="{C2D07844-1EC1-419D-A44F-19B558D32399}"/>
              </a:ext>
            </a:extLst>
          </p:cNvPr>
          <p:cNvSpPr>
            <a:spLocks xmlns:a="http://schemas.openxmlformats.org/drawingml/2006/main" noGrp="1"/>
          </p:cNvSpPr>
          <p:nvPr/>
        </p:nvSpPr>
        <p:spPr>
          <a:xfrm xmlns:a="http://schemas.openxmlformats.org/drawingml/2006/main">
            <a:off x="609600" y="200025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26313B"/>
                </a:solidFill>
                <a:latin typeface="Arial"/>
                <a:ea typeface="Arial"/>
                <a:cs typeface="Arial"/>
              </a:defRPr>
            </a:defPPr>
            <a:lvl1pPr>
              <a:defRPr sz="2175" b="0">
                <a:solidFill>
                  <a:srgbClr val="26313B"/>
                </a:solidFill>
                <a:latin typeface="Arial"/>
                <a:ea typeface="Arial"/>
                <a:cs typeface="Arial"/>
              </a:defRPr>
            </a:lvl1pPr>
            <a:lvl2pPr>
              <a:defRPr sz="2175" b="0">
                <a:solidFill>
                  <a:srgbClr val="26313B"/>
                </a:solidFill>
                <a:latin typeface="Arial"/>
                <a:ea typeface="Arial"/>
                <a:cs typeface="Arial"/>
              </a:defRPr>
            </a:lvl2pPr>
            <a:lvl3pPr>
              <a:defRPr sz="2175" b="0">
                <a:solidFill>
                  <a:srgbClr val="26313B"/>
                </a:solidFill>
                <a:latin typeface="Arial"/>
                <a:ea typeface="Arial"/>
                <a:cs typeface="Arial"/>
              </a:defRPr>
            </a:lvl3pPr>
            <a:lvl4pPr>
              <a:defRPr sz="2175" b="0">
                <a:solidFill>
                  <a:srgbClr val="26313B"/>
                </a:solidFill>
                <a:latin typeface="Arial"/>
                <a:ea typeface="Arial"/>
                <a:cs typeface="Arial"/>
              </a:defRPr>
            </a:lvl4pPr>
            <a:lvl5pPr>
              <a:defRPr sz="2175" b="0">
                <a:solidFill>
                  <a:srgbClr val="26313B"/>
                </a:solidFill>
                <a:latin typeface="Arial"/>
                <a:ea typeface="Arial"/>
                <a:cs typeface="Arial"/>
              </a:defRPr>
            </a:lvl5pPr>
            <a:lvl6pPr>
              <a:defRPr sz="2175" b="0">
                <a:solidFill>
                  <a:srgbClr val="26313B"/>
                </a:solidFill>
                <a:latin typeface="Arial"/>
                <a:ea typeface="Arial"/>
                <a:cs typeface="Arial"/>
              </a:defRPr>
            </a:lvl6pPr>
            <a:lvl7pPr>
              <a:defRPr sz="2175" b="0">
                <a:solidFill>
                  <a:srgbClr val="26313B"/>
                </a:solidFill>
                <a:latin typeface="Arial"/>
                <a:ea typeface="Arial"/>
                <a:cs typeface="Arial"/>
              </a:defRPr>
            </a:lvl7pPr>
            <a:lvl8pPr>
              <a:defRPr sz="2175" b="0">
                <a:solidFill>
                  <a:srgbClr val="26313B"/>
                </a:solidFill>
                <a:latin typeface="Arial"/>
                <a:ea typeface="Arial"/>
                <a:cs typeface="Arial"/>
              </a:defRPr>
            </a:lvl8pPr>
            <a:lvl9pPr>
              <a:defRPr sz="2175" b="0">
                <a:solidFill>
                  <a:srgbClr val="26313B"/>
                </a:solidFill>
                <a:latin typeface="Arial"/>
                <a:ea typeface="Arial"/>
                <a:cs typeface="Arial"/>
              </a:defRPr>
            </a:lvl9pPr>
          </a:lstStyle>
          <a:p xmlns:a="http://schemas.openxmlformats.org/drawingml/2006/main">
            <a:pPr>
              <a:defRPr sz="2175" b="0">
                <a:solidFill>
                  <a:srgbClr val="26313B"/>
                </a:solidFill>
                <a:latin typeface="Arial"/>
                <a:ea typeface="Arial"/>
                <a:cs typeface="Arial"/>
              </a:defRPr>
            </a:pPr>
            <a:r>
              <a:rPr sz="2175" b="0">
                <a:solidFill>
                  <a:srgbClr val="26313B"/>
                </a:solidFill>
                <a:latin typeface="Arial"/>
                <a:ea typeface="Arial"/>
                <a:cs typeface="Arial"/>
              </a:rPr>
              <a:t>1 an Professoren und 1 an Seminarthemen ergeben zwei mögliche Schlüssel:</a:t>
            </a:r>
          </a:p>
          <a:p xmlns:a="http://schemas.openxmlformats.org/drawingml/2006/main">
            <a:pPr>
              <a:defRPr sz="2175" b="0">
                <a:solidFill>
                  <a:srgbClr val="26313B"/>
                </a:solidFill>
                <a:latin typeface="Arial"/>
                <a:ea typeface="Arial"/>
                <a:cs typeface="Arial"/>
              </a:defRPr>
            </a:pPr>
            <a:r>
              <a:rPr sz="2175" b="0">
                <a:solidFill>
                  <a:srgbClr val="26313B"/>
                </a:solidFill>
                <a:latin typeface="Arial"/>
                <a:ea typeface="Arial"/>
                <a:cs typeface="Arial"/>
              </a:rPr>
              <a:t>(Student, Professor) und (Student, Thema).</a:t>
            </a:r>
          </a:p>
        </p:txBody>
      </p:sp>
      <p:sp>
        <p:nvSpPr>
          <p:cNvPr id="5" name="">
            <a:extLst xmlns:a="http://schemas.openxmlformats.org/drawingml/2006/main">
              <a:ext uri="{FF2B5EF4-FFF2-40B4-BE49-F238E27FC236}">
                <a16:creationId xmlns:a16="http://schemas.microsoft.com/office/drawing/2014/main" id="{F80E936D-2670-4823-83F3-DEACECA323C5}"/>
              </a:ext>
            </a:extLst>
          </p:cNvPr>
          <p:cNvSpPr>
            <a:spLocks xmlns:a="http://schemas.openxmlformats.org/drawingml/2006/main" noGrp="1"/>
          </p:cNvSpPr>
          <p:nvPr/>
        </p:nvSpPr>
        <p:spPr>
          <a:xfrm xmlns:a="http://schemas.openxmlformats.org/drawingml/2006/main">
            <a:off x="609600" y="30480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26313B"/>
                </a:solidFill>
                <a:latin typeface="Arial"/>
                <a:ea typeface="Arial"/>
                <a:cs typeface="Arial"/>
              </a:defRPr>
            </a:defPPr>
            <a:lvl1pPr>
              <a:defRPr sz="2175" b="0">
                <a:solidFill>
                  <a:srgbClr val="26313B"/>
                </a:solidFill>
                <a:latin typeface="Arial"/>
                <a:ea typeface="Arial"/>
                <a:cs typeface="Arial"/>
              </a:defRPr>
            </a:lvl1pPr>
            <a:lvl2pPr>
              <a:defRPr sz="2175" b="0">
                <a:solidFill>
                  <a:srgbClr val="26313B"/>
                </a:solidFill>
                <a:latin typeface="Arial"/>
                <a:ea typeface="Arial"/>
                <a:cs typeface="Arial"/>
              </a:defRPr>
            </a:lvl2pPr>
            <a:lvl3pPr>
              <a:defRPr sz="2175" b="0">
                <a:solidFill>
                  <a:srgbClr val="26313B"/>
                </a:solidFill>
                <a:latin typeface="Arial"/>
                <a:ea typeface="Arial"/>
                <a:cs typeface="Arial"/>
              </a:defRPr>
            </a:lvl3pPr>
            <a:lvl4pPr>
              <a:defRPr sz="2175" b="0">
                <a:solidFill>
                  <a:srgbClr val="26313B"/>
                </a:solidFill>
                <a:latin typeface="Arial"/>
                <a:ea typeface="Arial"/>
                <a:cs typeface="Arial"/>
              </a:defRPr>
            </a:lvl4pPr>
            <a:lvl5pPr>
              <a:defRPr sz="2175" b="0">
                <a:solidFill>
                  <a:srgbClr val="26313B"/>
                </a:solidFill>
                <a:latin typeface="Arial"/>
                <a:ea typeface="Arial"/>
                <a:cs typeface="Arial"/>
              </a:defRPr>
            </a:lvl5pPr>
            <a:lvl6pPr>
              <a:defRPr sz="2175" b="0">
                <a:solidFill>
                  <a:srgbClr val="26313B"/>
                </a:solidFill>
                <a:latin typeface="Arial"/>
                <a:ea typeface="Arial"/>
                <a:cs typeface="Arial"/>
              </a:defRPr>
            </a:lvl6pPr>
            <a:lvl7pPr>
              <a:defRPr sz="2175" b="0">
                <a:solidFill>
                  <a:srgbClr val="26313B"/>
                </a:solidFill>
                <a:latin typeface="Arial"/>
                <a:ea typeface="Arial"/>
                <a:cs typeface="Arial"/>
              </a:defRPr>
            </a:lvl7pPr>
            <a:lvl8pPr>
              <a:defRPr sz="2175" b="0">
                <a:solidFill>
                  <a:srgbClr val="26313B"/>
                </a:solidFill>
                <a:latin typeface="Arial"/>
                <a:ea typeface="Arial"/>
                <a:cs typeface="Arial"/>
              </a:defRPr>
            </a:lvl8pPr>
            <a:lvl9pPr>
              <a:defRPr sz="2175" b="0">
                <a:solidFill>
                  <a:srgbClr val="26313B"/>
                </a:solidFill>
                <a:latin typeface="Arial"/>
                <a:ea typeface="Arial"/>
                <a:cs typeface="Arial"/>
              </a:defRPr>
            </a:lvl9pPr>
          </a:lstStyle>
          <a:p xmlns:a="http://schemas.openxmlformats.org/drawingml/2006/main">
            <a:pPr>
              <a:defRPr sz="2175" b="0">
                <a:solidFill>
                  <a:srgbClr val="26313B"/>
                </a:solidFill>
                <a:latin typeface="Arial"/>
                <a:ea typeface="Arial"/>
                <a:cs typeface="Arial"/>
              </a:defRPr>
            </a:pPr>
            <a:r>
              <a:rPr sz="2175" b="0">
                <a:solidFill>
                  <a:srgbClr val="26313B"/>
                </a:solidFill>
                <a:latin typeface="Arial"/>
                <a:ea typeface="Arial"/>
                <a:cs typeface="Arial"/>
              </a:rPr>
              <a:t>Einen als Primärschlüssel wählen; den anderen mit UNIQUE sichern.</a:t>
            </a:r>
          </a:p>
          <a:p xmlns:a="http://schemas.openxmlformats.org/drawingml/2006/main">
            <a:pPr>
              <a:defRPr sz="2175" b="0">
                <a:solidFill>
                  <a:srgbClr val="26313B"/>
                </a:solidFill>
                <a:latin typeface="Arial"/>
                <a:ea typeface="Arial"/>
                <a:cs typeface="Arial"/>
              </a:defRPr>
            </a:pPr>
            <a:r>
              <a:rPr sz="2175" b="0">
                <a:solidFill>
                  <a:srgbClr val="26313B"/>
                </a:solidFill>
                <a:latin typeface="Arial"/>
                <a:ea typeface="Arial"/>
                <a:cs typeface="Arial"/>
              </a:rPr>
              <a:t>Nicht beide abhängigen Spalten gleichzeitig aus dem Schlüssel streichen!</a:t>
            </a:r>
          </a:p>
        </p:txBody>
      </p:sp>
      <p:sp>
        <p:nvSpPr>
          <p:cNvPr id="6" name="">
            <a:extLst xmlns:a="http://schemas.openxmlformats.org/drawingml/2006/main">
              <a:ext uri="{FF2B5EF4-FFF2-40B4-BE49-F238E27FC236}">
                <a16:creationId xmlns:a16="http://schemas.microsoft.com/office/drawing/2014/main" id="{8D713411-5798-4069-A2FC-76A3D6905210}"/>
              </a:ext>
            </a:extLst>
          </p:cNvPr>
          <p:cNvSpPr>
            <a:spLocks xmlns:a="http://schemas.openxmlformats.org/drawingml/2006/main" noGrp="1"/>
          </p:cNvSpPr>
          <p:nvPr/>
        </p:nvSpPr>
        <p:spPr>
          <a:xfrm xmlns:a="http://schemas.openxmlformats.org/drawingml/2006/main">
            <a:off x="609600" y="4238625"/>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325" b="1">
                <a:solidFill>
                  <a:srgbClr val="005293"/>
                </a:solidFill>
                <a:latin typeface="Arial"/>
                <a:ea typeface="Arial"/>
                <a:cs typeface="Arial"/>
              </a:defRPr>
            </a:defPPr>
            <a:lvl1pPr>
              <a:defRPr sz="2325" b="1">
                <a:solidFill>
                  <a:srgbClr val="005293"/>
                </a:solidFill>
                <a:latin typeface="Arial"/>
                <a:ea typeface="Arial"/>
                <a:cs typeface="Arial"/>
              </a:defRPr>
            </a:lvl1pPr>
            <a:lvl2pPr>
              <a:defRPr sz="2325" b="1">
                <a:solidFill>
                  <a:srgbClr val="005293"/>
                </a:solidFill>
                <a:latin typeface="Arial"/>
                <a:ea typeface="Arial"/>
                <a:cs typeface="Arial"/>
              </a:defRPr>
            </a:lvl2pPr>
            <a:lvl3pPr>
              <a:defRPr sz="2325" b="1">
                <a:solidFill>
                  <a:srgbClr val="005293"/>
                </a:solidFill>
                <a:latin typeface="Arial"/>
                <a:ea typeface="Arial"/>
                <a:cs typeface="Arial"/>
              </a:defRPr>
            </a:lvl3pPr>
            <a:lvl4pPr>
              <a:defRPr sz="2325" b="1">
                <a:solidFill>
                  <a:srgbClr val="005293"/>
                </a:solidFill>
                <a:latin typeface="Arial"/>
                <a:ea typeface="Arial"/>
                <a:cs typeface="Arial"/>
              </a:defRPr>
            </a:lvl4pPr>
            <a:lvl5pPr>
              <a:defRPr sz="2325" b="1">
                <a:solidFill>
                  <a:srgbClr val="005293"/>
                </a:solidFill>
                <a:latin typeface="Arial"/>
                <a:ea typeface="Arial"/>
                <a:cs typeface="Arial"/>
              </a:defRPr>
            </a:lvl5pPr>
            <a:lvl6pPr>
              <a:defRPr sz="2325" b="1">
                <a:solidFill>
                  <a:srgbClr val="005293"/>
                </a:solidFill>
                <a:latin typeface="Arial"/>
                <a:ea typeface="Arial"/>
                <a:cs typeface="Arial"/>
              </a:defRPr>
            </a:lvl6pPr>
            <a:lvl7pPr>
              <a:defRPr sz="2325" b="1">
                <a:solidFill>
                  <a:srgbClr val="005293"/>
                </a:solidFill>
                <a:latin typeface="Arial"/>
                <a:ea typeface="Arial"/>
                <a:cs typeface="Arial"/>
              </a:defRPr>
            </a:lvl7pPr>
            <a:lvl8pPr>
              <a:defRPr sz="2325" b="1">
                <a:solidFill>
                  <a:srgbClr val="005293"/>
                </a:solidFill>
                <a:latin typeface="Arial"/>
                <a:ea typeface="Arial"/>
                <a:cs typeface="Arial"/>
              </a:defRPr>
            </a:lvl8pPr>
            <a:lvl9pPr>
              <a:defRPr sz="2325" b="1">
                <a:solidFill>
                  <a:srgbClr val="005293"/>
                </a:solidFill>
                <a:latin typeface="Arial"/>
                <a:ea typeface="Arial"/>
                <a:cs typeface="Arial"/>
              </a:defRPr>
            </a:lvl9pPr>
          </a:lstStyle>
          <a:p xmlns:a="http://schemas.openxmlformats.org/drawingml/2006/main">
            <a:pPr>
              <a:defRPr sz="2325" b="1">
                <a:solidFill>
                  <a:srgbClr val="005293"/>
                </a:solidFill>
                <a:latin typeface="Arial"/>
                <a:ea typeface="Arial"/>
                <a:cs typeface="Arial"/>
              </a:defRPr>
            </a:pPr>
            <a:r>
              <a:rPr sz="2325" b="1">
                <a:solidFill>
                  <a:srgbClr val="005293"/>
                </a:solidFill>
                <a:latin typeface="Arial"/>
                <a:ea typeface="Arial"/>
                <a:cs typeface="Arial"/>
              </a:rPr>
              <a:t>Binär: R(AID, BID) mit 1:1</a:t>
            </a:r>
          </a:p>
        </p:txBody>
      </p:sp>
      <p:sp>
        <p:nvSpPr>
          <p:cNvPr id="7" name="">
            <a:extLst xmlns:a="http://schemas.openxmlformats.org/drawingml/2006/main">
              <a:ext uri="{FF2B5EF4-FFF2-40B4-BE49-F238E27FC236}">
                <a16:creationId xmlns:a16="http://schemas.microsoft.com/office/drawing/2014/main" id="{FD16DDAA-E5D9-45FA-8D1F-3CC7F5DFF0E5}"/>
              </a:ext>
            </a:extLst>
          </p:cNvPr>
          <p:cNvSpPr>
            <a:spLocks xmlns:a="http://schemas.openxmlformats.org/drawingml/2006/main" noGrp="1"/>
          </p:cNvSpPr>
          <p:nvPr/>
        </p:nvSpPr>
        <p:spPr>
          <a:xfrm xmlns:a="http://schemas.openxmlformats.org/drawingml/2006/main">
            <a:off x="609600" y="4857750"/>
            <a:ext cx="109728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6313B"/>
                </a:solidFill>
                <a:latin typeface="Arial"/>
                <a:ea typeface="Arial"/>
                <a:cs typeface="Arial"/>
              </a:defRPr>
            </a:defPPr>
            <a:lvl1pPr>
              <a:defRPr sz="2100" b="0">
                <a:solidFill>
                  <a:srgbClr val="26313B"/>
                </a:solidFill>
                <a:latin typeface="Arial"/>
                <a:ea typeface="Arial"/>
                <a:cs typeface="Arial"/>
              </a:defRPr>
            </a:lvl1pPr>
            <a:lvl2pPr>
              <a:defRPr sz="2100" b="0">
                <a:solidFill>
                  <a:srgbClr val="26313B"/>
                </a:solidFill>
                <a:latin typeface="Arial"/>
                <a:ea typeface="Arial"/>
                <a:cs typeface="Arial"/>
              </a:defRPr>
            </a:lvl2pPr>
            <a:lvl3pPr>
              <a:defRPr sz="2100" b="0">
                <a:solidFill>
                  <a:srgbClr val="26313B"/>
                </a:solidFill>
                <a:latin typeface="Arial"/>
                <a:ea typeface="Arial"/>
                <a:cs typeface="Arial"/>
              </a:defRPr>
            </a:lvl3pPr>
            <a:lvl4pPr>
              <a:defRPr sz="2100" b="0">
                <a:solidFill>
                  <a:srgbClr val="26313B"/>
                </a:solidFill>
                <a:latin typeface="Arial"/>
                <a:ea typeface="Arial"/>
                <a:cs typeface="Arial"/>
              </a:defRPr>
            </a:lvl4pPr>
            <a:lvl5pPr>
              <a:defRPr sz="2100" b="0">
                <a:solidFill>
                  <a:srgbClr val="26313B"/>
                </a:solidFill>
                <a:latin typeface="Arial"/>
                <a:ea typeface="Arial"/>
                <a:cs typeface="Arial"/>
              </a:defRPr>
            </a:lvl5pPr>
            <a:lvl6pPr>
              <a:defRPr sz="2100" b="0">
                <a:solidFill>
                  <a:srgbClr val="26313B"/>
                </a:solidFill>
                <a:latin typeface="Arial"/>
                <a:ea typeface="Arial"/>
                <a:cs typeface="Arial"/>
              </a:defRPr>
            </a:lvl6pPr>
            <a:lvl7pPr>
              <a:defRPr sz="2100" b="0">
                <a:solidFill>
                  <a:srgbClr val="26313B"/>
                </a:solidFill>
                <a:latin typeface="Arial"/>
                <a:ea typeface="Arial"/>
                <a:cs typeface="Arial"/>
              </a:defRPr>
            </a:lvl7pPr>
            <a:lvl8pPr>
              <a:defRPr sz="2100" b="0">
                <a:solidFill>
                  <a:srgbClr val="26313B"/>
                </a:solidFill>
                <a:latin typeface="Arial"/>
                <a:ea typeface="Arial"/>
                <a:cs typeface="Arial"/>
              </a:defRPr>
            </a:lvl8pPr>
            <a:lvl9pPr>
              <a:defRPr sz="2100" b="0">
                <a:solidFill>
                  <a:srgbClr val="26313B"/>
                </a:solidFill>
                <a:latin typeface="Arial"/>
                <a:ea typeface="Arial"/>
                <a:cs typeface="Arial"/>
              </a:defRPr>
            </a:lvl9pPr>
          </a:lstStyle>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Bei Aufnahme in A: AID bleibt Primärschlüssel; BID wird Fremdschlüssel</a:t>
            </a:r>
          </a:p>
          <a:p xmlns:a="http://schemas.openxmlformats.org/drawingml/2006/main">
            <a:pPr>
              <a:defRPr sz="2100" b="0">
                <a:solidFill>
                  <a:srgbClr val="26313B"/>
                </a:solidFill>
                <a:latin typeface="Arial"/>
                <a:ea typeface="Arial"/>
                <a:cs typeface="Arial"/>
              </a:defRPr>
            </a:pPr>
            <a:r>
              <a:rPr sz="2100" b="0">
                <a:solidFill>
                  <a:srgbClr val="26313B"/>
                </a:solidFill>
                <a:latin typeface="Arial"/>
                <a:ea typeface="Arial"/>
                <a:cs typeface="Arial"/>
              </a:rPr>
              <a:t>mit UNIQUE. Optional: NULL zulassen. Pflicht: NOT NULL.</a:t>
            </a:r>
          </a:p>
        </p:txBody>
      </p:sp>
      <p:sp>
        <p:nvSpPr>
          <p:cNvPr id="8" name="">
            <a:extLst xmlns:a="http://schemas.openxmlformats.org/drawingml/2006/main">
              <a:ext uri="{FF2B5EF4-FFF2-40B4-BE49-F238E27FC236}">
                <a16:creationId xmlns:a16="http://schemas.microsoft.com/office/drawing/2014/main" id="{3E7C4D3C-108D-406A-9AE3-4C619C309E1F}"/>
              </a:ext>
            </a:extLst>
          </p:cNvPr>
          <p:cNvSpPr>
            <a:spLocks xmlns:a="http://schemas.openxmlformats.org/drawingml/2006/main" noGrp="1"/>
          </p:cNvSpPr>
          <p:nvPr/>
        </p:nvSpPr>
        <p:spPr>
          <a:xfrm xmlns:a="http://schemas.openxmlformats.org/drawingml/2006/main">
            <a:off x="609600" y="5810250"/>
            <a:ext cx="10972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950" b="0">
                <a:solidFill>
                  <a:srgbClr val="26313B"/>
                </a:solidFill>
                <a:latin typeface="Arial"/>
                <a:ea typeface="Arial"/>
                <a:cs typeface="Arial"/>
              </a:defRPr>
            </a:defPPr>
            <a:lvl1pPr>
              <a:defRPr sz="1950" b="0">
                <a:solidFill>
                  <a:srgbClr val="26313B"/>
                </a:solidFill>
                <a:latin typeface="Arial"/>
                <a:ea typeface="Arial"/>
                <a:cs typeface="Arial"/>
              </a:defRPr>
            </a:lvl1pPr>
            <a:lvl2pPr>
              <a:defRPr sz="1950" b="0">
                <a:solidFill>
                  <a:srgbClr val="26313B"/>
                </a:solidFill>
                <a:latin typeface="Arial"/>
                <a:ea typeface="Arial"/>
                <a:cs typeface="Arial"/>
              </a:defRPr>
            </a:lvl2pPr>
            <a:lvl3pPr>
              <a:defRPr sz="1950" b="0">
                <a:solidFill>
                  <a:srgbClr val="26313B"/>
                </a:solidFill>
                <a:latin typeface="Arial"/>
                <a:ea typeface="Arial"/>
                <a:cs typeface="Arial"/>
              </a:defRPr>
            </a:lvl3pPr>
            <a:lvl4pPr>
              <a:defRPr sz="1950" b="0">
                <a:solidFill>
                  <a:srgbClr val="26313B"/>
                </a:solidFill>
                <a:latin typeface="Arial"/>
                <a:ea typeface="Arial"/>
                <a:cs typeface="Arial"/>
              </a:defRPr>
            </a:lvl4pPr>
            <a:lvl5pPr>
              <a:defRPr sz="1950" b="0">
                <a:solidFill>
                  <a:srgbClr val="26313B"/>
                </a:solidFill>
                <a:latin typeface="Arial"/>
                <a:ea typeface="Arial"/>
                <a:cs typeface="Arial"/>
              </a:defRPr>
            </a:lvl5pPr>
            <a:lvl6pPr>
              <a:defRPr sz="1950" b="0">
                <a:solidFill>
                  <a:srgbClr val="26313B"/>
                </a:solidFill>
                <a:latin typeface="Arial"/>
                <a:ea typeface="Arial"/>
                <a:cs typeface="Arial"/>
              </a:defRPr>
            </a:lvl6pPr>
            <a:lvl7pPr>
              <a:defRPr sz="1950" b="0">
                <a:solidFill>
                  <a:srgbClr val="26313B"/>
                </a:solidFill>
                <a:latin typeface="Arial"/>
                <a:ea typeface="Arial"/>
                <a:cs typeface="Arial"/>
              </a:defRPr>
            </a:lvl7pPr>
            <a:lvl8pPr>
              <a:defRPr sz="1950" b="0">
                <a:solidFill>
                  <a:srgbClr val="26313B"/>
                </a:solidFill>
                <a:latin typeface="Arial"/>
                <a:ea typeface="Arial"/>
                <a:cs typeface="Arial"/>
              </a:defRPr>
            </a:lvl8pPr>
            <a:lvl9pPr>
              <a:defRPr sz="1950" b="0">
                <a:solidFill>
                  <a:srgbClr val="26313B"/>
                </a:solidFill>
                <a:latin typeface="Arial"/>
                <a:ea typeface="Arial"/>
                <a:cs typeface="Arial"/>
              </a:defRPr>
            </a:lvl9pPr>
          </a:lstStyle>
          <a:p xmlns:a="http://schemas.openxmlformats.org/drawingml/2006/main">
            <a:pPr>
              <a:defRPr sz="1950" b="0">
                <a:solidFill>
                  <a:srgbClr val="26313B"/>
                </a:solidFill>
                <a:latin typeface="Arial"/>
                <a:ea typeface="Arial"/>
                <a:cs typeface="Arial"/>
              </a:defRPr>
            </a:pPr>
            <a:r>
              <a:rPr sz="1950" b="0">
                <a:solidFill>
                  <a:srgbClr val="26313B"/>
                </a:solidFill>
                <a:latin typeface="Arial"/>
                <a:ea typeface="Arial"/>
                <a:cs typeface="Arial"/>
              </a:rPr>
              <a:t>Eine obere Grenze k &gt; 1 allein liefert keine funktionale Abhängigkeit.</a:t>
            </a:r>
          </a:p>
        </p:txBody>
      </p:sp>
      <p:sp>
        <p:nvSpPr>
          <p:cNvPr id="9" name="">
            <a:extLst xmlns:a="http://schemas.openxmlformats.org/drawingml/2006/main">
              <a:ext uri="{FF2B5EF4-FFF2-40B4-BE49-F238E27FC236}">
                <a16:creationId xmlns:a16="http://schemas.microsoft.com/office/drawing/2014/main" id="{09AF5C25-48B8-4C0B-B764-6C016C7DCD19}"/>
              </a:ext>
            </a:extLst>
          </p:cNvPr>
          <p:cNvSpPr>
            <a:spLocks xmlns:a="http://schemas.openxmlformats.org/drawingml/2006/main" noGrp="1"/>
          </p:cNvSpPr>
          <p:nvPr/>
        </p:nvSpPr>
        <p:spPr>
          <a:xfrm xmlns:a="http://schemas.openxmlformats.org/drawingml/2006/main">
            <a:off x="11144250" y="644842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22</a:t>
            </a:r>
          </a:p>
        </p:txBody>
      </p:sp>
    </p:spTree>
    <p:extLst>
      <p:ext uri="{BB962C8B-B14F-4D97-AF65-F5344CB8AC3E}">
        <p14:creationId xmlns:p14="http://schemas.microsoft.com/office/powerpoint/2010/main" val="4397248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F28FCF3-5A6F-420A-825E-13A0F5B2E11C}"/>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Ungekürztes und gekürztes Gesamtschema</a:t>
            </a:r>
          </a:p>
        </p:txBody>
      </p:sp>
      <p:sp>
        <p:nvSpPr>
          <p:cNvPr id="2" name="">
            <a:extLst xmlns:a="http://schemas.openxmlformats.org/drawingml/2006/main">
              <a:ext uri="{FF2B5EF4-FFF2-40B4-BE49-F238E27FC236}">
                <a16:creationId xmlns:a16="http://schemas.microsoft.com/office/drawing/2014/main" id="{EDE6780C-4426-4695-9809-96F46A99A905}"/>
              </a:ext>
            </a:extLst>
          </p:cNvPr>
          <p:cNvSpPr>
            <a:spLocks xmlns:a="http://schemas.openxmlformats.org/drawingml/2006/main" noGrp="1"/>
          </p:cNvSpPr>
          <p:nvPr/>
        </p:nvSpPr>
        <p:spPr>
          <a:xfrm xmlns:a="http://schemas.openxmlformats.org/drawingml/2006/main">
            <a:off x="609600" y="64484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7296D168-CB86-43F5-8B77-34AD94867A16}"/>
              </a:ext>
            </a:extLst>
          </p:cNvPr>
          <p:cNvSpPr>
            <a:spLocks xmlns:a="http://schemas.openxmlformats.org/drawingml/2006/main" noGrp="1"/>
          </p:cNvSpPr>
          <p:nvPr/>
        </p:nvSpPr>
        <p:spPr>
          <a:xfrm xmlns:a="http://schemas.openxmlformats.org/drawingml/2006/main">
            <a:off x="609600" y="13335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325" b="1">
                <a:solidFill>
                  <a:srgbClr val="005293"/>
                </a:solidFill>
                <a:latin typeface="Arial"/>
                <a:ea typeface="Arial"/>
                <a:cs typeface="Arial"/>
              </a:defRPr>
            </a:defPPr>
            <a:lvl1pPr>
              <a:defRPr sz="2325" b="1">
                <a:solidFill>
                  <a:srgbClr val="005293"/>
                </a:solidFill>
                <a:latin typeface="Arial"/>
                <a:ea typeface="Arial"/>
                <a:cs typeface="Arial"/>
              </a:defRPr>
            </a:lvl1pPr>
            <a:lvl2pPr>
              <a:defRPr sz="2325" b="1">
                <a:solidFill>
                  <a:srgbClr val="005293"/>
                </a:solidFill>
                <a:latin typeface="Arial"/>
                <a:ea typeface="Arial"/>
                <a:cs typeface="Arial"/>
              </a:defRPr>
            </a:lvl2pPr>
            <a:lvl3pPr>
              <a:defRPr sz="2325" b="1">
                <a:solidFill>
                  <a:srgbClr val="005293"/>
                </a:solidFill>
                <a:latin typeface="Arial"/>
                <a:ea typeface="Arial"/>
                <a:cs typeface="Arial"/>
              </a:defRPr>
            </a:lvl3pPr>
            <a:lvl4pPr>
              <a:defRPr sz="2325" b="1">
                <a:solidFill>
                  <a:srgbClr val="005293"/>
                </a:solidFill>
                <a:latin typeface="Arial"/>
                <a:ea typeface="Arial"/>
                <a:cs typeface="Arial"/>
              </a:defRPr>
            </a:lvl4pPr>
            <a:lvl5pPr>
              <a:defRPr sz="2325" b="1">
                <a:solidFill>
                  <a:srgbClr val="005293"/>
                </a:solidFill>
                <a:latin typeface="Arial"/>
                <a:ea typeface="Arial"/>
                <a:cs typeface="Arial"/>
              </a:defRPr>
            </a:lvl5pPr>
            <a:lvl6pPr>
              <a:defRPr sz="2325" b="1">
                <a:solidFill>
                  <a:srgbClr val="005293"/>
                </a:solidFill>
                <a:latin typeface="Arial"/>
                <a:ea typeface="Arial"/>
                <a:cs typeface="Arial"/>
              </a:defRPr>
            </a:lvl6pPr>
            <a:lvl7pPr>
              <a:defRPr sz="2325" b="1">
                <a:solidFill>
                  <a:srgbClr val="005293"/>
                </a:solidFill>
                <a:latin typeface="Arial"/>
                <a:ea typeface="Arial"/>
                <a:cs typeface="Arial"/>
              </a:defRPr>
            </a:lvl7pPr>
            <a:lvl8pPr>
              <a:defRPr sz="2325" b="1">
                <a:solidFill>
                  <a:srgbClr val="005293"/>
                </a:solidFill>
                <a:latin typeface="Arial"/>
                <a:ea typeface="Arial"/>
                <a:cs typeface="Arial"/>
              </a:defRPr>
            </a:lvl8pPr>
            <a:lvl9pPr>
              <a:defRPr sz="2325" b="1">
                <a:solidFill>
                  <a:srgbClr val="005293"/>
                </a:solidFill>
                <a:latin typeface="Arial"/>
                <a:ea typeface="Arial"/>
                <a:cs typeface="Arial"/>
              </a:defRPr>
            </a:lvl9pPr>
          </a:lstStyle>
          <a:p xmlns:a="http://schemas.openxmlformats.org/drawingml/2006/main">
            <a:pPr>
              <a:defRPr sz="2325" b="1">
                <a:solidFill>
                  <a:srgbClr val="005293"/>
                </a:solidFill>
                <a:latin typeface="Arial"/>
                <a:ea typeface="Arial"/>
                <a:cs typeface="Arial"/>
              </a:defRPr>
            </a:pPr>
            <a:r>
              <a:rPr sz="2325" b="1">
                <a:solidFill>
                  <a:srgbClr val="005293"/>
                </a:solidFill>
                <a:latin typeface="Arial"/>
                <a:ea typeface="Arial"/>
                <a:cs typeface="Arial"/>
              </a:rPr>
              <a:t>Ungekürzt</a:t>
            </a:r>
          </a:p>
        </p:txBody>
      </p:sp>
      <p:sp>
        <p:nvSpPr>
          <p:cNvPr id="4" name="">
            <a:extLst xmlns:a="http://schemas.openxmlformats.org/drawingml/2006/main">
              <a:ext uri="{FF2B5EF4-FFF2-40B4-BE49-F238E27FC236}">
                <a16:creationId xmlns:a16="http://schemas.microsoft.com/office/drawing/2014/main" id="{2EE6E8B5-C57D-4007-9390-B73C55FC4A68}"/>
              </a:ext>
            </a:extLst>
          </p:cNvPr>
          <p:cNvSpPr>
            <a:spLocks xmlns:a="http://schemas.openxmlformats.org/drawingml/2006/main" noGrp="1"/>
          </p:cNvSpPr>
          <p:nvPr/>
        </p:nvSpPr>
        <p:spPr>
          <a:xfrm xmlns:a="http://schemas.openxmlformats.org/drawingml/2006/main">
            <a:off x="6238875" y="1333500"/>
            <a:ext cx="533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325" b="1">
                <a:solidFill>
                  <a:srgbClr val="005293"/>
                </a:solidFill>
                <a:latin typeface="Arial"/>
                <a:ea typeface="Arial"/>
                <a:cs typeface="Arial"/>
              </a:defRPr>
            </a:defPPr>
            <a:lvl1pPr>
              <a:defRPr sz="2325" b="1">
                <a:solidFill>
                  <a:srgbClr val="005293"/>
                </a:solidFill>
                <a:latin typeface="Arial"/>
                <a:ea typeface="Arial"/>
                <a:cs typeface="Arial"/>
              </a:defRPr>
            </a:lvl1pPr>
            <a:lvl2pPr>
              <a:defRPr sz="2325" b="1">
                <a:solidFill>
                  <a:srgbClr val="005293"/>
                </a:solidFill>
                <a:latin typeface="Arial"/>
                <a:ea typeface="Arial"/>
                <a:cs typeface="Arial"/>
              </a:defRPr>
            </a:lvl2pPr>
            <a:lvl3pPr>
              <a:defRPr sz="2325" b="1">
                <a:solidFill>
                  <a:srgbClr val="005293"/>
                </a:solidFill>
                <a:latin typeface="Arial"/>
                <a:ea typeface="Arial"/>
                <a:cs typeface="Arial"/>
              </a:defRPr>
            </a:lvl3pPr>
            <a:lvl4pPr>
              <a:defRPr sz="2325" b="1">
                <a:solidFill>
                  <a:srgbClr val="005293"/>
                </a:solidFill>
                <a:latin typeface="Arial"/>
                <a:ea typeface="Arial"/>
                <a:cs typeface="Arial"/>
              </a:defRPr>
            </a:lvl4pPr>
            <a:lvl5pPr>
              <a:defRPr sz="2325" b="1">
                <a:solidFill>
                  <a:srgbClr val="005293"/>
                </a:solidFill>
                <a:latin typeface="Arial"/>
                <a:ea typeface="Arial"/>
                <a:cs typeface="Arial"/>
              </a:defRPr>
            </a:lvl5pPr>
            <a:lvl6pPr>
              <a:defRPr sz="2325" b="1">
                <a:solidFill>
                  <a:srgbClr val="005293"/>
                </a:solidFill>
                <a:latin typeface="Arial"/>
                <a:ea typeface="Arial"/>
                <a:cs typeface="Arial"/>
              </a:defRPr>
            </a:lvl6pPr>
            <a:lvl7pPr>
              <a:defRPr sz="2325" b="1">
                <a:solidFill>
                  <a:srgbClr val="005293"/>
                </a:solidFill>
                <a:latin typeface="Arial"/>
                <a:ea typeface="Arial"/>
                <a:cs typeface="Arial"/>
              </a:defRPr>
            </a:lvl7pPr>
            <a:lvl8pPr>
              <a:defRPr sz="2325" b="1">
                <a:solidFill>
                  <a:srgbClr val="005293"/>
                </a:solidFill>
                <a:latin typeface="Arial"/>
                <a:ea typeface="Arial"/>
                <a:cs typeface="Arial"/>
              </a:defRPr>
            </a:lvl8pPr>
            <a:lvl9pPr>
              <a:defRPr sz="2325" b="1">
                <a:solidFill>
                  <a:srgbClr val="005293"/>
                </a:solidFill>
                <a:latin typeface="Arial"/>
                <a:ea typeface="Arial"/>
                <a:cs typeface="Arial"/>
              </a:defRPr>
            </a:lvl9pPr>
          </a:lstStyle>
          <a:p xmlns:a="http://schemas.openxmlformats.org/drawingml/2006/main">
            <a:pPr>
              <a:defRPr sz="2325" b="1">
                <a:solidFill>
                  <a:srgbClr val="005293"/>
                </a:solidFill>
                <a:latin typeface="Arial"/>
                <a:ea typeface="Arial"/>
                <a:cs typeface="Arial"/>
              </a:defRPr>
            </a:pPr>
            <a:r>
              <a:rPr sz="2325" b="1">
                <a:solidFill>
                  <a:srgbClr val="005293"/>
                </a:solidFill>
                <a:latin typeface="Arial"/>
                <a:ea typeface="Arial"/>
                <a:cs typeface="Arial"/>
              </a:rPr>
              <a:t>Gekürzt</a:t>
            </a:r>
          </a:p>
        </p:txBody>
      </p:sp>
      <p:sp>
        <p:nvSpPr>
          <p:cNvPr id="5" name="">
            <a:extLst xmlns:a="http://schemas.openxmlformats.org/drawingml/2006/main">
              <a:ext uri="{FF2B5EF4-FFF2-40B4-BE49-F238E27FC236}">
                <a16:creationId xmlns:a16="http://schemas.microsoft.com/office/drawing/2014/main" id="{EC1476FD-1C18-4E1D-9716-E55B5E9DB43A}"/>
              </a:ext>
            </a:extLst>
          </p:cNvPr>
          <p:cNvSpPr>
            <a:spLocks xmlns:a="http://schemas.openxmlformats.org/drawingml/2006/main" noGrp="1"/>
          </p:cNvSpPr>
          <p:nvPr/>
        </p:nvSpPr>
        <p:spPr>
          <a:xfrm xmlns:a="http://schemas.openxmlformats.org/drawingml/2006/main">
            <a:off x="609600" y="1952625"/>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05293"/>
                </a:solidFill>
                <a:latin typeface="Arial"/>
                <a:ea typeface="Arial"/>
                <a:cs typeface="Arial"/>
              </a:defRPr>
            </a:defPPr>
            <a:lvl1pPr>
              <a:defRPr sz="1875" b="0">
                <a:solidFill>
                  <a:srgbClr val="005293"/>
                </a:solidFill>
                <a:latin typeface="Arial"/>
                <a:ea typeface="Arial"/>
                <a:cs typeface="Arial"/>
              </a:defRPr>
            </a:lvl1pPr>
            <a:lvl2pPr>
              <a:defRPr sz="1875" b="0">
                <a:solidFill>
                  <a:srgbClr val="005293"/>
                </a:solidFill>
                <a:latin typeface="Arial"/>
                <a:ea typeface="Arial"/>
                <a:cs typeface="Arial"/>
              </a:defRPr>
            </a:lvl2pPr>
            <a:lvl3pPr>
              <a:defRPr sz="1875" b="0">
                <a:solidFill>
                  <a:srgbClr val="005293"/>
                </a:solidFill>
                <a:latin typeface="Arial"/>
                <a:ea typeface="Arial"/>
                <a:cs typeface="Arial"/>
              </a:defRPr>
            </a:lvl3pPr>
            <a:lvl4pPr>
              <a:defRPr sz="1875" b="0">
                <a:solidFill>
                  <a:srgbClr val="005293"/>
                </a:solidFill>
                <a:latin typeface="Arial"/>
                <a:ea typeface="Arial"/>
                <a:cs typeface="Arial"/>
              </a:defRPr>
            </a:lvl4pPr>
            <a:lvl5pPr>
              <a:defRPr sz="1875" b="0">
                <a:solidFill>
                  <a:srgbClr val="005293"/>
                </a:solidFill>
                <a:latin typeface="Arial"/>
                <a:ea typeface="Arial"/>
                <a:cs typeface="Arial"/>
              </a:defRPr>
            </a:lvl5pPr>
            <a:lvl6pPr>
              <a:defRPr sz="1875" b="0">
                <a:solidFill>
                  <a:srgbClr val="005293"/>
                </a:solidFill>
                <a:latin typeface="Arial"/>
                <a:ea typeface="Arial"/>
                <a:cs typeface="Arial"/>
              </a:defRPr>
            </a:lvl6pPr>
            <a:lvl7pPr>
              <a:defRPr sz="1875" b="0">
                <a:solidFill>
                  <a:srgbClr val="005293"/>
                </a:solidFill>
                <a:latin typeface="Arial"/>
                <a:ea typeface="Arial"/>
                <a:cs typeface="Arial"/>
              </a:defRPr>
            </a:lvl7pPr>
            <a:lvl8pPr>
              <a:defRPr sz="1875" b="0">
                <a:solidFill>
                  <a:srgbClr val="005293"/>
                </a:solidFill>
                <a:latin typeface="Arial"/>
                <a:ea typeface="Arial"/>
                <a:cs typeface="Arial"/>
              </a:defRPr>
            </a:lvl8pPr>
            <a:lvl9pPr>
              <a:defRPr sz="1875" b="0">
                <a:solidFill>
                  <a:srgbClr val="005293"/>
                </a:solidFill>
                <a:latin typeface="Arial"/>
                <a:ea typeface="Arial"/>
                <a:cs typeface="Arial"/>
              </a:defRPr>
            </a:lvl9pPr>
          </a:lstStyle>
          <a:p xmlns:a="http://schemas.openxmlformats.org/drawingml/2006/main">
            <a:pPr>
              <a:defRPr sz="1875" b="0">
                <a:solidFill>
                  <a:srgbClr val="005293"/>
                </a:solidFill>
                <a:latin typeface="Arial"/>
                <a:ea typeface="Arial"/>
                <a:cs typeface="Arial"/>
              </a:defRPr>
            </a:pPr>
            <a:r>
              <a:t>Studenten(</a:t>
            </a:r>
            <a:r>
              <a:rPr b="1" u="sng"/>
              <a:t>MatrNr</a:t>
            </a:r>
            <a:r>
              <a:t>, </a:t>
            </a:r>
            <a:r>
              <a:t>Name</a:t>
            </a:r>
            <a:r>
              <a:t>, </a:t>
            </a:r>
            <a:r>
              <a:t>Semester</a:t>
            </a:r>
            <a:r>
              <a:t>)</a:t>
            </a:r>
          </a:p>
        </p:txBody>
      </p:sp>
      <p:sp>
        <p:nvSpPr>
          <p:cNvPr id="6" name="">
            <a:extLst xmlns:a="http://schemas.openxmlformats.org/drawingml/2006/main">
              <a:ext uri="{FF2B5EF4-FFF2-40B4-BE49-F238E27FC236}">
                <a16:creationId xmlns:a16="http://schemas.microsoft.com/office/drawing/2014/main" id="{D7147782-5050-444E-B568-996C020BA0E2}"/>
              </a:ext>
            </a:extLst>
          </p:cNvPr>
          <p:cNvSpPr>
            <a:spLocks xmlns:a="http://schemas.openxmlformats.org/drawingml/2006/main" noGrp="1"/>
          </p:cNvSpPr>
          <p:nvPr/>
        </p:nvSpPr>
        <p:spPr>
          <a:xfrm xmlns:a="http://schemas.openxmlformats.org/drawingml/2006/main">
            <a:off x="6238875" y="1952625"/>
            <a:ext cx="533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05293"/>
                </a:solidFill>
                <a:latin typeface="Arial"/>
                <a:ea typeface="Arial"/>
                <a:cs typeface="Arial"/>
              </a:defRPr>
            </a:defPPr>
            <a:lvl1pPr>
              <a:defRPr sz="1875" b="0">
                <a:solidFill>
                  <a:srgbClr val="005293"/>
                </a:solidFill>
                <a:latin typeface="Arial"/>
                <a:ea typeface="Arial"/>
                <a:cs typeface="Arial"/>
              </a:defRPr>
            </a:lvl1pPr>
            <a:lvl2pPr>
              <a:defRPr sz="1875" b="0">
                <a:solidFill>
                  <a:srgbClr val="005293"/>
                </a:solidFill>
                <a:latin typeface="Arial"/>
                <a:ea typeface="Arial"/>
                <a:cs typeface="Arial"/>
              </a:defRPr>
            </a:lvl2pPr>
            <a:lvl3pPr>
              <a:defRPr sz="1875" b="0">
                <a:solidFill>
                  <a:srgbClr val="005293"/>
                </a:solidFill>
                <a:latin typeface="Arial"/>
                <a:ea typeface="Arial"/>
                <a:cs typeface="Arial"/>
              </a:defRPr>
            </a:lvl3pPr>
            <a:lvl4pPr>
              <a:defRPr sz="1875" b="0">
                <a:solidFill>
                  <a:srgbClr val="005293"/>
                </a:solidFill>
                <a:latin typeface="Arial"/>
                <a:ea typeface="Arial"/>
                <a:cs typeface="Arial"/>
              </a:defRPr>
            </a:lvl4pPr>
            <a:lvl5pPr>
              <a:defRPr sz="1875" b="0">
                <a:solidFill>
                  <a:srgbClr val="005293"/>
                </a:solidFill>
                <a:latin typeface="Arial"/>
                <a:ea typeface="Arial"/>
                <a:cs typeface="Arial"/>
              </a:defRPr>
            </a:lvl5pPr>
            <a:lvl6pPr>
              <a:defRPr sz="1875" b="0">
                <a:solidFill>
                  <a:srgbClr val="005293"/>
                </a:solidFill>
                <a:latin typeface="Arial"/>
                <a:ea typeface="Arial"/>
                <a:cs typeface="Arial"/>
              </a:defRPr>
            </a:lvl6pPr>
            <a:lvl7pPr>
              <a:defRPr sz="1875" b="0">
                <a:solidFill>
                  <a:srgbClr val="005293"/>
                </a:solidFill>
                <a:latin typeface="Arial"/>
                <a:ea typeface="Arial"/>
                <a:cs typeface="Arial"/>
              </a:defRPr>
            </a:lvl7pPr>
            <a:lvl8pPr>
              <a:defRPr sz="1875" b="0">
                <a:solidFill>
                  <a:srgbClr val="005293"/>
                </a:solidFill>
                <a:latin typeface="Arial"/>
                <a:ea typeface="Arial"/>
                <a:cs typeface="Arial"/>
              </a:defRPr>
            </a:lvl8pPr>
            <a:lvl9pPr>
              <a:defRPr sz="1875" b="0">
                <a:solidFill>
                  <a:srgbClr val="005293"/>
                </a:solidFill>
                <a:latin typeface="Arial"/>
                <a:ea typeface="Arial"/>
                <a:cs typeface="Arial"/>
              </a:defRPr>
            </a:lvl9pPr>
          </a:lstStyle>
          <a:p xmlns:a="http://schemas.openxmlformats.org/drawingml/2006/main">
            <a:pPr>
              <a:defRPr sz="1875" b="0">
                <a:solidFill>
                  <a:srgbClr val="005293"/>
                </a:solidFill>
                <a:latin typeface="Arial"/>
                <a:ea typeface="Arial"/>
                <a:cs typeface="Arial"/>
              </a:defRPr>
            </a:pPr>
            <a:r>
              <a:t>Studenten(</a:t>
            </a:r>
            <a:r>
              <a:rPr b="1" u="sng"/>
              <a:t>MatrNr</a:t>
            </a:r>
            <a:r>
              <a:t>, </a:t>
            </a:r>
            <a:r>
              <a:t>Name</a:t>
            </a:r>
            <a:r>
              <a:t>, </a:t>
            </a:r>
            <a:r>
              <a:t>Semester</a:t>
            </a:r>
            <a:r>
              <a:t>)</a:t>
            </a:r>
          </a:p>
        </p:txBody>
      </p:sp>
      <p:sp>
        <p:nvSpPr>
          <p:cNvPr id="7" name="">
            <a:extLst xmlns:a="http://schemas.openxmlformats.org/drawingml/2006/main">
              <a:ext uri="{FF2B5EF4-FFF2-40B4-BE49-F238E27FC236}">
                <a16:creationId xmlns:a16="http://schemas.microsoft.com/office/drawing/2014/main" id="{0B2B7B84-C354-4051-94F1-5764B1756019}"/>
              </a:ext>
            </a:extLst>
          </p:cNvPr>
          <p:cNvSpPr>
            <a:spLocks xmlns:a="http://schemas.openxmlformats.org/drawingml/2006/main" noGrp="1"/>
          </p:cNvSpPr>
          <p:nvPr/>
        </p:nvSpPr>
        <p:spPr>
          <a:xfrm xmlns:a="http://schemas.openxmlformats.org/drawingml/2006/main">
            <a:off x="609600" y="2571750"/>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05293"/>
                </a:solidFill>
                <a:latin typeface="Arial"/>
                <a:ea typeface="Arial"/>
                <a:cs typeface="Arial"/>
              </a:defRPr>
            </a:defPPr>
            <a:lvl1pPr>
              <a:defRPr sz="1875" b="0">
                <a:solidFill>
                  <a:srgbClr val="005293"/>
                </a:solidFill>
                <a:latin typeface="Arial"/>
                <a:ea typeface="Arial"/>
                <a:cs typeface="Arial"/>
              </a:defRPr>
            </a:lvl1pPr>
            <a:lvl2pPr>
              <a:defRPr sz="1875" b="0">
                <a:solidFill>
                  <a:srgbClr val="005293"/>
                </a:solidFill>
                <a:latin typeface="Arial"/>
                <a:ea typeface="Arial"/>
                <a:cs typeface="Arial"/>
              </a:defRPr>
            </a:lvl2pPr>
            <a:lvl3pPr>
              <a:defRPr sz="1875" b="0">
                <a:solidFill>
                  <a:srgbClr val="005293"/>
                </a:solidFill>
                <a:latin typeface="Arial"/>
                <a:ea typeface="Arial"/>
                <a:cs typeface="Arial"/>
              </a:defRPr>
            </a:lvl3pPr>
            <a:lvl4pPr>
              <a:defRPr sz="1875" b="0">
                <a:solidFill>
                  <a:srgbClr val="005293"/>
                </a:solidFill>
                <a:latin typeface="Arial"/>
                <a:ea typeface="Arial"/>
                <a:cs typeface="Arial"/>
              </a:defRPr>
            </a:lvl4pPr>
            <a:lvl5pPr>
              <a:defRPr sz="1875" b="0">
                <a:solidFill>
                  <a:srgbClr val="005293"/>
                </a:solidFill>
                <a:latin typeface="Arial"/>
                <a:ea typeface="Arial"/>
                <a:cs typeface="Arial"/>
              </a:defRPr>
            </a:lvl5pPr>
            <a:lvl6pPr>
              <a:defRPr sz="1875" b="0">
                <a:solidFill>
                  <a:srgbClr val="005293"/>
                </a:solidFill>
                <a:latin typeface="Arial"/>
                <a:ea typeface="Arial"/>
                <a:cs typeface="Arial"/>
              </a:defRPr>
            </a:lvl6pPr>
            <a:lvl7pPr>
              <a:defRPr sz="1875" b="0">
                <a:solidFill>
                  <a:srgbClr val="005293"/>
                </a:solidFill>
                <a:latin typeface="Arial"/>
                <a:ea typeface="Arial"/>
                <a:cs typeface="Arial"/>
              </a:defRPr>
            </a:lvl7pPr>
            <a:lvl8pPr>
              <a:defRPr sz="1875" b="0">
                <a:solidFill>
                  <a:srgbClr val="005293"/>
                </a:solidFill>
                <a:latin typeface="Arial"/>
                <a:ea typeface="Arial"/>
                <a:cs typeface="Arial"/>
              </a:defRPr>
            </a:lvl8pPr>
            <a:lvl9pPr>
              <a:defRPr sz="1875" b="0">
                <a:solidFill>
                  <a:srgbClr val="005293"/>
                </a:solidFill>
                <a:latin typeface="Arial"/>
                <a:ea typeface="Arial"/>
                <a:cs typeface="Arial"/>
              </a:defRPr>
            </a:lvl9pPr>
          </a:lstStyle>
          <a:p xmlns:a="http://schemas.openxmlformats.org/drawingml/2006/main">
            <a:pPr>
              <a:defRPr sz="1875" b="0">
                <a:solidFill>
                  <a:srgbClr val="005293"/>
                </a:solidFill>
                <a:latin typeface="Arial"/>
                <a:ea typeface="Arial"/>
                <a:cs typeface="Arial"/>
              </a:defRPr>
            </a:pPr>
            <a:r>
              <a:t>Professoren(</a:t>
            </a:r>
            <a:r>
              <a:rPr b="1" u="sng"/>
              <a:t>PersNr</a:t>
            </a:r>
            <a:r>
              <a:t>, </a:t>
            </a:r>
            <a:r>
              <a:t>Name</a:t>
            </a:r>
            <a:r>
              <a:t>)</a:t>
            </a:r>
          </a:p>
        </p:txBody>
      </p:sp>
      <p:sp>
        <p:nvSpPr>
          <p:cNvPr id="8" name="">
            <a:extLst xmlns:a="http://schemas.openxmlformats.org/drawingml/2006/main">
              <a:ext uri="{FF2B5EF4-FFF2-40B4-BE49-F238E27FC236}">
                <a16:creationId xmlns:a16="http://schemas.microsoft.com/office/drawing/2014/main" id="{86182BF9-FF06-41FA-9766-71C105B17028}"/>
              </a:ext>
            </a:extLst>
          </p:cNvPr>
          <p:cNvSpPr>
            <a:spLocks xmlns:a="http://schemas.openxmlformats.org/drawingml/2006/main" noGrp="1"/>
          </p:cNvSpPr>
          <p:nvPr/>
        </p:nvSpPr>
        <p:spPr>
          <a:xfrm xmlns:a="http://schemas.openxmlformats.org/drawingml/2006/main">
            <a:off x="6238875" y="2571750"/>
            <a:ext cx="533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05293"/>
                </a:solidFill>
                <a:latin typeface="Arial"/>
                <a:ea typeface="Arial"/>
                <a:cs typeface="Arial"/>
              </a:defRPr>
            </a:defPPr>
            <a:lvl1pPr>
              <a:defRPr sz="1875" b="0">
                <a:solidFill>
                  <a:srgbClr val="005293"/>
                </a:solidFill>
                <a:latin typeface="Arial"/>
                <a:ea typeface="Arial"/>
                <a:cs typeface="Arial"/>
              </a:defRPr>
            </a:lvl1pPr>
            <a:lvl2pPr>
              <a:defRPr sz="1875" b="0">
                <a:solidFill>
                  <a:srgbClr val="005293"/>
                </a:solidFill>
                <a:latin typeface="Arial"/>
                <a:ea typeface="Arial"/>
                <a:cs typeface="Arial"/>
              </a:defRPr>
            </a:lvl2pPr>
            <a:lvl3pPr>
              <a:defRPr sz="1875" b="0">
                <a:solidFill>
                  <a:srgbClr val="005293"/>
                </a:solidFill>
                <a:latin typeface="Arial"/>
                <a:ea typeface="Arial"/>
                <a:cs typeface="Arial"/>
              </a:defRPr>
            </a:lvl3pPr>
            <a:lvl4pPr>
              <a:defRPr sz="1875" b="0">
                <a:solidFill>
                  <a:srgbClr val="005293"/>
                </a:solidFill>
                <a:latin typeface="Arial"/>
                <a:ea typeface="Arial"/>
                <a:cs typeface="Arial"/>
              </a:defRPr>
            </a:lvl4pPr>
            <a:lvl5pPr>
              <a:defRPr sz="1875" b="0">
                <a:solidFill>
                  <a:srgbClr val="005293"/>
                </a:solidFill>
                <a:latin typeface="Arial"/>
                <a:ea typeface="Arial"/>
                <a:cs typeface="Arial"/>
              </a:defRPr>
            </a:lvl5pPr>
            <a:lvl6pPr>
              <a:defRPr sz="1875" b="0">
                <a:solidFill>
                  <a:srgbClr val="005293"/>
                </a:solidFill>
                <a:latin typeface="Arial"/>
                <a:ea typeface="Arial"/>
                <a:cs typeface="Arial"/>
              </a:defRPr>
            </a:lvl6pPr>
            <a:lvl7pPr>
              <a:defRPr sz="1875" b="0">
                <a:solidFill>
                  <a:srgbClr val="005293"/>
                </a:solidFill>
                <a:latin typeface="Arial"/>
                <a:ea typeface="Arial"/>
                <a:cs typeface="Arial"/>
              </a:defRPr>
            </a:lvl7pPr>
            <a:lvl8pPr>
              <a:defRPr sz="1875" b="0">
                <a:solidFill>
                  <a:srgbClr val="005293"/>
                </a:solidFill>
                <a:latin typeface="Arial"/>
                <a:ea typeface="Arial"/>
                <a:cs typeface="Arial"/>
              </a:defRPr>
            </a:lvl8pPr>
            <a:lvl9pPr>
              <a:defRPr sz="1875" b="0">
                <a:solidFill>
                  <a:srgbClr val="005293"/>
                </a:solidFill>
                <a:latin typeface="Arial"/>
                <a:ea typeface="Arial"/>
                <a:cs typeface="Arial"/>
              </a:defRPr>
            </a:lvl9pPr>
          </a:lstStyle>
          <a:p xmlns:a="http://schemas.openxmlformats.org/drawingml/2006/main">
            <a:pPr>
              <a:defRPr sz="1875" b="0">
                <a:solidFill>
                  <a:srgbClr val="005293"/>
                </a:solidFill>
                <a:latin typeface="Arial"/>
                <a:ea typeface="Arial"/>
                <a:cs typeface="Arial"/>
              </a:defRPr>
            </a:pPr>
            <a:r>
              <a:t>Professoren(</a:t>
            </a:r>
            <a:r>
              <a:rPr b="1" u="sng"/>
              <a:t>PersNr</a:t>
            </a:r>
            <a:r>
              <a:t>, </a:t>
            </a:r>
            <a:r>
              <a:t>Name</a:t>
            </a:r>
            <a:r>
              <a:t>)</a:t>
            </a:r>
          </a:p>
        </p:txBody>
      </p:sp>
      <p:sp>
        <p:nvSpPr>
          <p:cNvPr id="9" name="">
            <a:extLst xmlns:a="http://schemas.openxmlformats.org/drawingml/2006/main">
              <a:ext uri="{FF2B5EF4-FFF2-40B4-BE49-F238E27FC236}">
                <a16:creationId xmlns:a16="http://schemas.microsoft.com/office/drawing/2014/main" id="{8A4D0832-B28C-41E9-B997-C82E0CD57692}"/>
              </a:ext>
            </a:extLst>
          </p:cNvPr>
          <p:cNvSpPr>
            <a:spLocks xmlns:a="http://schemas.openxmlformats.org/drawingml/2006/main" noGrp="1"/>
          </p:cNvSpPr>
          <p:nvPr/>
        </p:nvSpPr>
        <p:spPr>
          <a:xfrm xmlns:a="http://schemas.openxmlformats.org/drawingml/2006/main">
            <a:off x="609600" y="3190875"/>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05293"/>
                </a:solidFill>
                <a:latin typeface="Arial"/>
                <a:ea typeface="Arial"/>
                <a:cs typeface="Arial"/>
              </a:defRPr>
            </a:defPPr>
            <a:lvl1pPr>
              <a:defRPr sz="1875" b="0">
                <a:solidFill>
                  <a:srgbClr val="005293"/>
                </a:solidFill>
                <a:latin typeface="Arial"/>
                <a:ea typeface="Arial"/>
                <a:cs typeface="Arial"/>
              </a:defRPr>
            </a:lvl1pPr>
            <a:lvl2pPr>
              <a:defRPr sz="1875" b="0">
                <a:solidFill>
                  <a:srgbClr val="005293"/>
                </a:solidFill>
                <a:latin typeface="Arial"/>
                <a:ea typeface="Arial"/>
                <a:cs typeface="Arial"/>
              </a:defRPr>
            </a:lvl2pPr>
            <a:lvl3pPr>
              <a:defRPr sz="1875" b="0">
                <a:solidFill>
                  <a:srgbClr val="005293"/>
                </a:solidFill>
                <a:latin typeface="Arial"/>
                <a:ea typeface="Arial"/>
                <a:cs typeface="Arial"/>
              </a:defRPr>
            </a:lvl3pPr>
            <a:lvl4pPr>
              <a:defRPr sz="1875" b="0">
                <a:solidFill>
                  <a:srgbClr val="005293"/>
                </a:solidFill>
                <a:latin typeface="Arial"/>
                <a:ea typeface="Arial"/>
                <a:cs typeface="Arial"/>
              </a:defRPr>
            </a:lvl4pPr>
            <a:lvl5pPr>
              <a:defRPr sz="1875" b="0">
                <a:solidFill>
                  <a:srgbClr val="005293"/>
                </a:solidFill>
                <a:latin typeface="Arial"/>
                <a:ea typeface="Arial"/>
                <a:cs typeface="Arial"/>
              </a:defRPr>
            </a:lvl5pPr>
            <a:lvl6pPr>
              <a:defRPr sz="1875" b="0">
                <a:solidFill>
                  <a:srgbClr val="005293"/>
                </a:solidFill>
                <a:latin typeface="Arial"/>
                <a:ea typeface="Arial"/>
                <a:cs typeface="Arial"/>
              </a:defRPr>
            </a:lvl6pPr>
            <a:lvl7pPr>
              <a:defRPr sz="1875" b="0">
                <a:solidFill>
                  <a:srgbClr val="005293"/>
                </a:solidFill>
                <a:latin typeface="Arial"/>
                <a:ea typeface="Arial"/>
                <a:cs typeface="Arial"/>
              </a:defRPr>
            </a:lvl7pPr>
            <a:lvl8pPr>
              <a:defRPr sz="1875" b="0">
                <a:solidFill>
                  <a:srgbClr val="005293"/>
                </a:solidFill>
                <a:latin typeface="Arial"/>
                <a:ea typeface="Arial"/>
                <a:cs typeface="Arial"/>
              </a:defRPr>
            </a:lvl8pPr>
            <a:lvl9pPr>
              <a:defRPr sz="1875" b="0">
                <a:solidFill>
                  <a:srgbClr val="005293"/>
                </a:solidFill>
                <a:latin typeface="Arial"/>
                <a:ea typeface="Arial"/>
                <a:cs typeface="Arial"/>
              </a:defRPr>
            </a:lvl9pPr>
          </a:lstStyle>
          <a:p xmlns:a="http://schemas.openxmlformats.org/drawingml/2006/main">
            <a:pPr>
              <a:defRPr sz="1875" b="0">
                <a:solidFill>
                  <a:srgbClr val="005293"/>
                </a:solidFill>
                <a:latin typeface="Arial"/>
                <a:ea typeface="Arial"/>
                <a:cs typeface="Arial"/>
              </a:defRPr>
            </a:pPr>
            <a:r>
              <a:t>Vorlesungen(</a:t>
            </a:r>
            <a:r>
              <a:rPr b="1" u="sng"/>
              <a:t>VorlNr</a:t>
            </a:r>
            <a:r>
              <a:t>, </a:t>
            </a:r>
            <a:r>
              <a:t>Titel</a:t>
            </a:r>
            <a:r>
              <a:t>, </a:t>
            </a:r>
            <a:r>
              <a:t>SWS</a:t>
            </a:r>
            <a:r>
              <a:t>)</a:t>
            </a:r>
          </a:p>
        </p:txBody>
      </p:sp>
      <p:sp>
        <p:nvSpPr>
          <p:cNvPr id="10" name="">
            <a:extLst xmlns:a="http://schemas.openxmlformats.org/drawingml/2006/main">
              <a:ext uri="{FF2B5EF4-FFF2-40B4-BE49-F238E27FC236}">
                <a16:creationId xmlns:a16="http://schemas.microsoft.com/office/drawing/2014/main" id="{7D99BDC9-A882-4F0D-8ED0-0EED4B13DA41}"/>
              </a:ext>
            </a:extLst>
          </p:cNvPr>
          <p:cNvSpPr>
            <a:spLocks xmlns:a="http://schemas.openxmlformats.org/drawingml/2006/main" noGrp="1"/>
          </p:cNvSpPr>
          <p:nvPr/>
        </p:nvSpPr>
        <p:spPr>
          <a:xfrm xmlns:a="http://schemas.openxmlformats.org/drawingml/2006/main">
            <a:off x="6238875" y="3190875"/>
            <a:ext cx="533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05293"/>
                </a:solidFill>
                <a:latin typeface="Arial"/>
                <a:ea typeface="Arial"/>
                <a:cs typeface="Arial"/>
              </a:defRPr>
            </a:defPPr>
            <a:lvl1pPr>
              <a:defRPr sz="1875" b="0">
                <a:solidFill>
                  <a:srgbClr val="005293"/>
                </a:solidFill>
                <a:latin typeface="Arial"/>
                <a:ea typeface="Arial"/>
                <a:cs typeface="Arial"/>
              </a:defRPr>
            </a:lvl1pPr>
            <a:lvl2pPr>
              <a:defRPr sz="1875" b="0">
                <a:solidFill>
                  <a:srgbClr val="005293"/>
                </a:solidFill>
                <a:latin typeface="Arial"/>
                <a:ea typeface="Arial"/>
                <a:cs typeface="Arial"/>
              </a:defRPr>
            </a:lvl2pPr>
            <a:lvl3pPr>
              <a:defRPr sz="1875" b="0">
                <a:solidFill>
                  <a:srgbClr val="005293"/>
                </a:solidFill>
                <a:latin typeface="Arial"/>
                <a:ea typeface="Arial"/>
                <a:cs typeface="Arial"/>
              </a:defRPr>
            </a:lvl3pPr>
            <a:lvl4pPr>
              <a:defRPr sz="1875" b="0">
                <a:solidFill>
                  <a:srgbClr val="005293"/>
                </a:solidFill>
                <a:latin typeface="Arial"/>
                <a:ea typeface="Arial"/>
                <a:cs typeface="Arial"/>
              </a:defRPr>
            </a:lvl4pPr>
            <a:lvl5pPr>
              <a:defRPr sz="1875" b="0">
                <a:solidFill>
                  <a:srgbClr val="005293"/>
                </a:solidFill>
                <a:latin typeface="Arial"/>
                <a:ea typeface="Arial"/>
                <a:cs typeface="Arial"/>
              </a:defRPr>
            </a:lvl5pPr>
            <a:lvl6pPr>
              <a:defRPr sz="1875" b="0">
                <a:solidFill>
                  <a:srgbClr val="005293"/>
                </a:solidFill>
                <a:latin typeface="Arial"/>
                <a:ea typeface="Arial"/>
                <a:cs typeface="Arial"/>
              </a:defRPr>
            </a:lvl6pPr>
            <a:lvl7pPr>
              <a:defRPr sz="1875" b="0">
                <a:solidFill>
                  <a:srgbClr val="005293"/>
                </a:solidFill>
                <a:latin typeface="Arial"/>
                <a:ea typeface="Arial"/>
                <a:cs typeface="Arial"/>
              </a:defRPr>
            </a:lvl7pPr>
            <a:lvl8pPr>
              <a:defRPr sz="1875" b="0">
                <a:solidFill>
                  <a:srgbClr val="005293"/>
                </a:solidFill>
                <a:latin typeface="Arial"/>
                <a:ea typeface="Arial"/>
                <a:cs typeface="Arial"/>
              </a:defRPr>
            </a:lvl8pPr>
            <a:lvl9pPr>
              <a:defRPr sz="1875" b="0">
                <a:solidFill>
                  <a:srgbClr val="005293"/>
                </a:solidFill>
                <a:latin typeface="Arial"/>
                <a:ea typeface="Arial"/>
                <a:cs typeface="Arial"/>
              </a:defRPr>
            </a:lvl9pPr>
          </a:lstStyle>
          <a:p xmlns:a="http://schemas.openxmlformats.org/drawingml/2006/main">
            <a:pPr>
              <a:defRPr sz="1875" b="0">
                <a:solidFill>
                  <a:srgbClr val="005293"/>
                </a:solidFill>
                <a:latin typeface="Arial"/>
                <a:ea typeface="Arial"/>
                <a:cs typeface="Arial"/>
              </a:defRPr>
            </a:pPr>
            <a:r>
              <a:t>Vorlesungen(</a:t>
            </a:r>
            <a:r>
              <a:rPr b="1" u="sng"/>
              <a:t>VorlNr</a:t>
            </a:r>
            <a:r>
              <a:t>, </a:t>
            </a:r>
            <a:r>
              <a:t>Titel</a:t>
            </a:r>
            <a:r>
              <a:t>, </a:t>
            </a:r>
            <a:r>
              <a:t>SWS</a:t>
            </a:r>
            <a:r>
              <a:t>)</a:t>
            </a:r>
          </a:p>
        </p:txBody>
      </p:sp>
      <p:sp>
        <p:nvSpPr>
          <p:cNvPr id="11" name="">
            <a:extLst xmlns:a="http://schemas.openxmlformats.org/drawingml/2006/main">
              <a:ext uri="{FF2B5EF4-FFF2-40B4-BE49-F238E27FC236}">
                <a16:creationId xmlns:a16="http://schemas.microsoft.com/office/drawing/2014/main" id="{045A7A5F-31FC-472C-AF26-1E949A95E42D}"/>
              </a:ext>
            </a:extLst>
          </p:cNvPr>
          <p:cNvSpPr>
            <a:spLocks xmlns:a="http://schemas.openxmlformats.org/drawingml/2006/main" noGrp="1"/>
          </p:cNvSpPr>
          <p:nvPr/>
        </p:nvSpPr>
        <p:spPr>
          <a:xfrm xmlns:a="http://schemas.openxmlformats.org/drawingml/2006/main">
            <a:off x="6238875" y="36195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05293"/>
                </a:solidFill>
                <a:latin typeface="Arial"/>
                <a:ea typeface="Arial"/>
                <a:cs typeface="Arial"/>
              </a:defRPr>
            </a:defPPr>
            <a:lvl1pPr>
              <a:defRPr sz="1875" b="0">
                <a:solidFill>
                  <a:srgbClr val="005293"/>
                </a:solidFill>
                <a:latin typeface="Arial"/>
                <a:ea typeface="Arial"/>
                <a:cs typeface="Arial"/>
              </a:defRPr>
            </a:lvl1pPr>
            <a:lvl2pPr>
              <a:defRPr sz="1875" b="0">
                <a:solidFill>
                  <a:srgbClr val="005293"/>
                </a:solidFill>
                <a:latin typeface="Arial"/>
                <a:ea typeface="Arial"/>
                <a:cs typeface="Arial"/>
              </a:defRPr>
            </a:lvl2pPr>
            <a:lvl3pPr>
              <a:defRPr sz="1875" b="0">
                <a:solidFill>
                  <a:srgbClr val="005293"/>
                </a:solidFill>
                <a:latin typeface="Arial"/>
                <a:ea typeface="Arial"/>
                <a:cs typeface="Arial"/>
              </a:defRPr>
            </a:lvl3pPr>
            <a:lvl4pPr>
              <a:defRPr sz="1875" b="0">
                <a:solidFill>
                  <a:srgbClr val="005293"/>
                </a:solidFill>
                <a:latin typeface="Arial"/>
                <a:ea typeface="Arial"/>
                <a:cs typeface="Arial"/>
              </a:defRPr>
            </a:lvl4pPr>
            <a:lvl5pPr>
              <a:defRPr sz="1875" b="0">
                <a:solidFill>
                  <a:srgbClr val="005293"/>
                </a:solidFill>
                <a:latin typeface="Arial"/>
                <a:ea typeface="Arial"/>
                <a:cs typeface="Arial"/>
              </a:defRPr>
            </a:lvl5pPr>
            <a:lvl6pPr>
              <a:defRPr sz="1875" b="0">
                <a:solidFill>
                  <a:srgbClr val="005293"/>
                </a:solidFill>
                <a:latin typeface="Arial"/>
                <a:ea typeface="Arial"/>
                <a:cs typeface="Arial"/>
              </a:defRPr>
            </a:lvl6pPr>
            <a:lvl7pPr>
              <a:defRPr sz="1875" b="0">
                <a:solidFill>
                  <a:srgbClr val="005293"/>
                </a:solidFill>
                <a:latin typeface="Arial"/>
                <a:ea typeface="Arial"/>
                <a:cs typeface="Arial"/>
              </a:defRPr>
            </a:lvl7pPr>
            <a:lvl8pPr>
              <a:defRPr sz="1875" b="0">
                <a:solidFill>
                  <a:srgbClr val="005293"/>
                </a:solidFill>
                <a:latin typeface="Arial"/>
                <a:ea typeface="Arial"/>
                <a:cs typeface="Arial"/>
              </a:defRPr>
            </a:lvl8pPr>
            <a:lvl9pPr>
              <a:defRPr sz="1875" b="0">
                <a:solidFill>
                  <a:srgbClr val="005293"/>
                </a:solidFill>
                <a:latin typeface="Arial"/>
                <a:ea typeface="Arial"/>
                <a:cs typeface="Arial"/>
              </a:defRPr>
            </a:lvl9pPr>
          </a:lstStyle>
          <a:p xmlns:a="http://schemas.openxmlformats.org/drawingml/2006/main">
            <a:pPr>
              <a:defRPr sz="1875" b="0">
                <a:solidFill>
                  <a:srgbClr val="005293"/>
                </a:solidFill>
                <a:latin typeface="Arial"/>
                <a:ea typeface="Arial"/>
                <a:cs typeface="Arial"/>
              </a:defRPr>
            </a:pPr>
            <a:r>
              <a:rPr sz="1875" b="0">
                <a:solidFill>
                  <a:srgbClr val="005293"/>
                </a:solidFill>
                <a:latin typeface="Arial"/>
                <a:ea typeface="Arial"/>
                <a:cs typeface="Arial"/>
              </a:rPr>
              <a:t>+ gelesenVon als Fremdschlüssel</a:t>
            </a:r>
          </a:p>
        </p:txBody>
      </p:sp>
      <p:sp>
        <p:nvSpPr>
          <p:cNvPr id="12" name="">
            <a:extLst xmlns:a="http://schemas.openxmlformats.org/drawingml/2006/main">
              <a:ext uri="{FF2B5EF4-FFF2-40B4-BE49-F238E27FC236}">
                <a16:creationId xmlns:a16="http://schemas.microsoft.com/office/drawing/2014/main" id="{F3F70A19-8A00-4499-A625-F7BB2D157F22}"/>
              </a:ext>
            </a:extLst>
          </p:cNvPr>
          <p:cNvSpPr>
            <a:spLocks xmlns:a="http://schemas.openxmlformats.org/drawingml/2006/main" noGrp="1"/>
          </p:cNvSpPr>
          <p:nvPr/>
        </p:nvSpPr>
        <p:spPr>
          <a:xfrm xmlns:a="http://schemas.openxmlformats.org/drawingml/2006/main">
            <a:off x="609600" y="3810000"/>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05293"/>
                </a:solidFill>
                <a:latin typeface="Arial"/>
                <a:ea typeface="Arial"/>
                <a:cs typeface="Arial"/>
              </a:defRPr>
            </a:defPPr>
            <a:lvl1pPr>
              <a:defRPr sz="1875" b="0">
                <a:solidFill>
                  <a:srgbClr val="005293"/>
                </a:solidFill>
                <a:latin typeface="Arial"/>
                <a:ea typeface="Arial"/>
                <a:cs typeface="Arial"/>
              </a:defRPr>
            </a:lvl1pPr>
            <a:lvl2pPr>
              <a:defRPr sz="1875" b="0">
                <a:solidFill>
                  <a:srgbClr val="005293"/>
                </a:solidFill>
                <a:latin typeface="Arial"/>
                <a:ea typeface="Arial"/>
                <a:cs typeface="Arial"/>
              </a:defRPr>
            </a:lvl2pPr>
            <a:lvl3pPr>
              <a:defRPr sz="1875" b="0">
                <a:solidFill>
                  <a:srgbClr val="005293"/>
                </a:solidFill>
                <a:latin typeface="Arial"/>
                <a:ea typeface="Arial"/>
                <a:cs typeface="Arial"/>
              </a:defRPr>
            </a:lvl3pPr>
            <a:lvl4pPr>
              <a:defRPr sz="1875" b="0">
                <a:solidFill>
                  <a:srgbClr val="005293"/>
                </a:solidFill>
                <a:latin typeface="Arial"/>
                <a:ea typeface="Arial"/>
                <a:cs typeface="Arial"/>
              </a:defRPr>
            </a:lvl4pPr>
            <a:lvl5pPr>
              <a:defRPr sz="1875" b="0">
                <a:solidFill>
                  <a:srgbClr val="005293"/>
                </a:solidFill>
                <a:latin typeface="Arial"/>
                <a:ea typeface="Arial"/>
                <a:cs typeface="Arial"/>
              </a:defRPr>
            </a:lvl5pPr>
            <a:lvl6pPr>
              <a:defRPr sz="1875" b="0">
                <a:solidFill>
                  <a:srgbClr val="005293"/>
                </a:solidFill>
                <a:latin typeface="Arial"/>
                <a:ea typeface="Arial"/>
                <a:cs typeface="Arial"/>
              </a:defRPr>
            </a:lvl6pPr>
            <a:lvl7pPr>
              <a:defRPr sz="1875" b="0">
                <a:solidFill>
                  <a:srgbClr val="005293"/>
                </a:solidFill>
                <a:latin typeface="Arial"/>
                <a:ea typeface="Arial"/>
                <a:cs typeface="Arial"/>
              </a:defRPr>
            </a:lvl7pPr>
            <a:lvl8pPr>
              <a:defRPr sz="1875" b="0">
                <a:solidFill>
                  <a:srgbClr val="005293"/>
                </a:solidFill>
                <a:latin typeface="Arial"/>
                <a:ea typeface="Arial"/>
                <a:cs typeface="Arial"/>
              </a:defRPr>
            </a:lvl8pPr>
            <a:lvl9pPr>
              <a:defRPr sz="1875" b="0">
                <a:solidFill>
                  <a:srgbClr val="005293"/>
                </a:solidFill>
                <a:latin typeface="Arial"/>
                <a:ea typeface="Arial"/>
                <a:cs typeface="Arial"/>
              </a:defRPr>
            </a:lvl9pPr>
          </a:lstStyle>
          <a:p xmlns:a="http://schemas.openxmlformats.org/drawingml/2006/main">
            <a:pPr>
              <a:defRPr sz="1875" b="0">
                <a:solidFill>
                  <a:srgbClr val="005293"/>
                </a:solidFill>
                <a:latin typeface="Arial"/>
                <a:ea typeface="Arial"/>
                <a:cs typeface="Arial"/>
              </a:defRPr>
            </a:pPr>
            <a:r>
              <a:t>lesen(</a:t>
            </a:r>
            <a:r>
              <a:rPr b="1" u="sng"/>
              <a:t>VorlNr</a:t>
            </a:r>
            <a:r>
              <a:t>, </a:t>
            </a:r>
            <a:r>
              <a:t>PersNr</a:t>
            </a:r>
            <a:r>
              <a:t>)</a:t>
            </a:r>
          </a:p>
        </p:txBody>
      </p:sp>
      <p:sp>
        <p:nvSpPr>
          <p:cNvPr id="13" name="">
            <a:extLst xmlns:a="http://schemas.openxmlformats.org/drawingml/2006/main">
              <a:ext uri="{FF2B5EF4-FFF2-40B4-BE49-F238E27FC236}">
                <a16:creationId xmlns:a16="http://schemas.microsoft.com/office/drawing/2014/main" id="{DF72FDA6-9AEA-4D21-AFF8-025C4069356E}"/>
              </a:ext>
            </a:extLst>
          </p:cNvPr>
          <p:cNvSpPr>
            <a:spLocks xmlns:a="http://schemas.openxmlformats.org/drawingml/2006/main" noGrp="1"/>
          </p:cNvSpPr>
          <p:nvPr/>
        </p:nvSpPr>
        <p:spPr>
          <a:xfrm xmlns:a="http://schemas.openxmlformats.org/drawingml/2006/main">
            <a:off x="6238875" y="4048125"/>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lesen entfällt</a:t>
            </a:r>
          </a:p>
        </p:txBody>
      </p:sp>
      <p:sp>
        <p:nvSpPr>
          <p:cNvPr id="14" name="">
            <a:extLst xmlns:a="http://schemas.openxmlformats.org/drawingml/2006/main">
              <a:ext uri="{FF2B5EF4-FFF2-40B4-BE49-F238E27FC236}">
                <a16:creationId xmlns:a16="http://schemas.microsoft.com/office/drawing/2014/main" id="{EB86CD10-5669-4CD6-8430-11F29DB23497}"/>
              </a:ext>
            </a:extLst>
          </p:cNvPr>
          <p:cNvSpPr>
            <a:spLocks xmlns:a="http://schemas.openxmlformats.org/drawingml/2006/main" noGrp="1"/>
          </p:cNvSpPr>
          <p:nvPr/>
        </p:nvSpPr>
        <p:spPr>
          <a:xfrm xmlns:a="http://schemas.openxmlformats.org/drawingml/2006/main">
            <a:off x="609600" y="4429125"/>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05293"/>
                </a:solidFill>
                <a:latin typeface="Arial"/>
                <a:ea typeface="Arial"/>
                <a:cs typeface="Arial"/>
              </a:defRPr>
            </a:defPPr>
            <a:lvl1pPr>
              <a:defRPr sz="1875" b="0">
                <a:solidFill>
                  <a:srgbClr val="005293"/>
                </a:solidFill>
                <a:latin typeface="Arial"/>
                <a:ea typeface="Arial"/>
                <a:cs typeface="Arial"/>
              </a:defRPr>
            </a:lvl1pPr>
            <a:lvl2pPr>
              <a:defRPr sz="1875" b="0">
                <a:solidFill>
                  <a:srgbClr val="005293"/>
                </a:solidFill>
                <a:latin typeface="Arial"/>
                <a:ea typeface="Arial"/>
                <a:cs typeface="Arial"/>
              </a:defRPr>
            </a:lvl2pPr>
            <a:lvl3pPr>
              <a:defRPr sz="1875" b="0">
                <a:solidFill>
                  <a:srgbClr val="005293"/>
                </a:solidFill>
                <a:latin typeface="Arial"/>
                <a:ea typeface="Arial"/>
                <a:cs typeface="Arial"/>
              </a:defRPr>
            </a:lvl3pPr>
            <a:lvl4pPr>
              <a:defRPr sz="1875" b="0">
                <a:solidFill>
                  <a:srgbClr val="005293"/>
                </a:solidFill>
                <a:latin typeface="Arial"/>
                <a:ea typeface="Arial"/>
                <a:cs typeface="Arial"/>
              </a:defRPr>
            </a:lvl4pPr>
            <a:lvl5pPr>
              <a:defRPr sz="1875" b="0">
                <a:solidFill>
                  <a:srgbClr val="005293"/>
                </a:solidFill>
                <a:latin typeface="Arial"/>
                <a:ea typeface="Arial"/>
                <a:cs typeface="Arial"/>
              </a:defRPr>
            </a:lvl5pPr>
            <a:lvl6pPr>
              <a:defRPr sz="1875" b="0">
                <a:solidFill>
                  <a:srgbClr val="005293"/>
                </a:solidFill>
                <a:latin typeface="Arial"/>
                <a:ea typeface="Arial"/>
                <a:cs typeface="Arial"/>
              </a:defRPr>
            </a:lvl6pPr>
            <a:lvl7pPr>
              <a:defRPr sz="1875" b="0">
                <a:solidFill>
                  <a:srgbClr val="005293"/>
                </a:solidFill>
                <a:latin typeface="Arial"/>
                <a:ea typeface="Arial"/>
                <a:cs typeface="Arial"/>
              </a:defRPr>
            </a:lvl7pPr>
            <a:lvl8pPr>
              <a:defRPr sz="1875" b="0">
                <a:solidFill>
                  <a:srgbClr val="005293"/>
                </a:solidFill>
                <a:latin typeface="Arial"/>
                <a:ea typeface="Arial"/>
                <a:cs typeface="Arial"/>
              </a:defRPr>
            </a:lvl8pPr>
            <a:lvl9pPr>
              <a:defRPr sz="1875" b="0">
                <a:solidFill>
                  <a:srgbClr val="005293"/>
                </a:solidFill>
                <a:latin typeface="Arial"/>
                <a:ea typeface="Arial"/>
                <a:cs typeface="Arial"/>
              </a:defRPr>
            </a:lvl9pPr>
          </a:lstStyle>
          <a:p xmlns:a="http://schemas.openxmlformats.org/drawingml/2006/main">
            <a:pPr>
              <a:defRPr sz="1875" b="0">
                <a:solidFill>
                  <a:srgbClr val="005293"/>
                </a:solidFill>
                <a:latin typeface="Arial"/>
                <a:ea typeface="Arial"/>
                <a:cs typeface="Arial"/>
              </a:defRPr>
            </a:pPr>
            <a:r>
              <a:t>hören(</a:t>
            </a:r>
            <a:r>
              <a:rPr b="1" u="sng"/>
              <a:t>MatrNr</a:t>
            </a:r>
            <a:r>
              <a:t>, </a:t>
            </a:r>
            <a:r>
              <a:rPr b="1" u="sng"/>
              <a:t>VorlNr</a:t>
            </a:r>
            <a:r>
              <a:t>)</a:t>
            </a:r>
          </a:p>
        </p:txBody>
      </p:sp>
      <p:sp>
        <p:nvSpPr>
          <p:cNvPr id="15" name="">
            <a:extLst xmlns:a="http://schemas.openxmlformats.org/drawingml/2006/main">
              <a:ext uri="{FF2B5EF4-FFF2-40B4-BE49-F238E27FC236}">
                <a16:creationId xmlns:a16="http://schemas.microsoft.com/office/drawing/2014/main" id="{06E92A7F-6F1D-4914-A5A7-8EEF92E7B793}"/>
              </a:ext>
            </a:extLst>
          </p:cNvPr>
          <p:cNvSpPr>
            <a:spLocks xmlns:a="http://schemas.openxmlformats.org/drawingml/2006/main" noGrp="1"/>
          </p:cNvSpPr>
          <p:nvPr/>
        </p:nvSpPr>
        <p:spPr>
          <a:xfrm xmlns:a="http://schemas.openxmlformats.org/drawingml/2006/main">
            <a:off x="6238875" y="4429125"/>
            <a:ext cx="533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005293"/>
                </a:solidFill>
                <a:latin typeface="Arial"/>
                <a:ea typeface="Arial"/>
                <a:cs typeface="Arial"/>
              </a:defRPr>
            </a:defPPr>
            <a:lvl1pPr>
              <a:defRPr sz="1875" b="0">
                <a:solidFill>
                  <a:srgbClr val="005293"/>
                </a:solidFill>
                <a:latin typeface="Arial"/>
                <a:ea typeface="Arial"/>
                <a:cs typeface="Arial"/>
              </a:defRPr>
            </a:lvl1pPr>
            <a:lvl2pPr>
              <a:defRPr sz="1875" b="0">
                <a:solidFill>
                  <a:srgbClr val="005293"/>
                </a:solidFill>
                <a:latin typeface="Arial"/>
                <a:ea typeface="Arial"/>
                <a:cs typeface="Arial"/>
              </a:defRPr>
            </a:lvl2pPr>
            <a:lvl3pPr>
              <a:defRPr sz="1875" b="0">
                <a:solidFill>
                  <a:srgbClr val="005293"/>
                </a:solidFill>
                <a:latin typeface="Arial"/>
                <a:ea typeface="Arial"/>
                <a:cs typeface="Arial"/>
              </a:defRPr>
            </a:lvl3pPr>
            <a:lvl4pPr>
              <a:defRPr sz="1875" b="0">
                <a:solidFill>
                  <a:srgbClr val="005293"/>
                </a:solidFill>
                <a:latin typeface="Arial"/>
                <a:ea typeface="Arial"/>
                <a:cs typeface="Arial"/>
              </a:defRPr>
            </a:lvl4pPr>
            <a:lvl5pPr>
              <a:defRPr sz="1875" b="0">
                <a:solidFill>
                  <a:srgbClr val="005293"/>
                </a:solidFill>
                <a:latin typeface="Arial"/>
                <a:ea typeface="Arial"/>
                <a:cs typeface="Arial"/>
              </a:defRPr>
            </a:lvl5pPr>
            <a:lvl6pPr>
              <a:defRPr sz="1875" b="0">
                <a:solidFill>
                  <a:srgbClr val="005293"/>
                </a:solidFill>
                <a:latin typeface="Arial"/>
                <a:ea typeface="Arial"/>
                <a:cs typeface="Arial"/>
              </a:defRPr>
            </a:lvl6pPr>
            <a:lvl7pPr>
              <a:defRPr sz="1875" b="0">
                <a:solidFill>
                  <a:srgbClr val="005293"/>
                </a:solidFill>
                <a:latin typeface="Arial"/>
                <a:ea typeface="Arial"/>
                <a:cs typeface="Arial"/>
              </a:defRPr>
            </a:lvl7pPr>
            <a:lvl8pPr>
              <a:defRPr sz="1875" b="0">
                <a:solidFill>
                  <a:srgbClr val="005293"/>
                </a:solidFill>
                <a:latin typeface="Arial"/>
                <a:ea typeface="Arial"/>
                <a:cs typeface="Arial"/>
              </a:defRPr>
            </a:lvl8pPr>
            <a:lvl9pPr>
              <a:defRPr sz="1875" b="0">
                <a:solidFill>
                  <a:srgbClr val="005293"/>
                </a:solidFill>
                <a:latin typeface="Arial"/>
                <a:ea typeface="Arial"/>
                <a:cs typeface="Arial"/>
              </a:defRPr>
            </a:lvl9pPr>
          </a:lstStyle>
          <a:p xmlns:a="http://schemas.openxmlformats.org/drawingml/2006/main">
            <a:pPr>
              <a:defRPr sz="1875" b="0">
                <a:solidFill>
                  <a:srgbClr val="005293"/>
                </a:solidFill>
                <a:latin typeface="Arial"/>
                <a:ea typeface="Arial"/>
                <a:cs typeface="Arial"/>
              </a:defRPr>
            </a:pPr>
            <a:r>
              <a:t>hören(</a:t>
            </a:r>
            <a:r>
              <a:rPr b="1" u="sng"/>
              <a:t>MatrNr</a:t>
            </a:r>
            <a:r>
              <a:t>, </a:t>
            </a:r>
            <a:r>
              <a:rPr b="1" u="sng"/>
              <a:t>VorlNr</a:t>
            </a:r>
            <a:r>
              <a:t>)</a:t>
            </a:r>
          </a:p>
        </p:txBody>
      </p:sp>
      <p:sp>
        <p:nvSpPr>
          <p:cNvPr id="16" name="">
            <a:extLst xmlns:a="http://schemas.openxmlformats.org/drawingml/2006/main">
              <a:ext uri="{FF2B5EF4-FFF2-40B4-BE49-F238E27FC236}">
                <a16:creationId xmlns:a16="http://schemas.microsoft.com/office/drawing/2014/main" id="{2543450C-9221-4391-BA97-7AE3B2F8E4E3}"/>
              </a:ext>
            </a:extLst>
          </p:cNvPr>
          <p:cNvSpPr>
            <a:spLocks xmlns:a="http://schemas.openxmlformats.org/drawingml/2006/main" noGrp="1"/>
          </p:cNvSpPr>
          <p:nvPr/>
        </p:nvSpPr>
        <p:spPr>
          <a:xfrm xmlns:a="http://schemas.openxmlformats.org/drawingml/2006/main">
            <a:off x="609600" y="5048250"/>
            <a:ext cx="5381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00" b="0">
                <a:solidFill>
                  <a:srgbClr val="005293"/>
                </a:solidFill>
                <a:latin typeface="Arial"/>
                <a:ea typeface="Arial"/>
                <a:cs typeface="Arial"/>
              </a:defRPr>
            </a:defPPr>
            <a:lvl1pPr>
              <a:defRPr sz="1800" b="0">
                <a:solidFill>
                  <a:srgbClr val="005293"/>
                </a:solidFill>
                <a:latin typeface="Arial"/>
                <a:ea typeface="Arial"/>
                <a:cs typeface="Arial"/>
              </a:defRPr>
            </a:lvl1pPr>
            <a:lvl2pPr>
              <a:defRPr sz="1800" b="0">
                <a:solidFill>
                  <a:srgbClr val="005293"/>
                </a:solidFill>
                <a:latin typeface="Arial"/>
                <a:ea typeface="Arial"/>
                <a:cs typeface="Arial"/>
              </a:defRPr>
            </a:lvl2pPr>
            <a:lvl3pPr>
              <a:defRPr sz="1800" b="0">
                <a:solidFill>
                  <a:srgbClr val="005293"/>
                </a:solidFill>
                <a:latin typeface="Arial"/>
                <a:ea typeface="Arial"/>
                <a:cs typeface="Arial"/>
              </a:defRPr>
            </a:lvl3pPr>
            <a:lvl4pPr>
              <a:defRPr sz="1800" b="0">
                <a:solidFill>
                  <a:srgbClr val="005293"/>
                </a:solidFill>
                <a:latin typeface="Arial"/>
                <a:ea typeface="Arial"/>
                <a:cs typeface="Arial"/>
              </a:defRPr>
            </a:lvl4pPr>
            <a:lvl5pPr>
              <a:defRPr sz="1800" b="0">
                <a:solidFill>
                  <a:srgbClr val="005293"/>
                </a:solidFill>
                <a:latin typeface="Arial"/>
                <a:ea typeface="Arial"/>
                <a:cs typeface="Arial"/>
              </a:defRPr>
            </a:lvl5pPr>
            <a:lvl6pPr>
              <a:defRPr sz="1800" b="0">
                <a:solidFill>
                  <a:srgbClr val="005293"/>
                </a:solidFill>
                <a:latin typeface="Arial"/>
                <a:ea typeface="Arial"/>
                <a:cs typeface="Arial"/>
              </a:defRPr>
            </a:lvl6pPr>
            <a:lvl7pPr>
              <a:defRPr sz="1800" b="0">
                <a:solidFill>
                  <a:srgbClr val="005293"/>
                </a:solidFill>
                <a:latin typeface="Arial"/>
                <a:ea typeface="Arial"/>
                <a:cs typeface="Arial"/>
              </a:defRPr>
            </a:lvl7pPr>
            <a:lvl8pPr>
              <a:defRPr sz="1800" b="0">
                <a:solidFill>
                  <a:srgbClr val="005293"/>
                </a:solidFill>
                <a:latin typeface="Arial"/>
                <a:ea typeface="Arial"/>
                <a:cs typeface="Arial"/>
              </a:defRPr>
            </a:lvl8pPr>
            <a:lvl9pPr>
              <a:defRPr sz="1800" b="0">
                <a:solidFill>
                  <a:srgbClr val="005293"/>
                </a:solidFill>
                <a:latin typeface="Arial"/>
                <a:ea typeface="Arial"/>
                <a:cs typeface="Arial"/>
              </a:defRPr>
            </a:lvl9pPr>
          </a:lstStyle>
          <a:p xmlns:a="http://schemas.openxmlformats.org/drawingml/2006/main">
            <a:pPr>
              <a:defRPr sz="1800" b="0">
                <a:solidFill>
                  <a:srgbClr val="005293"/>
                </a:solidFill>
                <a:latin typeface="Arial"/>
                <a:ea typeface="Arial"/>
                <a:cs typeface="Arial"/>
              </a:defRPr>
            </a:pPr>
            <a:r>
              <a:t>prüfen(</a:t>
            </a:r>
            <a:r>
              <a:rPr b="1" u="sng"/>
              <a:t>MatrNr</a:t>
            </a:r>
            <a:r>
              <a:t>, </a:t>
            </a:r>
            <a:r>
              <a:rPr b="1" u="sng"/>
              <a:t>VorlNr</a:t>
            </a:r>
            <a:r>
              <a:t>, </a:t>
            </a:r>
            <a:r>
              <a:t>PersNr</a:t>
            </a:r>
            <a:r>
              <a:t>, </a:t>
            </a:r>
            <a:r>
              <a:t>Note</a:t>
            </a:r>
            <a:r>
              <a:t>)</a:t>
            </a:r>
          </a:p>
        </p:txBody>
      </p:sp>
      <p:sp>
        <p:nvSpPr>
          <p:cNvPr id="17" name="">
            <a:extLst xmlns:a="http://schemas.openxmlformats.org/drawingml/2006/main">
              <a:ext uri="{FF2B5EF4-FFF2-40B4-BE49-F238E27FC236}">
                <a16:creationId xmlns:a16="http://schemas.microsoft.com/office/drawing/2014/main" id="{EE08BD8B-26FF-465D-AE8B-DE1133D652D6}"/>
              </a:ext>
            </a:extLst>
          </p:cNvPr>
          <p:cNvSpPr>
            <a:spLocks xmlns:a="http://schemas.openxmlformats.org/drawingml/2006/main" noGrp="1"/>
          </p:cNvSpPr>
          <p:nvPr/>
        </p:nvSpPr>
        <p:spPr>
          <a:xfrm xmlns:a="http://schemas.openxmlformats.org/drawingml/2006/main">
            <a:off x="6238875" y="5048250"/>
            <a:ext cx="5381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00" b="0">
                <a:solidFill>
                  <a:srgbClr val="005293"/>
                </a:solidFill>
                <a:latin typeface="Arial"/>
                <a:ea typeface="Arial"/>
                <a:cs typeface="Arial"/>
              </a:defRPr>
            </a:defPPr>
            <a:lvl1pPr>
              <a:defRPr sz="1800" b="0">
                <a:solidFill>
                  <a:srgbClr val="005293"/>
                </a:solidFill>
                <a:latin typeface="Arial"/>
                <a:ea typeface="Arial"/>
                <a:cs typeface="Arial"/>
              </a:defRPr>
            </a:lvl1pPr>
            <a:lvl2pPr>
              <a:defRPr sz="1800" b="0">
                <a:solidFill>
                  <a:srgbClr val="005293"/>
                </a:solidFill>
                <a:latin typeface="Arial"/>
                <a:ea typeface="Arial"/>
                <a:cs typeface="Arial"/>
              </a:defRPr>
            </a:lvl2pPr>
            <a:lvl3pPr>
              <a:defRPr sz="1800" b="0">
                <a:solidFill>
                  <a:srgbClr val="005293"/>
                </a:solidFill>
                <a:latin typeface="Arial"/>
                <a:ea typeface="Arial"/>
                <a:cs typeface="Arial"/>
              </a:defRPr>
            </a:lvl3pPr>
            <a:lvl4pPr>
              <a:defRPr sz="1800" b="0">
                <a:solidFill>
                  <a:srgbClr val="005293"/>
                </a:solidFill>
                <a:latin typeface="Arial"/>
                <a:ea typeface="Arial"/>
                <a:cs typeface="Arial"/>
              </a:defRPr>
            </a:lvl4pPr>
            <a:lvl5pPr>
              <a:defRPr sz="1800" b="0">
                <a:solidFill>
                  <a:srgbClr val="005293"/>
                </a:solidFill>
                <a:latin typeface="Arial"/>
                <a:ea typeface="Arial"/>
                <a:cs typeface="Arial"/>
              </a:defRPr>
            </a:lvl5pPr>
            <a:lvl6pPr>
              <a:defRPr sz="1800" b="0">
                <a:solidFill>
                  <a:srgbClr val="005293"/>
                </a:solidFill>
                <a:latin typeface="Arial"/>
                <a:ea typeface="Arial"/>
                <a:cs typeface="Arial"/>
              </a:defRPr>
            </a:lvl6pPr>
            <a:lvl7pPr>
              <a:defRPr sz="1800" b="0">
                <a:solidFill>
                  <a:srgbClr val="005293"/>
                </a:solidFill>
                <a:latin typeface="Arial"/>
                <a:ea typeface="Arial"/>
                <a:cs typeface="Arial"/>
              </a:defRPr>
            </a:lvl7pPr>
            <a:lvl8pPr>
              <a:defRPr sz="1800" b="0">
                <a:solidFill>
                  <a:srgbClr val="005293"/>
                </a:solidFill>
                <a:latin typeface="Arial"/>
                <a:ea typeface="Arial"/>
                <a:cs typeface="Arial"/>
              </a:defRPr>
            </a:lvl8pPr>
            <a:lvl9pPr>
              <a:defRPr sz="1800" b="0">
                <a:solidFill>
                  <a:srgbClr val="005293"/>
                </a:solidFill>
                <a:latin typeface="Arial"/>
                <a:ea typeface="Arial"/>
                <a:cs typeface="Arial"/>
              </a:defRPr>
            </a:lvl9pPr>
          </a:lstStyle>
          <a:p xmlns:a="http://schemas.openxmlformats.org/drawingml/2006/main">
            <a:pPr>
              <a:defRPr sz="1800" b="0">
                <a:solidFill>
                  <a:srgbClr val="005293"/>
                </a:solidFill>
                <a:latin typeface="Arial"/>
                <a:ea typeface="Arial"/>
                <a:cs typeface="Arial"/>
              </a:defRPr>
            </a:pPr>
            <a:r>
              <a:t>prüfen(</a:t>
            </a:r>
            <a:r>
              <a:rPr b="1" u="sng"/>
              <a:t>MatrNr</a:t>
            </a:r>
            <a:r>
              <a:t>, </a:t>
            </a:r>
            <a:r>
              <a:rPr b="1" u="sng"/>
              <a:t>VorlNr</a:t>
            </a:r>
            <a:r>
              <a:t>, </a:t>
            </a:r>
            <a:r>
              <a:t>PersNr</a:t>
            </a:r>
            <a:r>
              <a:t>, </a:t>
            </a:r>
            <a:r>
              <a:t>Note</a:t>
            </a:r>
            <a:r>
              <a:t>)</a:t>
            </a:r>
          </a:p>
        </p:txBody>
      </p:sp>
      <p:sp>
        <p:nvSpPr>
          <p:cNvPr id="18" name="">
            <a:extLst xmlns:a="http://schemas.openxmlformats.org/drawingml/2006/main">
              <a:ext uri="{FF2B5EF4-FFF2-40B4-BE49-F238E27FC236}">
                <a16:creationId xmlns:a16="http://schemas.microsoft.com/office/drawing/2014/main" id="{948C7FAC-DF54-4789-932D-E4E6CDBB1631}"/>
              </a:ext>
            </a:extLst>
          </p:cNvPr>
          <p:cNvSpPr>
            <a:spLocks xmlns:a="http://schemas.openxmlformats.org/drawingml/2006/main" noGrp="1"/>
          </p:cNvSpPr>
          <p:nvPr/>
        </p:nvSpPr>
        <p:spPr>
          <a:xfrm xmlns:a="http://schemas.openxmlformats.org/drawingml/2006/main">
            <a:off x="609600" y="5810250"/>
            <a:ext cx="10972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26313B"/>
                </a:solidFill>
                <a:latin typeface="Arial"/>
                <a:ea typeface="Arial"/>
                <a:cs typeface="Arial"/>
              </a:defRPr>
            </a:defPPr>
            <a:lvl1pPr>
              <a:defRPr sz="1875" b="0">
                <a:solidFill>
                  <a:srgbClr val="26313B"/>
                </a:solidFill>
                <a:latin typeface="Arial"/>
                <a:ea typeface="Arial"/>
                <a:cs typeface="Arial"/>
              </a:defRPr>
            </a:lvl1pPr>
            <a:lvl2pPr>
              <a:defRPr sz="1875" b="0">
                <a:solidFill>
                  <a:srgbClr val="26313B"/>
                </a:solidFill>
                <a:latin typeface="Arial"/>
                <a:ea typeface="Arial"/>
                <a:cs typeface="Arial"/>
              </a:defRPr>
            </a:lvl2pPr>
            <a:lvl3pPr>
              <a:defRPr sz="1875" b="0">
                <a:solidFill>
                  <a:srgbClr val="26313B"/>
                </a:solidFill>
                <a:latin typeface="Arial"/>
                <a:ea typeface="Arial"/>
                <a:cs typeface="Arial"/>
              </a:defRPr>
            </a:lvl3pPr>
            <a:lvl4pPr>
              <a:defRPr sz="1875" b="0">
                <a:solidFill>
                  <a:srgbClr val="26313B"/>
                </a:solidFill>
                <a:latin typeface="Arial"/>
                <a:ea typeface="Arial"/>
                <a:cs typeface="Arial"/>
              </a:defRPr>
            </a:lvl4pPr>
            <a:lvl5pPr>
              <a:defRPr sz="1875" b="0">
                <a:solidFill>
                  <a:srgbClr val="26313B"/>
                </a:solidFill>
                <a:latin typeface="Arial"/>
                <a:ea typeface="Arial"/>
                <a:cs typeface="Arial"/>
              </a:defRPr>
            </a:lvl5pPr>
            <a:lvl6pPr>
              <a:defRPr sz="1875" b="0">
                <a:solidFill>
                  <a:srgbClr val="26313B"/>
                </a:solidFill>
                <a:latin typeface="Arial"/>
                <a:ea typeface="Arial"/>
                <a:cs typeface="Arial"/>
              </a:defRPr>
            </a:lvl6pPr>
            <a:lvl7pPr>
              <a:defRPr sz="1875" b="0">
                <a:solidFill>
                  <a:srgbClr val="26313B"/>
                </a:solidFill>
                <a:latin typeface="Arial"/>
                <a:ea typeface="Arial"/>
                <a:cs typeface="Arial"/>
              </a:defRPr>
            </a:lvl7pPr>
            <a:lvl8pPr>
              <a:defRPr sz="1875" b="0">
                <a:solidFill>
                  <a:srgbClr val="26313B"/>
                </a:solidFill>
                <a:latin typeface="Arial"/>
                <a:ea typeface="Arial"/>
                <a:cs typeface="Arial"/>
              </a:defRPr>
            </a:lvl8pPr>
            <a:lvl9pPr>
              <a:defRPr sz="1875" b="0">
                <a:solidFill>
                  <a:srgbClr val="26313B"/>
                </a:solidFill>
                <a:latin typeface="Arial"/>
                <a:ea typeface="Arial"/>
                <a:cs typeface="Arial"/>
              </a:defRPr>
            </a:lvl9pPr>
          </a:lstStyle>
          <a:p xmlns:a="http://schemas.openxmlformats.org/drawingml/2006/main">
            <a:pPr>
              <a:defRPr sz="1875" b="0">
                <a:solidFill>
                  <a:srgbClr val="26313B"/>
                </a:solidFill>
                <a:latin typeface="Arial"/>
                <a:ea typeface="Arial"/>
                <a:cs typeface="Arial"/>
              </a:defRPr>
            </a:pPr>
            <a:r>
              <a:rPr sz="1875" b="0">
                <a:solidFill>
                  <a:srgbClr val="26313B"/>
                </a:solidFill>
                <a:latin typeface="Arial"/>
                <a:ea typeface="Arial"/>
                <a:cs typeface="Arial"/>
              </a:rPr>
              <a:t>Ausschnitt des Universitätsschemas; weitere Entityattribute sind hier weggelassen.</a:t>
            </a:r>
          </a:p>
        </p:txBody>
      </p:sp>
      <p:sp>
        <p:nvSpPr>
          <p:cNvPr id="19" name="">
            <a:extLst xmlns:a="http://schemas.openxmlformats.org/drawingml/2006/main">
              <a:ext uri="{FF2B5EF4-FFF2-40B4-BE49-F238E27FC236}">
                <a16:creationId xmlns:a16="http://schemas.microsoft.com/office/drawing/2014/main" id="{9C2696C5-DEEE-4AE4-9012-259718D4F916}"/>
              </a:ext>
            </a:extLst>
          </p:cNvPr>
          <p:cNvSpPr>
            <a:spLocks xmlns:a="http://schemas.openxmlformats.org/drawingml/2006/main" noGrp="1"/>
          </p:cNvSpPr>
          <p:nvPr/>
        </p:nvSpPr>
        <p:spPr>
          <a:xfrm xmlns:a="http://schemas.openxmlformats.org/drawingml/2006/main">
            <a:off x="11144250" y="644842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0">
                <a:solidFill>
                  <a:srgbClr val="607080"/>
                </a:solidFill>
                <a:latin typeface="Arial"/>
                <a:ea typeface="Arial"/>
                <a:cs typeface="Arial"/>
              </a:defRPr>
            </a:defPPr>
            <a:lvl1pPr>
              <a:defRPr sz="1200" b="0">
                <a:solidFill>
                  <a:srgbClr val="607080"/>
                </a:solidFill>
                <a:latin typeface="Arial"/>
                <a:ea typeface="Arial"/>
                <a:cs typeface="Arial"/>
              </a:defRPr>
            </a:lvl1pPr>
            <a:lvl2pPr>
              <a:defRPr sz="1200" b="0">
                <a:solidFill>
                  <a:srgbClr val="607080"/>
                </a:solidFill>
                <a:latin typeface="Arial"/>
                <a:ea typeface="Arial"/>
                <a:cs typeface="Arial"/>
              </a:defRPr>
            </a:lvl2pPr>
            <a:lvl3pPr>
              <a:defRPr sz="1200" b="0">
                <a:solidFill>
                  <a:srgbClr val="607080"/>
                </a:solidFill>
                <a:latin typeface="Arial"/>
                <a:ea typeface="Arial"/>
                <a:cs typeface="Arial"/>
              </a:defRPr>
            </a:lvl3pPr>
            <a:lvl4pPr>
              <a:defRPr sz="1200" b="0">
                <a:solidFill>
                  <a:srgbClr val="607080"/>
                </a:solidFill>
                <a:latin typeface="Arial"/>
                <a:ea typeface="Arial"/>
                <a:cs typeface="Arial"/>
              </a:defRPr>
            </a:lvl4pPr>
            <a:lvl5pPr>
              <a:defRPr sz="1200" b="0">
                <a:solidFill>
                  <a:srgbClr val="607080"/>
                </a:solidFill>
                <a:latin typeface="Arial"/>
                <a:ea typeface="Arial"/>
                <a:cs typeface="Arial"/>
              </a:defRPr>
            </a:lvl5pPr>
            <a:lvl6pPr>
              <a:defRPr sz="1200" b="0">
                <a:solidFill>
                  <a:srgbClr val="607080"/>
                </a:solidFill>
                <a:latin typeface="Arial"/>
                <a:ea typeface="Arial"/>
                <a:cs typeface="Arial"/>
              </a:defRPr>
            </a:lvl6pPr>
            <a:lvl7pPr>
              <a:defRPr sz="1200" b="0">
                <a:solidFill>
                  <a:srgbClr val="607080"/>
                </a:solidFill>
                <a:latin typeface="Arial"/>
                <a:ea typeface="Arial"/>
                <a:cs typeface="Arial"/>
              </a:defRPr>
            </a:lvl7pPr>
            <a:lvl8pPr>
              <a:defRPr sz="1200" b="0">
                <a:solidFill>
                  <a:srgbClr val="607080"/>
                </a:solidFill>
                <a:latin typeface="Arial"/>
                <a:ea typeface="Arial"/>
                <a:cs typeface="Arial"/>
              </a:defRPr>
            </a:lvl8pPr>
            <a:lvl9pPr>
              <a:defRPr sz="1200" b="0">
                <a:solidFill>
                  <a:srgbClr val="607080"/>
                </a:solidFill>
                <a:latin typeface="Arial"/>
                <a:ea typeface="Arial"/>
                <a:cs typeface="Arial"/>
              </a:defRPr>
            </a:lvl9pPr>
          </a:lstStyle>
          <a:p xmlns:a="http://schemas.openxmlformats.org/drawingml/2006/main">
            <a:pPr>
              <a:defRPr sz="1200" b="0">
                <a:solidFill>
                  <a:srgbClr val="607080"/>
                </a:solidFill>
                <a:latin typeface="Arial"/>
                <a:ea typeface="Arial"/>
                <a:cs typeface="Arial"/>
              </a:defRPr>
            </a:pPr>
            <a:r>
              <a:rPr sz="1200" b="0">
                <a:solidFill>
                  <a:srgbClr val="607080"/>
                </a:solidFill>
                <a:latin typeface="Arial"/>
                <a:ea typeface="Arial"/>
                <a:cs typeface="Arial"/>
              </a:rPr>
              <a:t>23</a:t>
            </a:r>
          </a:p>
        </p:txBody>
      </p:sp>
    </p:spTree>
    <p:extLst>
      <p:ext uri="{BB962C8B-B14F-4D97-AF65-F5344CB8AC3E}">
        <p14:creationId xmlns:p14="http://schemas.microsoft.com/office/powerpoint/2010/main" val="93353293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DA947F-CF3F-42EB-94FC-C6AA77228A3B}"/>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Allgemeine (min, max)-Beschränkung</a:t>
            </a:r>
          </a:p>
        </p:txBody>
      </p:sp>
      <p:sp>
        <p:nvSpPr>
          <p:cNvPr id="2" name="">
            <a:extLst xmlns:a="http://schemas.openxmlformats.org/drawingml/2006/main">
              <a:ext uri="{FF2B5EF4-FFF2-40B4-BE49-F238E27FC236}">
                <a16:creationId xmlns:a16="http://schemas.microsoft.com/office/drawing/2014/main" id="{7EDDF407-CD58-4EB2-B95B-E331507C530D}"/>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D799A205-BF47-49AD-9590-3349F261933B}"/>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24</a:t>
            </a:r>
          </a:p>
        </p:txBody>
      </p:sp>
      <p:sp>
        <p:nvSpPr>
          <p:cNvPr id="4" name="">
            <a:extLst xmlns:a="http://schemas.openxmlformats.org/drawingml/2006/main">
              <a:ext uri="{FF2B5EF4-FFF2-40B4-BE49-F238E27FC236}">
                <a16:creationId xmlns:a16="http://schemas.microsoft.com/office/drawing/2014/main" id="{540A13E4-4A61-4F34-8508-3753265C92E7}"/>
              </a:ext>
            </a:extLst>
          </p:cNvPr>
          <p:cNvSpPr>
            <a:spLocks xmlns:a="http://schemas.openxmlformats.org/drawingml/2006/main" noGrp="1"/>
          </p:cNvSpPr>
          <p:nvPr/>
        </p:nvSpPr>
        <p:spPr>
          <a:xfrm xmlns:a="http://schemas.openxmlformats.org/drawingml/2006/main">
            <a:off x="609600" y="13906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5293"/>
                </a:solidFill>
                <a:latin typeface="Arial"/>
                <a:ea typeface="Arial"/>
                <a:cs typeface="Arial"/>
              </a:defRPr>
            </a:defPPr>
            <a:lvl1pPr>
              <a:buNone/>
              <a:defRPr sz="2325" b="1">
                <a:solidFill>
                  <a:srgbClr val="005293"/>
                </a:solidFill>
                <a:latin typeface="Arial"/>
                <a:ea typeface="Arial"/>
                <a:cs typeface="Arial"/>
              </a:defRPr>
            </a:lvl1pPr>
            <a:lvl2pPr>
              <a:buNone/>
              <a:defRPr sz="2325" b="1">
                <a:solidFill>
                  <a:srgbClr val="005293"/>
                </a:solidFill>
                <a:latin typeface="Arial"/>
                <a:ea typeface="Arial"/>
                <a:cs typeface="Arial"/>
              </a:defRPr>
            </a:lvl2pPr>
            <a:lvl3pPr>
              <a:buNone/>
              <a:defRPr sz="2325" b="1">
                <a:solidFill>
                  <a:srgbClr val="005293"/>
                </a:solidFill>
                <a:latin typeface="Arial"/>
                <a:ea typeface="Arial"/>
                <a:cs typeface="Arial"/>
              </a:defRPr>
            </a:lvl3pPr>
            <a:lvl4pPr>
              <a:buNone/>
              <a:defRPr sz="2325" b="1">
                <a:solidFill>
                  <a:srgbClr val="005293"/>
                </a:solidFill>
                <a:latin typeface="Arial"/>
                <a:ea typeface="Arial"/>
                <a:cs typeface="Arial"/>
              </a:defRPr>
            </a:lvl4pPr>
            <a:lvl5pPr>
              <a:buNone/>
              <a:defRPr sz="2325" b="1">
                <a:solidFill>
                  <a:srgbClr val="005293"/>
                </a:solidFill>
                <a:latin typeface="Arial"/>
                <a:ea typeface="Arial"/>
                <a:cs typeface="Arial"/>
              </a:defRPr>
            </a:lvl5pPr>
            <a:lvl6pPr>
              <a:buNone/>
              <a:defRPr sz="2325" b="1">
                <a:solidFill>
                  <a:srgbClr val="005293"/>
                </a:solidFill>
                <a:latin typeface="Arial"/>
                <a:ea typeface="Arial"/>
                <a:cs typeface="Arial"/>
              </a:defRPr>
            </a:lvl6pPr>
            <a:lvl7pPr>
              <a:buNone/>
              <a:defRPr sz="2325" b="1">
                <a:solidFill>
                  <a:srgbClr val="005293"/>
                </a:solidFill>
                <a:latin typeface="Arial"/>
                <a:ea typeface="Arial"/>
                <a:cs typeface="Arial"/>
              </a:defRPr>
            </a:lvl7pPr>
            <a:lvl8pPr>
              <a:buNone/>
              <a:defRPr sz="2325" b="1">
                <a:solidFill>
                  <a:srgbClr val="005293"/>
                </a:solidFill>
                <a:latin typeface="Arial"/>
                <a:ea typeface="Arial"/>
                <a:cs typeface="Arial"/>
              </a:defRPr>
            </a:lvl8pPr>
            <a:lvl9pPr>
              <a:buNone/>
              <a:defRPr sz="2325" b="1">
                <a:solidFill>
                  <a:srgbClr val="005293"/>
                </a:solidFill>
                <a:latin typeface="Arial"/>
                <a:ea typeface="Arial"/>
                <a:cs typeface="Arial"/>
              </a:defRPr>
            </a:lvl9pPr>
          </a:lstStyle>
          <a:p xmlns:a="http://schemas.openxmlformats.org/drawingml/2006/main">
            <a:pPr>
              <a:buNone/>
              <a:defRPr sz="2325" b="1">
                <a:solidFill>
                  <a:srgbClr val="005293"/>
                </a:solidFill>
                <a:latin typeface="Arial"/>
                <a:ea typeface="Arial"/>
                <a:cs typeface="Arial"/>
              </a:defRPr>
            </a:pPr>
            <a:r>
              <a:rPr sz="2325" b="1">
                <a:solidFill>
                  <a:srgbClr val="005293"/>
                </a:solidFill>
                <a:latin typeface="Arial"/>
                <a:ea typeface="Arial"/>
                <a:cs typeface="Arial"/>
              </a:rPr>
              <a:t>Fixiere ein einzelnes Entity a ∈ Eᵢ.</a:t>
            </a:r>
          </a:p>
        </p:txBody>
      </p:sp>
      <p:sp>
        <p:nvSpPr>
          <p:cNvPr id="5" name="">
            <a:extLst xmlns:a="http://schemas.openxmlformats.org/drawingml/2006/main">
              <a:ext uri="{FF2B5EF4-FFF2-40B4-BE49-F238E27FC236}">
                <a16:creationId xmlns:a16="http://schemas.microsoft.com/office/drawing/2014/main" id="{4C6ABD6E-72F4-41A6-ADE4-82F8D22FC37D}"/>
              </a:ext>
            </a:extLst>
          </p:cNvPr>
          <p:cNvSpPr>
            <a:spLocks xmlns:a="http://schemas.openxmlformats.org/drawingml/2006/main" noGrp="1"/>
          </p:cNvSpPr>
          <p:nvPr/>
        </p:nvSpPr>
        <p:spPr>
          <a:xfrm xmlns:a="http://schemas.openxmlformats.org/drawingml/2006/main">
            <a:off x="609600" y="2286000"/>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005293"/>
                </a:solidFill>
                <a:latin typeface="Arial"/>
                <a:ea typeface="Arial"/>
                <a:cs typeface="Arial"/>
              </a:defRPr>
            </a:defPPr>
            <a:lvl1pPr>
              <a:buNone/>
              <a:defRPr sz="2850" b="1">
                <a:solidFill>
                  <a:srgbClr val="005293"/>
                </a:solidFill>
                <a:latin typeface="Arial"/>
                <a:ea typeface="Arial"/>
                <a:cs typeface="Arial"/>
              </a:defRPr>
            </a:lvl1pPr>
            <a:lvl2pPr>
              <a:buNone/>
              <a:defRPr sz="2850" b="1">
                <a:solidFill>
                  <a:srgbClr val="005293"/>
                </a:solidFill>
                <a:latin typeface="Arial"/>
                <a:ea typeface="Arial"/>
                <a:cs typeface="Arial"/>
              </a:defRPr>
            </a:lvl2pPr>
            <a:lvl3pPr>
              <a:buNone/>
              <a:defRPr sz="2850" b="1">
                <a:solidFill>
                  <a:srgbClr val="005293"/>
                </a:solidFill>
                <a:latin typeface="Arial"/>
                <a:ea typeface="Arial"/>
                <a:cs typeface="Arial"/>
              </a:defRPr>
            </a:lvl3pPr>
            <a:lvl4pPr>
              <a:buNone/>
              <a:defRPr sz="2850" b="1">
                <a:solidFill>
                  <a:srgbClr val="005293"/>
                </a:solidFill>
                <a:latin typeface="Arial"/>
                <a:ea typeface="Arial"/>
                <a:cs typeface="Arial"/>
              </a:defRPr>
            </a:lvl4pPr>
            <a:lvl5pPr>
              <a:buNone/>
              <a:defRPr sz="2850" b="1">
                <a:solidFill>
                  <a:srgbClr val="005293"/>
                </a:solidFill>
                <a:latin typeface="Arial"/>
                <a:ea typeface="Arial"/>
                <a:cs typeface="Arial"/>
              </a:defRPr>
            </a:lvl5pPr>
            <a:lvl6pPr>
              <a:buNone/>
              <a:defRPr sz="2850" b="1">
                <a:solidFill>
                  <a:srgbClr val="005293"/>
                </a:solidFill>
                <a:latin typeface="Arial"/>
                <a:ea typeface="Arial"/>
                <a:cs typeface="Arial"/>
              </a:defRPr>
            </a:lvl6pPr>
            <a:lvl7pPr>
              <a:buNone/>
              <a:defRPr sz="2850" b="1">
                <a:solidFill>
                  <a:srgbClr val="005293"/>
                </a:solidFill>
                <a:latin typeface="Arial"/>
                <a:ea typeface="Arial"/>
                <a:cs typeface="Arial"/>
              </a:defRPr>
            </a:lvl7pPr>
            <a:lvl8pPr>
              <a:buNone/>
              <a:defRPr sz="2850" b="1">
                <a:solidFill>
                  <a:srgbClr val="005293"/>
                </a:solidFill>
                <a:latin typeface="Arial"/>
                <a:ea typeface="Arial"/>
                <a:cs typeface="Arial"/>
              </a:defRPr>
            </a:lvl8pPr>
            <a:lvl9pPr>
              <a:buNone/>
              <a:defRPr sz="2850" b="1">
                <a:solidFill>
                  <a:srgbClr val="005293"/>
                </a:solidFill>
                <a:latin typeface="Arial"/>
                <a:ea typeface="Arial"/>
                <a:cs typeface="Arial"/>
              </a:defRPr>
            </a:lvl9pPr>
          </a:lstStyle>
          <a:p xmlns:a="http://schemas.openxmlformats.org/drawingml/2006/main">
            <a:pPr>
              <a:buNone/>
              <a:defRPr sz="2850" b="1">
                <a:solidFill>
                  <a:srgbClr val="005293"/>
                </a:solidFill>
                <a:latin typeface="Arial"/>
                <a:ea typeface="Arial"/>
                <a:cs typeface="Arial"/>
              </a:defRPr>
            </a:pPr>
            <a:r>
              <a:rPr sz="2850" b="1">
                <a:solidFill>
                  <a:srgbClr val="005293"/>
                </a:solidFill>
                <a:latin typeface="Arial"/>
                <a:ea typeface="Arial"/>
                <a:cs typeface="Arial"/>
              </a:rPr>
              <a:t>dᵢ(a) = |{ (e₁, …, eₙ) ∈ R : eᵢ = a }|</a:t>
            </a:r>
          </a:p>
        </p:txBody>
      </p:sp>
      <p:sp>
        <p:nvSpPr>
          <p:cNvPr id="6" name="">
            <a:extLst xmlns:a="http://schemas.openxmlformats.org/drawingml/2006/main">
              <a:ext uri="{FF2B5EF4-FFF2-40B4-BE49-F238E27FC236}">
                <a16:creationId xmlns:a16="http://schemas.microsoft.com/office/drawing/2014/main" id="{89A1542B-A8F6-4EBB-BAD1-182985A9A5FC}"/>
              </a:ext>
            </a:extLst>
          </p:cNvPr>
          <p:cNvSpPr>
            <a:spLocks xmlns:a="http://schemas.openxmlformats.org/drawingml/2006/main" noGrp="1"/>
          </p:cNvSpPr>
          <p:nvPr/>
        </p:nvSpPr>
        <p:spPr>
          <a:xfrm xmlns:a="http://schemas.openxmlformats.org/drawingml/2006/main">
            <a:off x="609600" y="32575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buNone/>
              <a:defRPr sz="2175" b="0">
                <a:solidFill>
                  <a:srgbClr val="202B33"/>
                </a:solidFill>
                <a:latin typeface="Arial"/>
                <a:ea typeface="Arial"/>
                <a:cs typeface="Arial"/>
              </a:defRPr>
            </a:lvl1pPr>
            <a:lvl2pPr>
              <a:buNone/>
              <a:defRPr sz="2175" b="0">
                <a:solidFill>
                  <a:srgbClr val="202B33"/>
                </a:solidFill>
                <a:latin typeface="Arial"/>
                <a:ea typeface="Arial"/>
                <a:cs typeface="Arial"/>
              </a:defRPr>
            </a:lvl2pPr>
            <a:lvl3pPr>
              <a:buNone/>
              <a:defRPr sz="2175" b="0">
                <a:solidFill>
                  <a:srgbClr val="202B33"/>
                </a:solidFill>
                <a:latin typeface="Arial"/>
                <a:ea typeface="Arial"/>
                <a:cs typeface="Arial"/>
              </a:defRPr>
            </a:lvl3pPr>
            <a:lvl4pPr>
              <a:buNone/>
              <a:defRPr sz="2175" b="0">
                <a:solidFill>
                  <a:srgbClr val="202B33"/>
                </a:solidFill>
                <a:latin typeface="Arial"/>
                <a:ea typeface="Arial"/>
                <a:cs typeface="Arial"/>
              </a:defRPr>
            </a:lvl4pPr>
            <a:lvl5pPr>
              <a:buNone/>
              <a:defRPr sz="2175" b="0">
                <a:solidFill>
                  <a:srgbClr val="202B33"/>
                </a:solidFill>
                <a:latin typeface="Arial"/>
                <a:ea typeface="Arial"/>
                <a:cs typeface="Arial"/>
              </a:defRPr>
            </a:lvl5pPr>
            <a:lvl6pPr>
              <a:buNone/>
              <a:defRPr sz="2175" b="0">
                <a:solidFill>
                  <a:srgbClr val="202B33"/>
                </a:solidFill>
                <a:latin typeface="Arial"/>
                <a:ea typeface="Arial"/>
                <a:cs typeface="Arial"/>
              </a:defRPr>
            </a:lvl6pPr>
            <a:lvl7pPr>
              <a:buNone/>
              <a:defRPr sz="2175" b="0">
                <a:solidFill>
                  <a:srgbClr val="202B33"/>
                </a:solidFill>
                <a:latin typeface="Arial"/>
                <a:ea typeface="Arial"/>
                <a:cs typeface="Arial"/>
              </a:defRPr>
            </a:lvl7pPr>
            <a:lvl8pPr>
              <a:buNone/>
              <a:defRPr sz="2175" b="0">
                <a:solidFill>
                  <a:srgbClr val="202B33"/>
                </a:solidFill>
                <a:latin typeface="Arial"/>
                <a:ea typeface="Arial"/>
                <a:cs typeface="Arial"/>
              </a:defRPr>
            </a:lvl8pPr>
            <a:lvl9pPr>
              <a:buNone/>
              <a:defRPr sz="2175" b="0">
                <a:solidFill>
                  <a:srgbClr val="202B33"/>
                </a:solidFill>
                <a:latin typeface="Arial"/>
                <a:ea typeface="Arial"/>
                <a:cs typeface="Arial"/>
              </a:defRPr>
            </a:lvl9pPr>
          </a:lstStyle>
          <a:p xmlns:a="http://schemas.openxmlformats.org/drawingml/2006/main">
            <a:pPr>
              <a:buNone/>
              <a:defRPr sz="2175" b="0">
                <a:solidFill>
                  <a:srgbClr val="202B33"/>
                </a:solidFill>
                <a:latin typeface="Arial"/>
                <a:ea typeface="Arial"/>
                <a:cs typeface="Arial"/>
              </a:defRPr>
            </a:pPr>
            <a:r>
              <a:rPr sz="2175" b="0">
                <a:solidFill>
                  <a:srgbClr val="202B33"/>
                </a:solidFill>
                <a:latin typeface="Arial"/>
                <a:ea typeface="Arial"/>
                <a:cs typeface="Arial"/>
              </a:rPr>
              <a:t>dᵢ(a) zählt alle Beziehungstupel, an denen a in Rolle i teilnimmt.</a:t>
            </a:r>
          </a:p>
        </p:txBody>
      </p:sp>
      <p:sp>
        <p:nvSpPr>
          <p:cNvPr id="7" name="">
            <a:extLst xmlns:a="http://schemas.openxmlformats.org/drawingml/2006/main">
              <a:ext uri="{FF2B5EF4-FFF2-40B4-BE49-F238E27FC236}">
                <a16:creationId xmlns:a16="http://schemas.microsoft.com/office/drawing/2014/main" id="{4B79B586-D8D2-4C20-A590-08FE590A87E2}"/>
              </a:ext>
            </a:extLst>
          </p:cNvPr>
          <p:cNvSpPr>
            <a:spLocks xmlns:a="http://schemas.openxmlformats.org/drawingml/2006/main" noGrp="1"/>
          </p:cNvSpPr>
          <p:nvPr/>
        </p:nvSpPr>
        <p:spPr>
          <a:xfrm xmlns:a="http://schemas.openxmlformats.org/drawingml/2006/main">
            <a:off x="609600" y="410527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005293"/>
                </a:solidFill>
                <a:latin typeface="Arial"/>
                <a:ea typeface="Arial"/>
                <a:cs typeface="Arial"/>
              </a:defRPr>
            </a:defPPr>
            <a:lvl1pPr>
              <a:buNone/>
              <a:defRPr sz="2700" b="1">
                <a:solidFill>
                  <a:srgbClr val="005293"/>
                </a:solidFill>
                <a:latin typeface="Arial"/>
                <a:ea typeface="Arial"/>
                <a:cs typeface="Arial"/>
              </a:defRPr>
            </a:lvl1pPr>
            <a:lvl2pPr>
              <a:buNone/>
              <a:defRPr sz="2700" b="1">
                <a:solidFill>
                  <a:srgbClr val="005293"/>
                </a:solidFill>
                <a:latin typeface="Arial"/>
                <a:ea typeface="Arial"/>
                <a:cs typeface="Arial"/>
              </a:defRPr>
            </a:lvl2pPr>
            <a:lvl3pPr>
              <a:buNone/>
              <a:defRPr sz="2700" b="1">
                <a:solidFill>
                  <a:srgbClr val="005293"/>
                </a:solidFill>
                <a:latin typeface="Arial"/>
                <a:ea typeface="Arial"/>
                <a:cs typeface="Arial"/>
              </a:defRPr>
            </a:lvl3pPr>
            <a:lvl4pPr>
              <a:buNone/>
              <a:defRPr sz="2700" b="1">
                <a:solidFill>
                  <a:srgbClr val="005293"/>
                </a:solidFill>
                <a:latin typeface="Arial"/>
                <a:ea typeface="Arial"/>
                <a:cs typeface="Arial"/>
              </a:defRPr>
            </a:lvl4pPr>
            <a:lvl5pPr>
              <a:buNone/>
              <a:defRPr sz="2700" b="1">
                <a:solidFill>
                  <a:srgbClr val="005293"/>
                </a:solidFill>
                <a:latin typeface="Arial"/>
                <a:ea typeface="Arial"/>
                <a:cs typeface="Arial"/>
              </a:defRPr>
            </a:lvl5pPr>
            <a:lvl6pPr>
              <a:buNone/>
              <a:defRPr sz="2700" b="1">
                <a:solidFill>
                  <a:srgbClr val="005293"/>
                </a:solidFill>
                <a:latin typeface="Arial"/>
                <a:ea typeface="Arial"/>
                <a:cs typeface="Arial"/>
              </a:defRPr>
            </a:lvl6pPr>
            <a:lvl7pPr>
              <a:buNone/>
              <a:defRPr sz="2700" b="1">
                <a:solidFill>
                  <a:srgbClr val="005293"/>
                </a:solidFill>
                <a:latin typeface="Arial"/>
                <a:ea typeface="Arial"/>
                <a:cs typeface="Arial"/>
              </a:defRPr>
            </a:lvl7pPr>
            <a:lvl8pPr>
              <a:buNone/>
              <a:defRPr sz="2700" b="1">
                <a:solidFill>
                  <a:srgbClr val="005293"/>
                </a:solidFill>
                <a:latin typeface="Arial"/>
                <a:ea typeface="Arial"/>
                <a:cs typeface="Arial"/>
              </a:defRPr>
            </a:lvl8pPr>
            <a:lvl9pPr>
              <a:buNone/>
              <a:defRPr sz="2700" b="1">
                <a:solidFill>
                  <a:srgbClr val="005293"/>
                </a:solidFill>
                <a:latin typeface="Arial"/>
                <a:ea typeface="Arial"/>
                <a:cs typeface="Arial"/>
              </a:defRPr>
            </a:lvl9pPr>
          </a:lstStyle>
          <a:p xmlns:a="http://schemas.openxmlformats.org/drawingml/2006/main">
            <a:pPr>
              <a:buNone/>
              <a:defRPr sz="2700" b="1">
                <a:solidFill>
                  <a:srgbClr val="005293"/>
                </a:solidFill>
                <a:latin typeface="Arial"/>
                <a:ea typeface="Arial"/>
                <a:cs typeface="Arial"/>
              </a:defRPr>
            </a:pPr>
            <a:r>
              <a:rPr sz="2700" b="1">
                <a:solidFill>
                  <a:srgbClr val="005293"/>
                </a:solidFill>
                <a:latin typeface="Arial"/>
                <a:ea typeface="Arial"/>
                <a:cs typeface="Arial"/>
              </a:rPr>
              <a:t>Für jedes a ∈ Eᵢ gilt: minᵢ ≤ dᵢ(a) ≤ maxᵢ</a:t>
            </a:r>
          </a:p>
        </p:txBody>
      </p:sp>
      <p:sp>
        <p:nvSpPr>
          <p:cNvPr id="8" name="">
            <a:extLst xmlns:a="http://schemas.openxmlformats.org/drawingml/2006/main">
              <a:ext uri="{FF2B5EF4-FFF2-40B4-BE49-F238E27FC236}">
                <a16:creationId xmlns:a16="http://schemas.microsoft.com/office/drawing/2014/main" id="{83F2D2CE-B1F3-43DC-A4A0-0D557918527C}"/>
              </a:ext>
            </a:extLst>
          </p:cNvPr>
          <p:cNvSpPr>
            <a:spLocks xmlns:a="http://schemas.openxmlformats.org/drawingml/2006/main" noGrp="1"/>
          </p:cNvSpPr>
          <p:nvPr/>
        </p:nvSpPr>
        <p:spPr>
          <a:xfrm xmlns:a="http://schemas.openxmlformats.org/drawingml/2006/main">
            <a:off x="609600" y="52482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buNone/>
              <a:defRPr sz="2100" b="0">
                <a:solidFill>
                  <a:srgbClr val="202B33"/>
                </a:solidFill>
                <a:latin typeface="Arial"/>
                <a:ea typeface="Arial"/>
                <a:cs typeface="Arial"/>
              </a:defRPr>
            </a:lvl1pPr>
            <a:lvl2pPr>
              <a:buNone/>
              <a:defRPr sz="2100" b="0">
                <a:solidFill>
                  <a:srgbClr val="202B33"/>
                </a:solidFill>
                <a:latin typeface="Arial"/>
                <a:ea typeface="Arial"/>
                <a:cs typeface="Arial"/>
              </a:defRPr>
            </a:lvl2pPr>
            <a:lvl3pPr>
              <a:buNone/>
              <a:defRPr sz="2100" b="0">
                <a:solidFill>
                  <a:srgbClr val="202B33"/>
                </a:solidFill>
                <a:latin typeface="Arial"/>
                <a:ea typeface="Arial"/>
                <a:cs typeface="Arial"/>
              </a:defRPr>
            </a:lvl3pPr>
            <a:lvl4pPr>
              <a:buNone/>
              <a:defRPr sz="2100" b="0">
                <a:solidFill>
                  <a:srgbClr val="202B33"/>
                </a:solidFill>
                <a:latin typeface="Arial"/>
                <a:ea typeface="Arial"/>
                <a:cs typeface="Arial"/>
              </a:defRPr>
            </a:lvl4pPr>
            <a:lvl5pPr>
              <a:buNone/>
              <a:defRPr sz="2100" b="0">
                <a:solidFill>
                  <a:srgbClr val="202B33"/>
                </a:solidFill>
                <a:latin typeface="Arial"/>
                <a:ea typeface="Arial"/>
                <a:cs typeface="Arial"/>
              </a:defRPr>
            </a:lvl5pPr>
            <a:lvl6pPr>
              <a:buNone/>
              <a:defRPr sz="2100" b="0">
                <a:solidFill>
                  <a:srgbClr val="202B33"/>
                </a:solidFill>
                <a:latin typeface="Arial"/>
                <a:ea typeface="Arial"/>
                <a:cs typeface="Arial"/>
              </a:defRPr>
            </a:lvl6pPr>
            <a:lvl7pPr>
              <a:buNone/>
              <a:defRPr sz="2100" b="0">
                <a:solidFill>
                  <a:srgbClr val="202B33"/>
                </a:solidFill>
                <a:latin typeface="Arial"/>
                <a:ea typeface="Arial"/>
                <a:cs typeface="Arial"/>
              </a:defRPr>
            </a:lvl7pPr>
            <a:lvl8pPr>
              <a:buNone/>
              <a:defRPr sz="2100" b="0">
                <a:solidFill>
                  <a:srgbClr val="202B33"/>
                </a:solidFill>
                <a:latin typeface="Arial"/>
                <a:ea typeface="Arial"/>
                <a:cs typeface="Arial"/>
              </a:defRPr>
            </a:lvl8pPr>
            <a:lvl9pPr>
              <a:buNone/>
              <a:defRPr sz="2100" b="0">
                <a:solidFill>
                  <a:srgbClr val="202B33"/>
                </a:solidFill>
                <a:latin typeface="Arial"/>
                <a:ea typeface="Arial"/>
                <a:cs typeface="Arial"/>
              </a:defRPr>
            </a:lvl9pPr>
          </a:lstStyle>
          <a:p xmlns:a="http://schemas.openxmlformats.org/drawingml/2006/main">
            <a:pPr>
              <a:buNone/>
              <a:defRPr sz="2100" b="0">
                <a:solidFill>
                  <a:srgbClr val="202B33"/>
                </a:solidFill>
                <a:latin typeface="Arial"/>
                <a:ea typeface="Arial"/>
                <a:cs typeface="Arial"/>
              </a:defRPr>
            </a:pPr>
            <a:r>
              <a:rPr sz="2100" b="0">
                <a:solidFill>
                  <a:srgbClr val="202B33"/>
                </a:solidFill>
                <a:latin typeface="Arial"/>
                <a:ea typeface="Arial"/>
                <a:cs typeface="Arial"/>
              </a:rPr>
              <a:t>Die übrigen n − 1 Positionen dürfen beliebig variieren.</a:t>
            </a:r>
          </a:p>
          <a:p xmlns:a="http://schemas.openxmlformats.org/drawingml/2006/main">
            <a:pPr>
              <a:buNone/>
              <a:defRPr sz="2100" b="0">
                <a:solidFill>
                  <a:srgbClr val="202B33"/>
                </a:solidFill>
                <a:latin typeface="Arial"/>
                <a:ea typeface="Arial"/>
                <a:cs typeface="Arial"/>
              </a:defRPr>
            </a:pPr>
            <a:r>
              <a:rPr sz="2100" b="0">
                <a:solidFill>
                  <a:srgbClr val="202B33"/>
                </a:solidFill>
                <a:latin typeface="Arial"/>
                <a:ea typeface="Arial"/>
                <a:cs typeface="Arial"/>
              </a:rPr>
              <a:t>Gezählt werden ganze Tupel, nicht Partner einer einzelnen anderen Rolle.</a:t>
            </a:r>
          </a:p>
        </p:txBody>
      </p:sp>
    </p:spTree>
    <p:extLst>
      <p:ext uri="{BB962C8B-B14F-4D97-AF65-F5344CB8AC3E}">
        <p14:creationId xmlns:p14="http://schemas.microsoft.com/office/powerpoint/2010/main" val="99880153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A005FC9-2416-4E7A-A8BA-3CDD7964263E}"/>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Min–max: ein Entity fest, übrige Rollen variabel</a:t>
            </a:r>
          </a:p>
        </p:txBody>
      </p:sp>
      <p:sp>
        <p:nvSpPr>
          <p:cNvPr id="2" name="">
            <a:extLst xmlns:a="http://schemas.openxmlformats.org/drawingml/2006/main">
              <a:ext uri="{FF2B5EF4-FFF2-40B4-BE49-F238E27FC236}">
                <a16:creationId xmlns:a16="http://schemas.microsoft.com/office/drawing/2014/main" id="{9A94C481-7528-4E09-AAEB-00A21DEA5948}"/>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72280B4C-B501-4CE9-84ED-B59C23C650AA}"/>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25</a:t>
            </a:r>
          </a:p>
        </p:txBody>
      </p:sp>
      <p:sp>
        <p:nvSpPr>
          <p:cNvPr id="4" name="">
            <a:extLst xmlns:a="http://schemas.openxmlformats.org/drawingml/2006/main">
              <a:ext uri="{FF2B5EF4-FFF2-40B4-BE49-F238E27FC236}">
                <a16:creationId xmlns:a16="http://schemas.microsoft.com/office/drawing/2014/main" id="{2C901BC4-2A80-4D87-B088-7A4D0C30AC1E}"/>
              </a:ext>
            </a:extLst>
          </p:cNvPr>
          <p:cNvSpPr>
            <a:spLocks xmlns:a="http://schemas.openxmlformats.org/drawingml/2006/main" noGrp="1"/>
          </p:cNvSpPr>
          <p:nvPr/>
        </p:nvSpPr>
        <p:spPr>
          <a:xfrm xmlns:a="http://schemas.openxmlformats.org/drawingml/2006/main">
            <a:off x="4953000" y="1428750"/>
            <a:ext cx="2286000" cy="666750"/>
          </a:xfrm>
          <a:prstGeom xmlns:a="http://schemas.openxmlformats.org/drawingml/2006/main" prst="rect">
            <a:avLst/>
          </a:prstGeom>
          <a:solidFill xmlns:a="http://schemas.openxmlformats.org/drawingml/2006/main">
            <a:srgbClr val="EDF4F9"/>
          </a:solidFill>
          <a:ln xmlns:a="http://schemas.openxmlformats.org/drawingml/2006/main" w="19050">
            <a:solidFill>
              <a:srgbClr val="005293"/>
            </a:solidFill>
          </a:ln>
        </p:spPr>
      </p:sp>
      <p:sp>
        <p:nvSpPr>
          <p:cNvPr id="5" name="">
            <a:extLst xmlns:a="http://schemas.openxmlformats.org/drawingml/2006/main">
              <a:ext uri="{FF2B5EF4-FFF2-40B4-BE49-F238E27FC236}">
                <a16:creationId xmlns:a16="http://schemas.microsoft.com/office/drawing/2014/main" id="{FFFA99CD-7068-4D2F-8747-6CD39C515881}"/>
              </a:ext>
            </a:extLst>
          </p:cNvPr>
          <p:cNvSpPr>
            <a:spLocks xmlns:a="http://schemas.openxmlformats.org/drawingml/2006/main" noGrp="1"/>
          </p:cNvSpPr>
          <p:nvPr/>
        </p:nvSpPr>
        <p:spPr>
          <a:xfrm xmlns:a="http://schemas.openxmlformats.org/drawingml/2006/main">
            <a:off x="5029200" y="1590675"/>
            <a:ext cx="2133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175" b="1">
                <a:solidFill>
                  <a:srgbClr val="005293"/>
                </a:solidFill>
                <a:latin typeface="Arial"/>
                <a:ea typeface="Arial"/>
                <a:cs typeface="Arial"/>
              </a:defRPr>
            </a:defPPr>
            <a:lvl1pPr algn="ctr">
              <a:buNone/>
              <a:defRPr sz="2175" b="1">
                <a:solidFill>
                  <a:srgbClr val="005293"/>
                </a:solidFill>
                <a:latin typeface="Arial"/>
                <a:ea typeface="Arial"/>
                <a:cs typeface="Arial"/>
              </a:defRPr>
            </a:lvl1pPr>
            <a:lvl2pPr algn="ctr">
              <a:buNone/>
              <a:defRPr sz="2175" b="1">
                <a:solidFill>
                  <a:srgbClr val="005293"/>
                </a:solidFill>
                <a:latin typeface="Arial"/>
                <a:ea typeface="Arial"/>
                <a:cs typeface="Arial"/>
              </a:defRPr>
            </a:lvl2pPr>
            <a:lvl3pPr algn="ctr">
              <a:buNone/>
              <a:defRPr sz="2175" b="1">
                <a:solidFill>
                  <a:srgbClr val="005293"/>
                </a:solidFill>
                <a:latin typeface="Arial"/>
                <a:ea typeface="Arial"/>
                <a:cs typeface="Arial"/>
              </a:defRPr>
            </a:lvl3pPr>
            <a:lvl4pPr algn="ctr">
              <a:buNone/>
              <a:defRPr sz="2175" b="1">
                <a:solidFill>
                  <a:srgbClr val="005293"/>
                </a:solidFill>
                <a:latin typeface="Arial"/>
                <a:ea typeface="Arial"/>
                <a:cs typeface="Arial"/>
              </a:defRPr>
            </a:lvl4pPr>
            <a:lvl5pPr algn="ctr">
              <a:buNone/>
              <a:defRPr sz="2175" b="1">
                <a:solidFill>
                  <a:srgbClr val="005293"/>
                </a:solidFill>
                <a:latin typeface="Arial"/>
                <a:ea typeface="Arial"/>
                <a:cs typeface="Arial"/>
              </a:defRPr>
            </a:lvl5pPr>
            <a:lvl6pPr algn="ctr">
              <a:buNone/>
              <a:defRPr sz="2175" b="1">
                <a:solidFill>
                  <a:srgbClr val="005293"/>
                </a:solidFill>
                <a:latin typeface="Arial"/>
                <a:ea typeface="Arial"/>
                <a:cs typeface="Arial"/>
              </a:defRPr>
            </a:lvl6pPr>
            <a:lvl7pPr algn="ctr">
              <a:buNone/>
              <a:defRPr sz="2175" b="1">
                <a:solidFill>
                  <a:srgbClr val="005293"/>
                </a:solidFill>
                <a:latin typeface="Arial"/>
                <a:ea typeface="Arial"/>
                <a:cs typeface="Arial"/>
              </a:defRPr>
            </a:lvl7pPr>
            <a:lvl8pPr algn="ctr">
              <a:buNone/>
              <a:defRPr sz="2175" b="1">
                <a:solidFill>
                  <a:srgbClr val="005293"/>
                </a:solidFill>
                <a:latin typeface="Arial"/>
                <a:ea typeface="Arial"/>
                <a:cs typeface="Arial"/>
              </a:defRPr>
            </a:lvl8pPr>
            <a:lvl9pPr algn="ctr">
              <a:buNone/>
              <a:defRPr sz="2175" b="1">
                <a:solidFill>
                  <a:srgbClr val="005293"/>
                </a:solidFill>
                <a:latin typeface="Arial"/>
                <a:ea typeface="Arial"/>
                <a:cs typeface="Arial"/>
              </a:defRPr>
            </a:lvl9pPr>
          </a:lstStyle>
          <a:p xmlns:a="http://schemas.openxmlformats.org/drawingml/2006/main">
            <a:pPr algn="ctr">
              <a:buNone/>
              <a:defRPr sz="2175" b="1">
                <a:solidFill>
                  <a:srgbClr val="005293"/>
                </a:solidFill>
                <a:latin typeface="Arial"/>
                <a:ea typeface="Arial"/>
                <a:cs typeface="Arial"/>
              </a:defRPr>
            </a:pPr>
            <a:r>
              <a:rPr sz="2175" b="1">
                <a:solidFill>
                  <a:srgbClr val="005293"/>
                </a:solidFill>
                <a:latin typeface="Arial"/>
                <a:ea typeface="Arial"/>
                <a:cs typeface="Arial"/>
              </a:rPr>
              <a:t>E₁ variabel</a:t>
            </a:r>
          </a:p>
        </p:txBody>
      </p:sp>
      <p:sp>
        <p:nvSpPr>
          <p:cNvPr id="6" name="">
            <a:extLst xmlns:a="http://schemas.openxmlformats.org/drawingml/2006/main">
              <a:ext uri="{FF2B5EF4-FFF2-40B4-BE49-F238E27FC236}">
                <a16:creationId xmlns:a16="http://schemas.microsoft.com/office/drawing/2014/main" id="{76229A98-644E-4A84-BBB5-36C23F615306}"/>
              </a:ext>
            </a:extLst>
          </p:cNvPr>
          <p:cNvSpPr>
            <a:spLocks xmlns:a="http://schemas.openxmlformats.org/drawingml/2006/main" noGrp="1"/>
          </p:cNvSpPr>
          <p:nvPr/>
        </p:nvSpPr>
        <p:spPr>
          <a:xfrm xmlns:a="http://schemas.openxmlformats.org/drawingml/2006/main">
            <a:off x="9239250" y="2667000"/>
            <a:ext cx="2333625" cy="666750"/>
          </a:xfrm>
          <a:prstGeom xmlns:a="http://schemas.openxmlformats.org/drawingml/2006/main" prst="rect">
            <a:avLst/>
          </a:prstGeom>
          <a:solidFill xmlns:a="http://schemas.openxmlformats.org/drawingml/2006/main">
            <a:srgbClr val="EDF4F9"/>
          </a:solidFill>
          <a:ln xmlns:a="http://schemas.openxmlformats.org/drawingml/2006/main" w="19050">
            <a:solidFill>
              <a:srgbClr val="005293"/>
            </a:solidFill>
          </a:ln>
        </p:spPr>
      </p:sp>
      <p:sp>
        <p:nvSpPr>
          <p:cNvPr id="7" name="">
            <a:extLst xmlns:a="http://schemas.openxmlformats.org/drawingml/2006/main">
              <a:ext uri="{FF2B5EF4-FFF2-40B4-BE49-F238E27FC236}">
                <a16:creationId xmlns:a16="http://schemas.microsoft.com/office/drawing/2014/main" id="{7E783A61-9C6D-4246-95EA-DA574968F91D}"/>
              </a:ext>
            </a:extLst>
          </p:cNvPr>
          <p:cNvSpPr>
            <a:spLocks xmlns:a="http://schemas.openxmlformats.org/drawingml/2006/main" noGrp="1"/>
          </p:cNvSpPr>
          <p:nvPr/>
        </p:nvSpPr>
        <p:spPr>
          <a:xfrm xmlns:a="http://schemas.openxmlformats.org/drawingml/2006/main">
            <a:off x="9315450" y="2828925"/>
            <a:ext cx="21812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175" b="1">
                <a:solidFill>
                  <a:srgbClr val="005293"/>
                </a:solidFill>
                <a:latin typeface="Arial"/>
                <a:ea typeface="Arial"/>
                <a:cs typeface="Arial"/>
              </a:defRPr>
            </a:defPPr>
            <a:lvl1pPr algn="ctr">
              <a:buNone/>
              <a:defRPr sz="2175" b="1">
                <a:solidFill>
                  <a:srgbClr val="005293"/>
                </a:solidFill>
                <a:latin typeface="Arial"/>
                <a:ea typeface="Arial"/>
                <a:cs typeface="Arial"/>
              </a:defRPr>
            </a:lvl1pPr>
            <a:lvl2pPr algn="ctr">
              <a:buNone/>
              <a:defRPr sz="2175" b="1">
                <a:solidFill>
                  <a:srgbClr val="005293"/>
                </a:solidFill>
                <a:latin typeface="Arial"/>
                <a:ea typeface="Arial"/>
                <a:cs typeface="Arial"/>
              </a:defRPr>
            </a:lvl2pPr>
            <a:lvl3pPr algn="ctr">
              <a:buNone/>
              <a:defRPr sz="2175" b="1">
                <a:solidFill>
                  <a:srgbClr val="005293"/>
                </a:solidFill>
                <a:latin typeface="Arial"/>
                <a:ea typeface="Arial"/>
                <a:cs typeface="Arial"/>
              </a:defRPr>
            </a:lvl3pPr>
            <a:lvl4pPr algn="ctr">
              <a:buNone/>
              <a:defRPr sz="2175" b="1">
                <a:solidFill>
                  <a:srgbClr val="005293"/>
                </a:solidFill>
                <a:latin typeface="Arial"/>
                <a:ea typeface="Arial"/>
                <a:cs typeface="Arial"/>
              </a:defRPr>
            </a:lvl4pPr>
            <a:lvl5pPr algn="ctr">
              <a:buNone/>
              <a:defRPr sz="2175" b="1">
                <a:solidFill>
                  <a:srgbClr val="005293"/>
                </a:solidFill>
                <a:latin typeface="Arial"/>
                <a:ea typeface="Arial"/>
                <a:cs typeface="Arial"/>
              </a:defRPr>
            </a:lvl5pPr>
            <a:lvl6pPr algn="ctr">
              <a:buNone/>
              <a:defRPr sz="2175" b="1">
                <a:solidFill>
                  <a:srgbClr val="005293"/>
                </a:solidFill>
                <a:latin typeface="Arial"/>
                <a:ea typeface="Arial"/>
                <a:cs typeface="Arial"/>
              </a:defRPr>
            </a:lvl6pPr>
            <a:lvl7pPr algn="ctr">
              <a:buNone/>
              <a:defRPr sz="2175" b="1">
                <a:solidFill>
                  <a:srgbClr val="005293"/>
                </a:solidFill>
                <a:latin typeface="Arial"/>
                <a:ea typeface="Arial"/>
                <a:cs typeface="Arial"/>
              </a:defRPr>
            </a:lvl7pPr>
            <a:lvl8pPr algn="ctr">
              <a:buNone/>
              <a:defRPr sz="2175" b="1">
                <a:solidFill>
                  <a:srgbClr val="005293"/>
                </a:solidFill>
                <a:latin typeface="Arial"/>
                <a:ea typeface="Arial"/>
                <a:cs typeface="Arial"/>
              </a:defRPr>
            </a:lvl8pPr>
            <a:lvl9pPr algn="ctr">
              <a:buNone/>
              <a:defRPr sz="2175" b="1">
                <a:solidFill>
                  <a:srgbClr val="005293"/>
                </a:solidFill>
                <a:latin typeface="Arial"/>
                <a:ea typeface="Arial"/>
                <a:cs typeface="Arial"/>
              </a:defRPr>
            </a:lvl9pPr>
          </a:lstStyle>
          <a:p xmlns:a="http://schemas.openxmlformats.org/drawingml/2006/main">
            <a:pPr algn="ctr">
              <a:buNone/>
              <a:defRPr sz="2175" b="1">
                <a:solidFill>
                  <a:srgbClr val="005293"/>
                </a:solidFill>
                <a:latin typeface="Arial"/>
                <a:ea typeface="Arial"/>
                <a:cs typeface="Arial"/>
              </a:defRPr>
            </a:pPr>
            <a:r>
              <a:rPr sz="2175" b="1">
                <a:solidFill>
                  <a:srgbClr val="005293"/>
                </a:solidFill>
                <a:latin typeface="Arial"/>
                <a:ea typeface="Arial"/>
                <a:cs typeface="Arial"/>
              </a:rPr>
              <a:t>E₂ variabel</a:t>
            </a:r>
          </a:p>
        </p:txBody>
      </p:sp>
      <p:sp>
        <p:nvSpPr>
          <p:cNvPr id="8" name="">
            <a:extLst xmlns:a="http://schemas.openxmlformats.org/drawingml/2006/main">
              <a:ext uri="{FF2B5EF4-FFF2-40B4-BE49-F238E27FC236}">
                <a16:creationId xmlns:a16="http://schemas.microsoft.com/office/drawing/2014/main" id="{00957A67-40F9-4EA9-8D7D-D7E9360589CF}"/>
              </a:ext>
            </a:extLst>
          </p:cNvPr>
          <p:cNvSpPr>
            <a:spLocks xmlns:a="http://schemas.openxmlformats.org/drawingml/2006/main" noGrp="1"/>
          </p:cNvSpPr>
          <p:nvPr/>
        </p:nvSpPr>
        <p:spPr>
          <a:xfrm xmlns:a="http://schemas.openxmlformats.org/drawingml/2006/main">
            <a:off x="4953000" y="4191000"/>
            <a:ext cx="2286000" cy="666750"/>
          </a:xfrm>
          <a:prstGeom xmlns:a="http://schemas.openxmlformats.org/drawingml/2006/main" prst="rect">
            <a:avLst/>
          </a:prstGeom>
          <a:solidFill xmlns:a="http://schemas.openxmlformats.org/drawingml/2006/main">
            <a:srgbClr val="E7ECF0"/>
          </a:solidFill>
          <a:ln xmlns:a="http://schemas.openxmlformats.org/drawingml/2006/main" w="19050">
            <a:solidFill>
              <a:srgbClr val="596773"/>
            </a:solidFill>
          </a:ln>
        </p:spPr>
      </p:sp>
      <p:sp>
        <p:nvSpPr>
          <p:cNvPr id="9" name="">
            <a:extLst xmlns:a="http://schemas.openxmlformats.org/drawingml/2006/main">
              <a:ext uri="{FF2B5EF4-FFF2-40B4-BE49-F238E27FC236}">
                <a16:creationId xmlns:a16="http://schemas.microsoft.com/office/drawing/2014/main" id="{75D98E91-CD18-4D37-BB03-ED69D1D50E9A}"/>
              </a:ext>
            </a:extLst>
          </p:cNvPr>
          <p:cNvSpPr>
            <a:spLocks xmlns:a="http://schemas.openxmlformats.org/drawingml/2006/main" noGrp="1"/>
          </p:cNvSpPr>
          <p:nvPr/>
        </p:nvSpPr>
        <p:spPr>
          <a:xfrm xmlns:a="http://schemas.openxmlformats.org/drawingml/2006/main">
            <a:off x="5029200" y="4352925"/>
            <a:ext cx="2133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175" b="1">
                <a:solidFill>
                  <a:srgbClr val="596773"/>
                </a:solidFill>
                <a:latin typeface="Arial"/>
                <a:ea typeface="Arial"/>
                <a:cs typeface="Arial"/>
              </a:defRPr>
            </a:defPPr>
            <a:lvl1pPr algn="ctr">
              <a:buNone/>
              <a:defRPr sz="2175" b="1">
                <a:solidFill>
                  <a:srgbClr val="596773"/>
                </a:solidFill>
                <a:latin typeface="Arial"/>
                <a:ea typeface="Arial"/>
                <a:cs typeface="Arial"/>
              </a:defRPr>
            </a:lvl1pPr>
            <a:lvl2pPr algn="ctr">
              <a:buNone/>
              <a:defRPr sz="2175" b="1">
                <a:solidFill>
                  <a:srgbClr val="596773"/>
                </a:solidFill>
                <a:latin typeface="Arial"/>
                <a:ea typeface="Arial"/>
                <a:cs typeface="Arial"/>
              </a:defRPr>
            </a:lvl2pPr>
            <a:lvl3pPr algn="ctr">
              <a:buNone/>
              <a:defRPr sz="2175" b="1">
                <a:solidFill>
                  <a:srgbClr val="596773"/>
                </a:solidFill>
                <a:latin typeface="Arial"/>
                <a:ea typeface="Arial"/>
                <a:cs typeface="Arial"/>
              </a:defRPr>
            </a:lvl3pPr>
            <a:lvl4pPr algn="ctr">
              <a:buNone/>
              <a:defRPr sz="2175" b="1">
                <a:solidFill>
                  <a:srgbClr val="596773"/>
                </a:solidFill>
                <a:latin typeface="Arial"/>
                <a:ea typeface="Arial"/>
                <a:cs typeface="Arial"/>
              </a:defRPr>
            </a:lvl4pPr>
            <a:lvl5pPr algn="ctr">
              <a:buNone/>
              <a:defRPr sz="2175" b="1">
                <a:solidFill>
                  <a:srgbClr val="596773"/>
                </a:solidFill>
                <a:latin typeface="Arial"/>
                <a:ea typeface="Arial"/>
                <a:cs typeface="Arial"/>
              </a:defRPr>
            </a:lvl5pPr>
            <a:lvl6pPr algn="ctr">
              <a:buNone/>
              <a:defRPr sz="2175" b="1">
                <a:solidFill>
                  <a:srgbClr val="596773"/>
                </a:solidFill>
                <a:latin typeface="Arial"/>
                <a:ea typeface="Arial"/>
                <a:cs typeface="Arial"/>
              </a:defRPr>
            </a:lvl6pPr>
            <a:lvl7pPr algn="ctr">
              <a:buNone/>
              <a:defRPr sz="2175" b="1">
                <a:solidFill>
                  <a:srgbClr val="596773"/>
                </a:solidFill>
                <a:latin typeface="Arial"/>
                <a:ea typeface="Arial"/>
                <a:cs typeface="Arial"/>
              </a:defRPr>
            </a:lvl7pPr>
            <a:lvl8pPr algn="ctr">
              <a:buNone/>
              <a:defRPr sz="2175" b="1">
                <a:solidFill>
                  <a:srgbClr val="596773"/>
                </a:solidFill>
                <a:latin typeface="Arial"/>
                <a:ea typeface="Arial"/>
                <a:cs typeface="Arial"/>
              </a:defRPr>
            </a:lvl8pPr>
            <a:lvl9pPr algn="ctr">
              <a:buNone/>
              <a:defRPr sz="2175" b="1">
                <a:solidFill>
                  <a:srgbClr val="596773"/>
                </a:solidFill>
                <a:latin typeface="Arial"/>
                <a:ea typeface="Arial"/>
                <a:cs typeface="Arial"/>
              </a:defRPr>
            </a:lvl9pPr>
          </a:lstStyle>
          <a:p xmlns:a="http://schemas.openxmlformats.org/drawingml/2006/main">
            <a:pPr algn="ctr">
              <a:buNone/>
              <a:defRPr sz="2175" b="1">
                <a:solidFill>
                  <a:srgbClr val="596773"/>
                </a:solidFill>
                <a:latin typeface="Arial"/>
                <a:ea typeface="Arial"/>
                <a:cs typeface="Arial"/>
              </a:defRPr>
            </a:pPr>
            <a:r>
              <a:rPr sz="2175" b="1">
                <a:solidFill>
                  <a:srgbClr val="596773"/>
                </a:solidFill>
                <a:latin typeface="Arial"/>
                <a:ea typeface="Arial"/>
                <a:cs typeface="Arial"/>
              </a:rPr>
              <a:t>a ∈ Eᵢ fest</a:t>
            </a:r>
          </a:p>
        </p:txBody>
      </p:sp>
      <p:sp>
        <p:nvSpPr>
          <p:cNvPr id="10" name="">
            <a:extLst xmlns:a="http://schemas.openxmlformats.org/drawingml/2006/main">
              <a:ext uri="{FF2B5EF4-FFF2-40B4-BE49-F238E27FC236}">
                <a16:creationId xmlns:a16="http://schemas.microsoft.com/office/drawing/2014/main" id="{6A3CDC58-F2C3-424E-8984-1B1D646111FD}"/>
              </a:ext>
            </a:extLst>
          </p:cNvPr>
          <p:cNvSpPr>
            <a:spLocks xmlns:a="http://schemas.openxmlformats.org/drawingml/2006/main" noGrp="1"/>
          </p:cNvSpPr>
          <p:nvPr/>
        </p:nvSpPr>
        <p:spPr>
          <a:xfrm xmlns:a="http://schemas.openxmlformats.org/drawingml/2006/main">
            <a:off x="609600" y="2667000"/>
            <a:ext cx="2333625" cy="666750"/>
          </a:xfrm>
          <a:prstGeom xmlns:a="http://schemas.openxmlformats.org/drawingml/2006/main" prst="rect">
            <a:avLst/>
          </a:prstGeom>
          <a:solidFill xmlns:a="http://schemas.openxmlformats.org/drawingml/2006/main">
            <a:srgbClr val="EDF4F9"/>
          </a:solidFill>
          <a:ln xmlns:a="http://schemas.openxmlformats.org/drawingml/2006/main" w="19050">
            <a:solidFill>
              <a:srgbClr val="005293"/>
            </a:solidFill>
          </a:ln>
        </p:spPr>
      </p:sp>
      <p:sp>
        <p:nvSpPr>
          <p:cNvPr id="11" name="">
            <a:extLst xmlns:a="http://schemas.openxmlformats.org/drawingml/2006/main">
              <a:ext uri="{FF2B5EF4-FFF2-40B4-BE49-F238E27FC236}">
                <a16:creationId xmlns:a16="http://schemas.microsoft.com/office/drawing/2014/main" id="{C244E593-EA78-4078-B440-088B15EF9020}"/>
              </a:ext>
            </a:extLst>
          </p:cNvPr>
          <p:cNvSpPr>
            <a:spLocks xmlns:a="http://schemas.openxmlformats.org/drawingml/2006/main" noGrp="1"/>
          </p:cNvSpPr>
          <p:nvPr/>
        </p:nvSpPr>
        <p:spPr>
          <a:xfrm xmlns:a="http://schemas.openxmlformats.org/drawingml/2006/main">
            <a:off x="685800" y="2828925"/>
            <a:ext cx="21812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175" b="1">
                <a:solidFill>
                  <a:srgbClr val="005293"/>
                </a:solidFill>
                <a:latin typeface="Arial"/>
                <a:ea typeface="Arial"/>
                <a:cs typeface="Arial"/>
              </a:defRPr>
            </a:defPPr>
            <a:lvl1pPr algn="ctr">
              <a:buNone/>
              <a:defRPr sz="2175" b="1">
                <a:solidFill>
                  <a:srgbClr val="005293"/>
                </a:solidFill>
                <a:latin typeface="Arial"/>
                <a:ea typeface="Arial"/>
                <a:cs typeface="Arial"/>
              </a:defRPr>
            </a:lvl1pPr>
            <a:lvl2pPr algn="ctr">
              <a:buNone/>
              <a:defRPr sz="2175" b="1">
                <a:solidFill>
                  <a:srgbClr val="005293"/>
                </a:solidFill>
                <a:latin typeface="Arial"/>
                <a:ea typeface="Arial"/>
                <a:cs typeface="Arial"/>
              </a:defRPr>
            </a:lvl2pPr>
            <a:lvl3pPr algn="ctr">
              <a:buNone/>
              <a:defRPr sz="2175" b="1">
                <a:solidFill>
                  <a:srgbClr val="005293"/>
                </a:solidFill>
                <a:latin typeface="Arial"/>
                <a:ea typeface="Arial"/>
                <a:cs typeface="Arial"/>
              </a:defRPr>
            </a:lvl3pPr>
            <a:lvl4pPr algn="ctr">
              <a:buNone/>
              <a:defRPr sz="2175" b="1">
                <a:solidFill>
                  <a:srgbClr val="005293"/>
                </a:solidFill>
                <a:latin typeface="Arial"/>
                <a:ea typeface="Arial"/>
                <a:cs typeface="Arial"/>
              </a:defRPr>
            </a:lvl4pPr>
            <a:lvl5pPr algn="ctr">
              <a:buNone/>
              <a:defRPr sz="2175" b="1">
                <a:solidFill>
                  <a:srgbClr val="005293"/>
                </a:solidFill>
                <a:latin typeface="Arial"/>
                <a:ea typeface="Arial"/>
                <a:cs typeface="Arial"/>
              </a:defRPr>
            </a:lvl5pPr>
            <a:lvl6pPr algn="ctr">
              <a:buNone/>
              <a:defRPr sz="2175" b="1">
                <a:solidFill>
                  <a:srgbClr val="005293"/>
                </a:solidFill>
                <a:latin typeface="Arial"/>
                <a:ea typeface="Arial"/>
                <a:cs typeface="Arial"/>
              </a:defRPr>
            </a:lvl6pPr>
            <a:lvl7pPr algn="ctr">
              <a:buNone/>
              <a:defRPr sz="2175" b="1">
                <a:solidFill>
                  <a:srgbClr val="005293"/>
                </a:solidFill>
                <a:latin typeface="Arial"/>
                <a:ea typeface="Arial"/>
                <a:cs typeface="Arial"/>
              </a:defRPr>
            </a:lvl7pPr>
            <a:lvl8pPr algn="ctr">
              <a:buNone/>
              <a:defRPr sz="2175" b="1">
                <a:solidFill>
                  <a:srgbClr val="005293"/>
                </a:solidFill>
                <a:latin typeface="Arial"/>
                <a:ea typeface="Arial"/>
                <a:cs typeface="Arial"/>
              </a:defRPr>
            </a:lvl8pPr>
            <a:lvl9pPr algn="ctr">
              <a:buNone/>
              <a:defRPr sz="2175" b="1">
                <a:solidFill>
                  <a:srgbClr val="005293"/>
                </a:solidFill>
                <a:latin typeface="Arial"/>
                <a:ea typeface="Arial"/>
                <a:cs typeface="Arial"/>
              </a:defRPr>
            </a:lvl9pPr>
          </a:lstStyle>
          <a:p xmlns:a="http://schemas.openxmlformats.org/drawingml/2006/main">
            <a:pPr algn="ctr">
              <a:buNone/>
              <a:defRPr sz="2175" b="1">
                <a:solidFill>
                  <a:srgbClr val="005293"/>
                </a:solidFill>
                <a:latin typeface="Arial"/>
                <a:ea typeface="Arial"/>
                <a:cs typeface="Arial"/>
              </a:defRPr>
            </a:pPr>
            <a:r>
              <a:rPr sz="2175" b="1">
                <a:solidFill>
                  <a:srgbClr val="005293"/>
                </a:solidFill>
                <a:latin typeface="Arial"/>
                <a:ea typeface="Arial"/>
                <a:cs typeface="Arial"/>
              </a:rPr>
              <a:t>Eₙ variabel</a:t>
            </a:r>
          </a:p>
        </p:txBody>
      </p:sp>
      <p:sp>
        <p:nvSpPr>
          <p:cNvPr id="12" name="">
            <a:extLst xmlns:a="http://schemas.openxmlformats.org/drawingml/2006/main">
              <a:ext uri="{FF2B5EF4-FFF2-40B4-BE49-F238E27FC236}">
                <a16:creationId xmlns:a16="http://schemas.microsoft.com/office/drawing/2014/main" id="{DE305B8B-B613-4E1D-AE3F-646A162845BA}"/>
              </a:ext>
            </a:extLst>
          </p:cNvPr>
          <p:cNvSpPr>
            <a:spLocks xmlns:a="http://schemas.openxmlformats.org/drawingml/2006/main" noGrp="1"/>
          </p:cNvSpPr>
          <p:nvPr/>
        </p:nvSpPr>
        <p:spPr>
          <a:xfrm xmlns:a="http://schemas.openxmlformats.org/drawingml/2006/main">
            <a:off x="5143500" y="2476500"/>
            <a:ext cx="1905000" cy="1047750"/>
          </a:xfrm>
          <a:prstGeom xmlns:a="http://schemas.openxmlformats.org/drawingml/2006/main" prst="diamond">
            <a:avLst/>
          </a:prstGeom>
          <a:solidFill xmlns:a="http://schemas.openxmlformats.org/drawingml/2006/main">
            <a:srgbClr val="FFFFFF"/>
          </a:solidFill>
          <a:ln xmlns:a="http://schemas.openxmlformats.org/drawingml/2006/main" w="19050">
            <a:solidFill>
              <a:srgbClr val="005293"/>
            </a:solidFill>
          </a:ln>
        </p:spPr>
      </p:sp>
      <p:sp>
        <p:nvSpPr>
          <p:cNvPr id="13" name="">
            <a:extLst xmlns:a="http://schemas.openxmlformats.org/drawingml/2006/main">
              <a:ext uri="{FF2B5EF4-FFF2-40B4-BE49-F238E27FC236}">
                <a16:creationId xmlns:a16="http://schemas.microsoft.com/office/drawing/2014/main" id="{BF5A4A2B-0984-4C9D-A004-A8CC4D39B2EE}"/>
              </a:ext>
            </a:extLst>
          </p:cNvPr>
          <p:cNvSpPr>
            <a:spLocks xmlns:a="http://schemas.openxmlformats.org/drawingml/2006/main" noGrp="1"/>
          </p:cNvSpPr>
          <p:nvPr/>
        </p:nvSpPr>
        <p:spPr>
          <a:xfrm xmlns:a="http://schemas.openxmlformats.org/drawingml/2006/main">
            <a:off x="5524500" y="2800350"/>
            <a:ext cx="114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775" b="1">
                <a:solidFill>
                  <a:srgbClr val="005293"/>
                </a:solidFill>
                <a:latin typeface="Arial"/>
                <a:ea typeface="Arial"/>
                <a:cs typeface="Arial"/>
              </a:defRPr>
            </a:defPPr>
            <a:lvl1pPr algn="ctr">
              <a:buNone/>
              <a:defRPr sz="2775" b="1">
                <a:solidFill>
                  <a:srgbClr val="005293"/>
                </a:solidFill>
                <a:latin typeface="Arial"/>
                <a:ea typeface="Arial"/>
                <a:cs typeface="Arial"/>
              </a:defRPr>
            </a:lvl1pPr>
            <a:lvl2pPr algn="ctr">
              <a:buNone/>
              <a:defRPr sz="2775" b="1">
                <a:solidFill>
                  <a:srgbClr val="005293"/>
                </a:solidFill>
                <a:latin typeface="Arial"/>
                <a:ea typeface="Arial"/>
                <a:cs typeface="Arial"/>
              </a:defRPr>
            </a:lvl2pPr>
            <a:lvl3pPr algn="ctr">
              <a:buNone/>
              <a:defRPr sz="2775" b="1">
                <a:solidFill>
                  <a:srgbClr val="005293"/>
                </a:solidFill>
                <a:latin typeface="Arial"/>
                <a:ea typeface="Arial"/>
                <a:cs typeface="Arial"/>
              </a:defRPr>
            </a:lvl3pPr>
            <a:lvl4pPr algn="ctr">
              <a:buNone/>
              <a:defRPr sz="2775" b="1">
                <a:solidFill>
                  <a:srgbClr val="005293"/>
                </a:solidFill>
                <a:latin typeface="Arial"/>
                <a:ea typeface="Arial"/>
                <a:cs typeface="Arial"/>
              </a:defRPr>
            </a:lvl4pPr>
            <a:lvl5pPr algn="ctr">
              <a:buNone/>
              <a:defRPr sz="2775" b="1">
                <a:solidFill>
                  <a:srgbClr val="005293"/>
                </a:solidFill>
                <a:latin typeface="Arial"/>
                <a:ea typeface="Arial"/>
                <a:cs typeface="Arial"/>
              </a:defRPr>
            </a:lvl5pPr>
            <a:lvl6pPr algn="ctr">
              <a:buNone/>
              <a:defRPr sz="2775" b="1">
                <a:solidFill>
                  <a:srgbClr val="005293"/>
                </a:solidFill>
                <a:latin typeface="Arial"/>
                <a:ea typeface="Arial"/>
                <a:cs typeface="Arial"/>
              </a:defRPr>
            </a:lvl6pPr>
            <a:lvl7pPr algn="ctr">
              <a:buNone/>
              <a:defRPr sz="2775" b="1">
                <a:solidFill>
                  <a:srgbClr val="005293"/>
                </a:solidFill>
                <a:latin typeface="Arial"/>
                <a:ea typeface="Arial"/>
                <a:cs typeface="Arial"/>
              </a:defRPr>
            </a:lvl7pPr>
            <a:lvl8pPr algn="ctr">
              <a:buNone/>
              <a:defRPr sz="2775" b="1">
                <a:solidFill>
                  <a:srgbClr val="005293"/>
                </a:solidFill>
                <a:latin typeface="Arial"/>
                <a:ea typeface="Arial"/>
                <a:cs typeface="Arial"/>
              </a:defRPr>
            </a:lvl8pPr>
            <a:lvl9pPr algn="ctr">
              <a:buNone/>
              <a:defRPr sz="2775" b="1">
                <a:solidFill>
                  <a:srgbClr val="005293"/>
                </a:solidFill>
                <a:latin typeface="Arial"/>
                <a:ea typeface="Arial"/>
                <a:cs typeface="Arial"/>
              </a:defRPr>
            </a:lvl9pPr>
          </a:lstStyle>
          <a:p xmlns:a="http://schemas.openxmlformats.org/drawingml/2006/main">
            <a:pPr algn="ctr">
              <a:buNone/>
              <a:defRPr sz="2775" b="1">
                <a:solidFill>
                  <a:srgbClr val="005293"/>
                </a:solidFill>
                <a:latin typeface="Arial"/>
                <a:ea typeface="Arial"/>
                <a:cs typeface="Arial"/>
              </a:defRPr>
            </a:pPr>
            <a:r>
              <a:rPr sz="2775" b="1">
                <a:solidFill>
                  <a:srgbClr val="005293"/>
                </a:solidFill>
                <a:latin typeface="Arial"/>
                <a:ea typeface="Arial"/>
                <a:cs typeface="Arial"/>
              </a:rPr>
              <a:t>R</a:t>
            </a:r>
          </a:p>
        </p:txBody>
      </p:sp>
      <p:sp>
        <p:nvSpPr>
          <p:cNvPr id="14" name="">
            <a:extLst xmlns:a="http://schemas.openxmlformats.org/drawingml/2006/main">
              <a:ext uri="{FF2B5EF4-FFF2-40B4-BE49-F238E27FC236}">
                <a16:creationId xmlns:a16="http://schemas.microsoft.com/office/drawing/2014/main" id="{52162244-FC03-4062-8BB7-9C0CD0F62D3B}"/>
              </a:ext>
            </a:extLst>
          </p:cNvPr>
          <p:cNvSpPr>
            <a:spLocks xmlns:a="http://schemas.openxmlformats.org/drawingml/2006/main" noGrp="1"/>
          </p:cNvSpPr>
          <p:nvPr/>
        </p:nvSpPr>
        <p:spPr>
          <a:xfrm xmlns:a="http://schemas.openxmlformats.org/drawingml/2006/main" flipH="0" flipV="0">
            <a:off x="6096000" y="2095500"/>
            <a:ext cx="0" cy="38100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5" name="">
            <a:extLst xmlns:a="http://schemas.openxmlformats.org/drawingml/2006/main">
              <a:ext uri="{FF2B5EF4-FFF2-40B4-BE49-F238E27FC236}">
                <a16:creationId xmlns:a16="http://schemas.microsoft.com/office/drawing/2014/main" id="{8CF93844-8602-414D-9F38-2693ADB7D362}"/>
              </a:ext>
            </a:extLst>
          </p:cNvPr>
          <p:cNvSpPr>
            <a:spLocks xmlns:a="http://schemas.openxmlformats.org/drawingml/2006/main" noGrp="1"/>
          </p:cNvSpPr>
          <p:nvPr/>
        </p:nvSpPr>
        <p:spPr>
          <a:xfrm xmlns:a="http://schemas.openxmlformats.org/drawingml/2006/main" flipH="0" flipV="0">
            <a:off x="7048500" y="3000375"/>
            <a:ext cx="2190750" cy="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6" name="">
            <a:extLst xmlns:a="http://schemas.openxmlformats.org/drawingml/2006/main">
              <a:ext uri="{FF2B5EF4-FFF2-40B4-BE49-F238E27FC236}">
                <a16:creationId xmlns:a16="http://schemas.microsoft.com/office/drawing/2014/main" id="{667F89C7-73AC-4D1F-B60C-25FBC6D7D6E0}"/>
              </a:ext>
            </a:extLst>
          </p:cNvPr>
          <p:cNvSpPr>
            <a:spLocks xmlns:a="http://schemas.openxmlformats.org/drawingml/2006/main" noGrp="1"/>
          </p:cNvSpPr>
          <p:nvPr/>
        </p:nvSpPr>
        <p:spPr>
          <a:xfrm xmlns:a="http://schemas.openxmlformats.org/drawingml/2006/main" flipH="0" flipV="0">
            <a:off x="6096000" y="3524250"/>
            <a:ext cx="0" cy="66675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7" name="">
            <a:extLst xmlns:a="http://schemas.openxmlformats.org/drawingml/2006/main">
              <a:ext uri="{FF2B5EF4-FFF2-40B4-BE49-F238E27FC236}">
                <a16:creationId xmlns:a16="http://schemas.microsoft.com/office/drawing/2014/main" id="{0FB81A03-20F0-4BA7-AE94-13ECE43023D1}"/>
              </a:ext>
            </a:extLst>
          </p:cNvPr>
          <p:cNvSpPr>
            <a:spLocks xmlns:a="http://schemas.openxmlformats.org/drawingml/2006/main" noGrp="1"/>
          </p:cNvSpPr>
          <p:nvPr/>
        </p:nvSpPr>
        <p:spPr>
          <a:xfrm xmlns:a="http://schemas.openxmlformats.org/drawingml/2006/main" flipH="0" flipV="0">
            <a:off x="2943225" y="3000375"/>
            <a:ext cx="2200275" cy="0"/>
          </a:xfrm>
          <a:prstGeom xmlns:a="http://schemas.openxmlformats.org/drawingml/2006/main" prst="line">
            <a:avLst/>
          </a:prstGeom>
          <a:noFill xmlns:a="http://schemas.openxmlformats.org/drawingml/2006/main"/>
          <a:ln xmlns:a="http://schemas.openxmlformats.org/drawingml/2006/main" w="19050">
            <a:solidFill>
              <a:srgbClr val="202B33"/>
            </a:solidFill>
          </a:ln>
        </p:spPr>
      </p:sp>
      <p:sp>
        <p:nvSpPr>
          <p:cNvPr id="18" name="">
            <a:extLst xmlns:a="http://schemas.openxmlformats.org/drawingml/2006/main">
              <a:ext uri="{FF2B5EF4-FFF2-40B4-BE49-F238E27FC236}">
                <a16:creationId xmlns:a16="http://schemas.microsoft.com/office/drawing/2014/main" id="{95622F60-589D-4777-AEBC-C3757622A8AF}"/>
              </a:ext>
            </a:extLst>
          </p:cNvPr>
          <p:cNvSpPr>
            <a:spLocks xmlns:a="http://schemas.openxmlformats.org/drawingml/2006/main" noGrp="1"/>
          </p:cNvSpPr>
          <p:nvPr/>
        </p:nvSpPr>
        <p:spPr>
          <a:xfrm xmlns:a="http://schemas.openxmlformats.org/drawingml/2006/main">
            <a:off x="6391275" y="21336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(min₁, max₁)</a:t>
            </a:r>
          </a:p>
        </p:txBody>
      </p:sp>
      <p:sp>
        <p:nvSpPr>
          <p:cNvPr id="19" name="">
            <a:extLst xmlns:a="http://schemas.openxmlformats.org/drawingml/2006/main">
              <a:ext uri="{FF2B5EF4-FFF2-40B4-BE49-F238E27FC236}">
                <a16:creationId xmlns:a16="http://schemas.microsoft.com/office/drawing/2014/main" id="{AD206A5F-EDDC-4B6B-818B-C4BB74C91CA5}"/>
              </a:ext>
            </a:extLst>
          </p:cNvPr>
          <p:cNvSpPr>
            <a:spLocks xmlns:a="http://schemas.openxmlformats.org/drawingml/2006/main" noGrp="1"/>
          </p:cNvSpPr>
          <p:nvPr/>
        </p:nvSpPr>
        <p:spPr>
          <a:xfrm xmlns:a="http://schemas.openxmlformats.org/drawingml/2006/main">
            <a:off x="7572375" y="2571750"/>
            <a:ext cx="161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(min₂, max₂)</a:t>
            </a:r>
          </a:p>
        </p:txBody>
      </p:sp>
      <p:sp>
        <p:nvSpPr>
          <p:cNvPr id="20" name="">
            <a:extLst xmlns:a="http://schemas.openxmlformats.org/drawingml/2006/main">
              <a:ext uri="{FF2B5EF4-FFF2-40B4-BE49-F238E27FC236}">
                <a16:creationId xmlns:a16="http://schemas.microsoft.com/office/drawing/2014/main" id="{6164E497-338D-445B-BBDD-E31BAF1AED2B}"/>
              </a:ext>
            </a:extLst>
          </p:cNvPr>
          <p:cNvSpPr>
            <a:spLocks xmlns:a="http://schemas.openxmlformats.org/drawingml/2006/main" noGrp="1"/>
          </p:cNvSpPr>
          <p:nvPr/>
        </p:nvSpPr>
        <p:spPr>
          <a:xfrm xmlns:a="http://schemas.openxmlformats.org/drawingml/2006/main">
            <a:off x="6400800" y="3743325"/>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(minᵢ, maxᵢ)</a:t>
            </a:r>
          </a:p>
        </p:txBody>
      </p:sp>
      <p:sp>
        <p:nvSpPr>
          <p:cNvPr id="21" name="">
            <a:extLst xmlns:a="http://schemas.openxmlformats.org/drawingml/2006/main">
              <a:ext uri="{FF2B5EF4-FFF2-40B4-BE49-F238E27FC236}">
                <a16:creationId xmlns:a16="http://schemas.microsoft.com/office/drawing/2014/main" id="{45CC5EBB-8E8F-41B1-B94E-72AF891C6CDA}"/>
              </a:ext>
            </a:extLst>
          </p:cNvPr>
          <p:cNvSpPr>
            <a:spLocks xmlns:a="http://schemas.openxmlformats.org/drawingml/2006/main" noGrp="1"/>
          </p:cNvSpPr>
          <p:nvPr/>
        </p:nvSpPr>
        <p:spPr>
          <a:xfrm xmlns:a="http://schemas.openxmlformats.org/drawingml/2006/main">
            <a:off x="3333750" y="2571750"/>
            <a:ext cx="171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buNone/>
              <a:defRPr sz="1950" b="1">
                <a:solidFill>
                  <a:srgbClr val="005293"/>
                </a:solidFill>
                <a:latin typeface="Arial"/>
                <a:ea typeface="Arial"/>
                <a:cs typeface="Arial"/>
              </a:defRPr>
            </a:lvl1pPr>
            <a:lvl2pPr>
              <a:buNone/>
              <a:defRPr sz="1950" b="1">
                <a:solidFill>
                  <a:srgbClr val="005293"/>
                </a:solidFill>
                <a:latin typeface="Arial"/>
                <a:ea typeface="Arial"/>
                <a:cs typeface="Arial"/>
              </a:defRPr>
            </a:lvl2pPr>
            <a:lvl3pPr>
              <a:buNone/>
              <a:defRPr sz="1950" b="1">
                <a:solidFill>
                  <a:srgbClr val="005293"/>
                </a:solidFill>
                <a:latin typeface="Arial"/>
                <a:ea typeface="Arial"/>
                <a:cs typeface="Arial"/>
              </a:defRPr>
            </a:lvl3pPr>
            <a:lvl4pPr>
              <a:buNone/>
              <a:defRPr sz="1950" b="1">
                <a:solidFill>
                  <a:srgbClr val="005293"/>
                </a:solidFill>
                <a:latin typeface="Arial"/>
                <a:ea typeface="Arial"/>
                <a:cs typeface="Arial"/>
              </a:defRPr>
            </a:lvl4pPr>
            <a:lvl5pPr>
              <a:buNone/>
              <a:defRPr sz="1950" b="1">
                <a:solidFill>
                  <a:srgbClr val="005293"/>
                </a:solidFill>
                <a:latin typeface="Arial"/>
                <a:ea typeface="Arial"/>
                <a:cs typeface="Arial"/>
              </a:defRPr>
            </a:lvl5pPr>
            <a:lvl6pPr>
              <a:buNone/>
              <a:defRPr sz="1950" b="1">
                <a:solidFill>
                  <a:srgbClr val="005293"/>
                </a:solidFill>
                <a:latin typeface="Arial"/>
                <a:ea typeface="Arial"/>
                <a:cs typeface="Arial"/>
              </a:defRPr>
            </a:lvl6pPr>
            <a:lvl7pPr>
              <a:buNone/>
              <a:defRPr sz="1950" b="1">
                <a:solidFill>
                  <a:srgbClr val="005293"/>
                </a:solidFill>
                <a:latin typeface="Arial"/>
                <a:ea typeface="Arial"/>
                <a:cs typeface="Arial"/>
              </a:defRPr>
            </a:lvl7pPr>
            <a:lvl8pPr>
              <a:buNone/>
              <a:defRPr sz="1950" b="1">
                <a:solidFill>
                  <a:srgbClr val="005293"/>
                </a:solidFill>
                <a:latin typeface="Arial"/>
                <a:ea typeface="Arial"/>
                <a:cs typeface="Arial"/>
              </a:defRPr>
            </a:lvl8pPr>
            <a:lvl9pPr>
              <a:buNone/>
              <a:defRPr sz="1950" b="1">
                <a:solidFill>
                  <a:srgbClr val="005293"/>
                </a:solidFill>
                <a:latin typeface="Arial"/>
                <a:ea typeface="Arial"/>
                <a:cs typeface="Arial"/>
              </a:defRPr>
            </a:lvl9pPr>
          </a:lstStyle>
          <a:p xmlns:a="http://schemas.openxmlformats.org/drawingml/2006/main">
            <a:pPr>
              <a:buNone/>
              <a:defRPr sz="1950" b="1">
                <a:solidFill>
                  <a:srgbClr val="005293"/>
                </a:solidFill>
                <a:latin typeface="Arial"/>
                <a:ea typeface="Arial"/>
                <a:cs typeface="Arial"/>
              </a:defRPr>
            </a:pPr>
            <a:r>
              <a:rPr sz="1950" b="1">
                <a:solidFill>
                  <a:srgbClr val="005293"/>
                </a:solidFill>
                <a:latin typeface="Arial"/>
                <a:ea typeface="Arial"/>
                <a:cs typeface="Arial"/>
              </a:rPr>
              <a:t>(minₙ, maxₙ)</a:t>
            </a:r>
          </a:p>
        </p:txBody>
      </p:sp>
      <p:sp>
        <p:nvSpPr>
          <p:cNvPr id="22" name="">
            <a:extLst xmlns:a="http://schemas.openxmlformats.org/drawingml/2006/main">
              <a:ext uri="{FF2B5EF4-FFF2-40B4-BE49-F238E27FC236}">
                <a16:creationId xmlns:a16="http://schemas.microsoft.com/office/drawing/2014/main" id="{605B2953-3D75-467E-9B90-A780F91D1F08}"/>
              </a:ext>
            </a:extLst>
          </p:cNvPr>
          <p:cNvSpPr>
            <a:spLocks xmlns:a="http://schemas.openxmlformats.org/drawingml/2006/main" noGrp="1"/>
          </p:cNvSpPr>
          <p:nvPr/>
        </p:nvSpPr>
        <p:spPr>
          <a:xfrm xmlns:a="http://schemas.openxmlformats.org/drawingml/2006/main">
            <a:off x="3762375" y="18669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0">
                <a:solidFill>
                  <a:srgbClr val="596773"/>
                </a:solidFill>
                <a:latin typeface="Arial"/>
                <a:ea typeface="Arial"/>
                <a:cs typeface="Arial"/>
              </a:defRPr>
            </a:defPPr>
            <a:lvl1pPr>
              <a:buNone/>
              <a:defRPr sz="2925" b="0">
                <a:solidFill>
                  <a:srgbClr val="596773"/>
                </a:solidFill>
                <a:latin typeface="Arial"/>
                <a:ea typeface="Arial"/>
                <a:cs typeface="Arial"/>
              </a:defRPr>
            </a:lvl1pPr>
            <a:lvl2pPr>
              <a:buNone/>
              <a:defRPr sz="2925" b="0">
                <a:solidFill>
                  <a:srgbClr val="596773"/>
                </a:solidFill>
                <a:latin typeface="Arial"/>
                <a:ea typeface="Arial"/>
                <a:cs typeface="Arial"/>
              </a:defRPr>
            </a:lvl2pPr>
            <a:lvl3pPr>
              <a:buNone/>
              <a:defRPr sz="2925" b="0">
                <a:solidFill>
                  <a:srgbClr val="596773"/>
                </a:solidFill>
                <a:latin typeface="Arial"/>
                <a:ea typeface="Arial"/>
                <a:cs typeface="Arial"/>
              </a:defRPr>
            </a:lvl3pPr>
            <a:lvl4pPr>
              <a:buNone/>
              <a:defRPr sz="2925" b="0">
                <a:solidFill>
                  <a:srgbClr val="596773"/>
                </a:solidFill>
                <a:latin typeface="Arial"/>
                <a:ea typeface="Arial"/>
                <a:cs typeface="Arial"/>
              </a:defRPr>
            </a:lvl4pPr>
            <a:lvl5pPr>
              <a:buNone/>
              <a:defRPr sz="2925" b="0">
                <a:solidFill>
                  <a:srgbClr val="596773"/>
                </a:solidFill>
                <a:latin typeface="Arial"/>
                <a:ea typeface="Arial"/>
                <a:cs typeface="Arial"/>
              </a:defRPr>
            </a:lvl5pPr>
            <a:lvl6pPr>
              <a:buNone/>
              <a:defRPr sz="2925" b="0">
                <a:solidFill>
                  <a:srgbClr val="596773"/>
                </a:solidFill>
                <a:latin typeface="Arial"/>
                <a:ea typeface="Arial"/>
                <a:cs typeface="Arial"/>
              </a:defRPr>
            </a:lvl6pPr>
            <a:lvl7pPr>
              <a:buNone/>
              <a:defRPr sz="2925" b="0">
                <a:solidFill>
                  <a:srgbClr val="596773"/>
                </a:solidFill>
                <a:latin typeface="Arial"/>
                <a:ea typeface="Arial"/>
                <a:cs typeface="Arial"/>
              </a:defRPr>
            </a:lvl7pPr>
            <a:lvl8pPr>
              <a:buNone/>
              <a:defRPr sz="2925" b="0">
                <a:solidFill>
                  <a:srgbClr val="596773"/>
                </a:solidFill>
                <a:latin typeface="Arial"/>
                <a:ea typeface="Arial"/>
                <a:cs typeface="Arial"/>
              </a:defRPr>
            </a:lvl8pPr>
            <a:lvl9pPr>
              <a:buNone/>
              <a:defRPr sz="2925" b="0">
                <a:solidFill>
                  <a:srgbClr val="596773"/>
                </a:solidFill>
                <a:latin typeface="Arial"/>
                <a:ea typeface="Arial"/>
                <a:cs typeface="Arial"/>
              </a:defRPr>
            </a:lvl9pPr>
          </a:lstStyle>
          <a:p xmlns:a="http://schemas.openxmlformats.org/drawingml/2006/main">
            <a:pPr>
              <a:buNone/>
              <a:defRPr sz="2925" b="0">
                <a:solidFill>
                  <a:srgbClr val="596773"/>
                </a:solidFill>
                <a:latin typeface="Arial"/>
                <a:ea typeface="Arial"/>
                <a:cs typeface="Arial"/>
              </a:defRPr>
            </a:pPr>
            <a:r>
              <a:rPr sz="2925" b="0">
                <a:solidFill>
                  <a:srgbClr val="596773"/>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9B0670D2-DB92-4AEA-959B-261B17B5F232}"/>
              </a:ext>
            </a:extLst>
          </p:cNvPr>
          <p:cNvSpPr>
            <a:spLocks xmlns:a="http://schemas.openxmlformats.org/drawingml/2006/main" noGrp="1"/>
          </p:cNvSpPr>
          <p:nvPr/>
        </p:nvSpPr>
        <p:spPr>
          <a:xfrm xmlns:a="http://schemas.openxmlformats.org/drawingml/2006/main">
            <a:off x="7848600" y="3857625"/>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0">
                <a:solidFill>
                  <a:srgbClr val="596773"/>
                </a:solidFill>
                <a:latin typeface="Arial"/>
                <a:ea typeface="Arial"/>
                <a:cs typeface="Arial"/>
              </a:defRPr>
            </a:defPPr>
            <a:lvl1pPr>
              <a:buNone/>
              <a:defRPr sz="2925" b="0">
                <a:solidFill>
                  <a:srgbClr val="596773"/>
                </a:solidFill>
                <a:latin typeface="Arial"/>
                <a:ea typeface="Arial"/>
                <a:cs typeface="Arial"/>
              </a:defRPr>
            </a:lvl1pPr>
            <a:lvl2pPr>
              <a:buNone/>
              <a:defRPr sz="2925" b="0">
                <a:solidFill>
                  <a:srgbClr val="596773"/>
                </a:solidFill>
                <a:latin typeface="Arial"/>
                <a:ea typeface="Arial"/>
                <a:cs typeface="Arial"/>
              </a:defRPr>
            </a:lvl2pPr>
            <a:lvl3pPr>
              <a:buNone/>
              <a:defRPr sz="2925" b="0">
                <a:solidFill>
                  <a:srgbClr val="596773"/>
                </a:solidFill>
                <a:latin typeface="Arial"/>
                <a:ea typeface="Arial"/>
                <a:cs typeface="Arial"/>
              </a:defRPr>
            </a:lvl3pPr>
            <a:lvl4pPr>
              <a:buNone/>
              <a:defRPr sz="2925" b="0">
                <a:solidFill>
                  <a:srgbClr val="596773"/>
                </a:solidFill>
                <a:latin typeface="Arial"/>
                <a:ea typeface="Arial"/>
                <a:cs typeface="Arial"/>
              </a:defRPr>
            </a:lvl4pPr>
            <a:lvl5pPr>
              <a:buNone/>
              <a:defRPr sz="2925" b="0">
                <a:solidFill>
                  <a:srgbClr val="596773"/>
                </a:solidFill>
                <a:latin typeface="Arial"/>
                <a:ea typeface="Arial"/>
                <a:cs typeface="Arial"/>
              </a:defRPr>
            </a:lvl5pPr>
            <a:lvl6pPr>
              <a:buNone/>
              <a:defRPr sz="2925" b="0">
                <a:solidFill>
                  <a:srgbClr val="596773"/>
                </a:solidFill>
                <a:latin typeface="Arial"/>
                <a:ea typeface="Arial"/>
                <a:cs typeface="Arial"/>
              </a:defRPr>
            </a:lvl6pPr>
            <a:lvl7pPr>
              <a:buNone/>
              <a:defRPr sz="2925" b="0">
                <a:solidFill>
                  <a:srgbClr val="596773"/>
                </a:solidFill>
                <a:latin typeface="Arial"/>
                <a:ea typeface="Arial"/>
                <a:cs typeface="Arial"/>
              </a:defRPr>
            </a:lvl7pPr>
            <a:lvl8pPr>
              <a:buNone/>
              <a:defRPr sz="2925" b="0">
                <a:solidFill>
                  <a:srgbClr val="596773"/>
                </a:solidFill>
                <a:latin typeface="Arial"/>
                <a:ea typeface="Arial"/>
                <a:cs typeface="Arial"/>
              </a:defRPr>
            </a:lvl8pPr>
            <a:lvl9pPr>
              <a:buNone/>
              <a:defRPr sz="2925" b="0">
                <a:solidFill>
                  <a:srgbClr val="596773"/>
                </a:solidFill>
                <a:latin typeface="Arial"/>
                <a:ea typeface="Arial"/>
                <a:cs typeface="Arial"/>
              </a:defRPr>
            </a:lvl9pPr>
          </a:lstStyle>
          <a:p xmlns:a="http://schemas.openxmlformats.org/drawingml/2006/main">
            <a:pPr>
              <a:buNone/>
              <a:defRPr sz="2925" b="0">
                <a:solidFill>
                  <a:srgbClr val="596773"/>
                </a:solidFill>
                <a:latin typeface="Arial"/>
                <a:ea typeface="Arial"/>
                <a:cs typeface="Arial"/>
              </a:defRPr>
            </a:pPr>
            <a:r>
              <a:rPr sz="2925" b="0">
                <a:solidFill>
                  <a:srgbClr val="596773"/>
                </a:solidFill>
                <a:latin typeface="Arial"/>
                <a:ea typeface="Arial"/>
                <a:cs typeface="Arial"/>
              </a:rPr>
              <a:t>…</a:t>
            </a:r>
          </a:p>
        </p:txBody>
      </p:sp>
      <p:sp>
        <p:nvSpPr>
          <p:cNvPr id="24" name="">
            <a:extLst xmlns:a="http://schemas.openxmlformats.org/drawingml/2006/main">
              <a:ext uri="{FF2B5EF4-FFF2-40B4-BE49-F238E27FC236}">
                <a16:creationId xmlns:a16="http://schemas.microsoft.com/office/drawing/2014/main" id="{E6E28813-BA04-4FEE-B67D-3A797CDFE256}"/>
              </a:ext>
            </a:extLst>
          </p:cNvPr>
          <p:cNvSpPr>
            <a:spLocks xmlns:a="http://schemas.openxmlformats.org/drawingml/2006/main" noGrp="1"/>
          </p:cNvSpPr>
          <p:nvPr/>
        </p:nvSpPr>
        <p:spPr>
          <a:xfrm xmlns:a="http://schemas.openxmlformats.org/drawingml/2006/main">
            <a:off x="609600" y="52387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202B33"/>
                </a:solidFill>
                <a:latin typeface="Arial"/>
                <a:ea typeface="Arial"/>
                <a:cs typeface="Arial"/>
              </a:defRPr>
            </a:defPPr>
            <a:lvl1pPr>
              <a:buNone/>
              <a:defRPr sz="1875" b="0">
                <a:solidFill>
                  <a:srgbClr val="202B33"/>
                </a:solidFill>
                <a:latin typeface="Arial"/>
                <a:ea typeface="Arial"/>
                <a:cs typeface="Arial"/>
              </a:defRPr>
            </a:lvl1pPr>
            <a:lvl2pPr>
              <a:buNone/>
              <a:defRPr sz="1875" b="0">
                <a:solidFill>
                  <a:srgbClr val="202B33"/>
                </a:solidFill>
                <a:latin typeface="Arial"/>
                <a:ea typeface="Arial"/>
                <a:cs typeface="Arial"/>
              </a:defRPr>
            </a:lvl2pPr>
            <a:lvl3pPr>
              <a:buNone/>
              <a:defRPr sz="1875" b="0">
                <a:solidFill>
                  <a:srgbClr val="202B33"/>
                </a:solidFill>
                <a:latin typeface="Arial"/>
                <a:ea typeface="Arial"/>
                <a:cs typeface="Arial"/>
              </a:defRPr>
            </a:lvl3pPr>
            <a:lvl4pPr>
              <a:buNone/>
              <a:defRPr sz="1875" b="0">
                <a:solidFill>
                  <a:srgbClr val="202B33"/>
                </a:solidFill>
                <a:latin typeface="Arial"/>
                <a:ea typeface="Arial"/>
                <a:cs typeface="Arial"/>
              </a:defRPr>
            </a:lvl4pPr>
            <a:lvl5pPr>
              <a:buNone/>
              <a:defRPr sz="1875" b="0">
                <a:solidFill>
                  <a:srgbClr val="202B33"/>
                </a:solidFill>
                <a:latin typeface="Arial"/>
                <a:ea typeface="Arial"/>
                <a:cs typeface="Arial"/>
              </a:defRPr>
            </a:lvl5pPr>
            <a:lvl6pPr>
              <a:buNone/>
              <a:defRPr sz="1875" b="0">
                <a:solidFill>
                  <a:srgbClr val="202B33"/>
                </a:solidFill>
                <a:latin typeface="Arial"/>
                <a:ea typeface="Arial"/>
                <a:cs typeface="Arial"/>
              </a:defRPr>
            </a:lvl6pPr>
            <a:lvl7pPr>
              <a:buNone/>
              <a:defRPr sz="1875" b="0">
                <a:solidFill>
                  <a:srgbClr val="202B33"/>
                </a:solidFill>
                <a:latin typeface="Arial"/>
                <a:ea typeface="Arial"/>
                <a:cs typeface="Arial"/>
              </a:defRPr>
            </a:lvl7pPr>
            <a:lvl8pPr>
              <a:buNone/>
              <a:defRPr sz="1875" b="0">
                <a:solidFill>
                  <a:srgbClr val="202B33"/>
                </a:solidFill>
                <a:latin typeface="Arial"/>
                <a:ea typeface="Arial"/>
                <a:cs typeface="Arial"/>
              </a:defRPr>
            </a:lvl8pPr>
            <a:lvl9pPr>
              <a:buNone/>
              <a:defRPr sz="1875" b="0">
                <a:solidFill>
                  <a:srgbClr val="202B33"/>
                </a:solidFill>
                <a:latin typeface="Arial"/>
                <a:ea typeface="Arial"/>
                <a:cs typeface="Arial"/>
              </a:defRPr>
            </a:lvl9pPr>
          </a:lstStyle>
          <a:p xmlns:a="http://schemas.openxmlformats.org/drawingml/2006/main">
            <a:pPr>
              <a:buNone/>
              <a:defRPr sz="1875" b="0">
                <a:solidFill>
                  <a:srgbClr val="202B33"/>
                </a:solidFill>
                <a:latin typeface="Arial"/>
                <a:ea typeface="Arial"/>
                <a:cs typeface="Arial"/>
              </a:defRPr>
            </a:pPr>
            <a:r>
              <a:rPr sz="1875" b="0">
                <a:solidFill>
                  <a:srgbClr val="202B33"/>
                </a:solidFill>
                <a:latin typeface="Arial"/>
                <a:ea typeface="Arial"/>
                <a:cs typeface="Arial"/>
              </a:rPr>
              <a:t>Grau: ein festes a ∈ Eᵢ. Blau: alle möglichen Kombinationen der übrigen Rollen.</a:t>
            </a:r>
          </a:p>
        </p:txBody>
      </p:sp>
      <p:sp>
        <p:nvSpPr>
          <p:cNvPr id="25" name="">
            <a:extLst xmlns:a="http://schemas.openxmlformats.org/drawingml/2006/main">
              <a:ext uri="{FF2B5EF4-FFF2-40B4-BE49-F238E27FC236}">
                <a16:creationId xmlns:a16="http://schemas.microsoft.com/office/drawing/2014/main" id="{F3B1A93E-D7D2-408B-9E1B-E7A547604DA7}"/>
              </a:ext>
            </a:extLst>
          </p:cNvPr>
          <p:cNvSpPr>
            <a:spLocks xmlns:a="http://schemas.openxmlformats.org/drawingml/2006/main" noGrp="1"/>
          </p:cNvSpPr>
          <p:nvPr/>
        </p:nvSpPr>
        <p:spPr>
          <a:xfrm xmlns:a="http://schemas.openxmlformats.org/drawingml/2006/main">
            <a:off x="609600" y="5772150"/>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5293"/>
                </a:solidFill>
                <a:latin typeface="Arial"/>
                <a:ea typeface="Arial"/>
                <a:cs typeface="Arial"/>
              </a:defRPr>
            </a:defPPr>
            <a:lvl1pPr>
              <a:buNone/>
              <a:defRPr sz="2400" b="1">
                <a:solidFill>
                  <a:srgbClr val="005293"/>
                </a:solidFill>
                <a:latin typeface="Arial"/>
                <a:ea typeface="Arial"/>
                <a:cs typeface="Arial"/>
              </a:defRPr>
            </a:lvl1pPr>
            <a:lvl2pPr>
              <a:buNone/>
              <a:defRPr sz="2400" b="1">
                <a:solidFill>
                  <a:srgbClr val="005293"/>
                </a:solidFill>
                <a:latin typeface="Arial"/>
                <a:ea typeface="Arial"/>
                <a:cs typeface="Arial"/>
              </a:defRPr>
            </a:lvl2pPr>
            <a:lvl3pPr>
              <a:buNone/>
              <a:defRPr sz="2400" b="1">
                <a:solidFill>
                  <a:srgbClr val="005293"/>
                </a:solidFill>
                <a:latin typeface="Arial"/>
                <a:ea typeface="Arial"/>
                <a:cs typeface="Arial"/>
              </a:defRPr>
            </a:lvl3pPr>
            <a:lvl4pPr>
              <a:buNone/>
              <a:defRPr sz="2400" b="1">
                <a:solidFill>
                  <a:srgbClr val="005293"/>
                </a:solidFill>
                <a:latin typeface="Arial"/>
                <a:ea typeface="Arial"/>
                <a:cs typeface="Arial"/>
              </a:defRPr>
            </a:lvl4pPr>
            <a:lvl5pPr>
              <a:buNone/>
              <a:defRPr sz="2400" b="1">
                <a:solidFill>
                  <a:srgbClr val="005293"/>
                </a:solidFill>
                <a:latin typeface="Arial"/>
                <a:ea typeface="Arial"/>
                <a:cs typeface="Arial"/>
              </a:defRPr>
            </a:lvl5pPr>
            <a:lvl6pPr>
              <a:buNone/>
              <a:defRPr sz="2400" b="1">
                <a:solidFill>
                  <a:srgbClr val="005293"/>
                </a:solidFill>
                <a:latin typeface="Arial"/>
                <a:ea typeface="Arial"/>
                <a:cs typeface="Arial"/>
              </a:defRPr>
            </a:lvl6pPr>
            <a:lvl7pPr>
              <a:buNone/>
              <a:defRPr sz="2400" b="1">
                <a:solidFill>
                  <a:srgbClr val="005293"/>
                </a:solidFill>
                <a:latin typeface="Arial"/>
                <a:ea typeface="Arial"/>
                <a:cs typeface="Arial"/>
              </a:defRPr>
            </a:lvl7pPr>
            <a:lvl8pPr>
              <a:buNone/>
              <a:defRPr sz="2400" b="1">
                <a:solidFill>
                  <a:srgbClr val="005293"/>
                </a:solidFill>
                <a:latin typeface="Arial"/>
                <a:ea typeface="Arial"/>
                <a:cs typeface="Arial"/>
              </a:defRPr>
            </a:lvl8pPr>
            <a:lvl9pPr>
              <a:buNone/>
              <a:defRPr sz="2400" b="1">
                <a:solidFill>
                  <a:srgbClr val="005293"/>
                </a:solidFill>
                <a:latin typeface="Arial"/>
                <a:ea typeface="Arial"/>
                <a:cs typeface="Arial"/>
              </a:defRPr>
            </a:lvl9pPr>
          </a:lstStyle>
          <a:p xmlns:a="http://schemas.openxmlformats.org/drawingml/2006/main">
            <a:pPr>
              <a:buNone/>
              <a:defRPr sz="2400" b="1">
                <a:solidFill>
                  <a:srgbClr val="005293"/>
                </a:solidFill>
                <a:latin typeface="Arial"/>
                <a:ea typeface="Arial"/>
                <a:cs typeface="Arial"/>
              </a:defRPr>
            </a:pPr>
            <a:r>
              <a:rPr sz="2400" b="1">
                <a:solidFill>
                  <a:srgbClr val="005293"/>
                </a:solidFill>
                <a:latin typeface="Arial"/>
                <a:ea typeface="Arial"/>
                <a:cs typeface="Arial"/>
              </a:rPr>
              <a:t>Zwischen minᵢ und maxᵢ Tupel enthalten dieses a</a:t>
            </a:r>
          </a:p>
        </p:txBody>
      </p:sp>
    </p:spTree>
    <p:extLst>
      <p:ext uri="{BB962C8B-B14F-4D97-AF65-F5344CB8AC3E}">
        <p14:creationId xmlns:p14="http://schemas.microsoft.com/office/powerpoint/2010/main" val="38221402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F543A78-994A-41D0-AE40-9C1ED7E76BDA}"/>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Min–max: Grenzen und Prüfung</a:t>
            </a:r>
          </a:p>
        </p:txBody>
      </p:sp>
      <p:sp>
        <p:nvSpPr>
          <p:cNvPr id="2" name="">
            <a:extLst xmlns:a="http://schemas.openxmlformats.org/drawingml/2006/main">
              <a:ext uri="{FF2B5EF4-FFF2-40B4-BE49-F238E27FC236}">
                <a16:creationId xmlns:a16="http://schemas.microsoft.com/office/drawing/2014/main" id="{453C5489-C4B2-4BB4-843E-982F8C975150}"/>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61454DD6-6923-4F9F-9D0A-2F9D1A3AAED6}"/>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26</a:t>
            </a:r>
          </a:p>
        </p:txBody>
      </p:sp>
      <p:graphicFrame>
        <p:nvGraphicFramePr>
          <p:cNvPr id="4" name="">
            <a:extLst xmlns:a="http://schemas.openxmlformats.org/drawingml/2006/main">
              <a:ext uri="{FF2B5EF4-FFF2-40B4-BE49-F238E27FC236}">
                <a16:creationId xmlns:a16="http://schemas.microsoft.com/office/drawing/2014/main" id="{23CF50F8-4DA6-4B44-B829-92590E4FB121}"/>
              </a:ext>
            </a:extLst>
          </p:cNvPr>
          <p:cNvGraphicFramePr/>
          <p:nvPr/>
        </p:nvGraphicFramePr>
        <p:xfrm>
          <a:off xmlns:a="http://schemas.openxmlformats.org/drawingml/2006/main" x="609600" y="1419225"/>
          <a:ext xmlns:a="http://schemas.openxmlformats.org/drawingml/2006/main" cx="10972800" cy="3048000"/>
        </p:xfrm>
        <a:graphic xmlns:a="http://schemas.openxmlformats.org/drawingml/2006/main">
          <a:graphicData uri="http://schemas.openxmlformats.org/drawingml/2006/table">
            <a:tbl>
              <a:tblPr/>
              <a:tblGrid>
                <a:gridCol w="2857500"/>
                <a:gridCol w="8115300"/>
              </a:tblGrid>
              <a:tr h="609600">
                <a:tc>
                  <a:txBody>
                    <a:bodyPr/>
                    <a:lstStyle/>
                    <a:p>
                      <a:r>
                        <a:rPr sz="2025" b="1">
                          <a:solidFill>
                            <a:srgbClr val="FFFFFF"/>
                          </a:solidFill>
                          <a:latin typeface="Arial"/>
                          <a:ea typeface="Arial"/>
                          <a:cs typeface="Arial"/>
                        </a:rPr>
                        <a:t>Angabe</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Bedeutung für jedes Entity der Rolle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609600">
                <a:tc>
                  <a:txBody>
                    <a:bodyPr/>
                    <a:lstStyle/>
                    <a:p>
                      <a:r>
                        <a:rPr sz="2025" b="0">
                          <a:solidFill>
                            <a:srgbClr val="202B33"/>
                          </a:solidFill>
                          <a:latin typeface="Arial"/>
                          <a:ea typeface="Arial"/>
                          <a:cs typeface="Arial"/>
                        </a:rPr>
                        <a:t>(l, u)</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mindestens l und höchstens u Tupel</a:t>
                      </a:r>
                    </a:p>
                  </a:txBody>
                  <a:tcPr marL="95250" marR="66675" marT="28575" marB="28575" anchor="ctr">
                    <a:lnR w="6668">
                      <a:solidFill>
                        <a:srgbClr val="CBD8E1"/>
                      </a:solidFill>
                    </a:lnR>
                    <a:lnB w="6668">
                      <a:solidFill>
                        <a:srgbClr val="CBD8E1"/>
                      </a:solidFill>
                    </a:lnB>
                    <a:solidFill>
                      <a:srgbClr val="FFFFFF"/>
                    </a:solidFill>
                  </a:tcPr>
                </a:tc>
              </a:tr>
              <a:tr h="609600">
                <a:tc>
                  <a:txBody>
                    <a:bodyPr/>
                    <a:lstStyle/>
                    <a:p>
                      <a:r>
                        <a:rPr sz="2025" b="0">
                          <a:solidFill>
                            <a:srgbClr val="202B33"/>
                          </a:solidFill>
                          <a:latin typeface="Arial"/>
                          <a:ea typeface="Arial"/>
                          <a:cs typeface="Arial"/>
                        </a:rPr>
                        <a:t>(0, u)</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2025" b="0">
                          <a:solidFill>
                            <a:srgbClr val="202B33"/>
                          </a:solidFill>
                          <a:latin typeface="Arial"/>
                          <a:ea typeface="Arial"/>
                          <a:cs typeface="Arial"/>
                        </a:rPr>
                        <a:t>Teilnahme optional</a:t>
                      </a:r>
                    </a:p>
                  </a:txBody>
                  <a:tcPr marL="95250" marR="66675" marT="28575" marB="28575" anchor="ctr">
                    <a:lnR w="6668">
                      <a:solidFill>
                        <a:srgbClr val="CBD8E1"/>
                      </a:solidFill>
                    </a:lnR>
                    <a:lnB w="6668">
                      <a:solidFill>
                        <a:srgbClr val="CBD8E1"/>
                      </a:solidFill>
                    </a:lnB>
                    <a:solidFill>
                      <a:srgbClr val="EDF4F9"/>
                    </a:solidFill>
                  </a:tcPr>
                </a:tc>
              </a:tr>
              <a:tr h="609600">
                <a:tc>
                  <a:txBody>
                    <a:bodyPr/>
                    <a:lstStyle/>
                    <a:p>
                      <a:r>
                        <a:rPr sz="2025" b="0">
                          <a:solidFill>
                            <a:srgbClr val="202B33"/>
                          </a:solidFill>
                          <a:latin typeface="Arial"/>
                          <a:ea typeface="Arial"/>
                          <a:cs typeface="Arial"/>
                        </a:rPr>
                        <a:t>(l, *)</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mindestens l Tupel, keine feste obere Grenze</a:t>
                      </a:r>
                    </a:p>
                  </a:txBody>
                  <a:tcPr marL="95250" marR="66675" marT="28575" marB="28575" anchor="ctr">
                    <a:lnR w="6668">
                      <a:solidFill>
                        <a:srgbClr val="CBD8E1"/>
                      </a:solidFill>
                    </a:lnR>
                    <a:lnB w="6668">
                      <a:solidFill>
                        <a:srgbClr val="CBD8E1"/>
                      </a:solidFill>
                    </a:lnB>
                    <a:solidFill>
                      <a:srgbClr val="FFFFFF"/>
                    </a:solidFill>
                  </a:tcPr>
                </a:tc>
              </a:tr>
              <a:tr h="609600">
                <a:tc>
                  <a:txBody>
                    <a:bodyPr/>
                    <a:lstStyle/>
                    <a:p>
                      <a:r>
                        <a:rPr sz="2025" b="0">
                          <a:solidFill>
                            <a:srgbClr val="202B33"/>
                          </a:solidFill>
                          <a:latin typeface="Arial"/>
                          <a:ea typeface="Arial"/>
                          <a:cs typeface="Arial"/>
                        </a:rPr>
                        <a:t>(1, 1)</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2025" b="0">
                          <a:solidFill>
                            <a:srgbClr val="202B33"/>
                          </a:solidFill>
                          <a:latin typeface="Arial"/>
                          <a:ea typeface="Arial"/>
                          <a:cs typeface="Arial"/>
                        </a:rPr>
                        <a:t>genau ein Tupel</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5" name="">
            <a:extLst xmlns:a="http://schemas.openxmlformats.org/drawingml/2006/main">
              <a:ext uri="{FF2B5EF4-FFF2-40B4-BE49-F238E27FC236}">
                <a16:creationId xmlns:a16="http://schemas.microsoft.com/office/drawing/2014/main" id="{263F90AC-BD0F-40CB-8FF4-FE1FCBD89FDA}"/>
              </a:ext>
            </a:extLst>
          </p:cNvPr>
          <p:cNvSpPr>
            <a:spLocks xmlns:a="http://schemas.openxmlformats.org/drawingml/2006/main" noGrp="1"/>
          </p:cNvSpPr>
          <p:nvPr/>
        </p:nvSpPr>
        <p:spPr>
          <a:xfrm xmlns:a="http://schemas.openxmlformats.org/drawingml/2006/main">
            <a:off x="609600" y="48577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5293"/>
                </a:solidFill>
                <a:latin typeface="Arial"/>
                <a:ea typeface="Arial"/>
                <a:cs typeface="Arial"/>
              </a:defRPr>
            </a:defPPr>
            <a:lvl1pPr>
              <a:buNone/>
              <a:defRPr sz="2175" b="1">
                <a:solidFill>
                  <a:srgbClr val="005293"/>
                </a:solidFill>
                <a:latin typeface="Arial"/>
                <a:ea typeface="Arial"/>
                <a:cs typeface="Arial"/>
              </a:defRPr>
            </a:lvl1pPr>
            <a:lvl2pPr>
              <a:buNone/>
              <a:defRPr sz="2175" b="1">
                <a:solidFill>
                  <a:srgbClr val="005293"/>
                </a:solidFill>
                <a:latin typeface="Arial"/>
                <a:ea typeface="Arial"/>
                <a:cs typeface="Arial"/>
              </a:defRPr>
            </a:lvl2pPr>
            <a:lvl3pPr>
              <a:buNone/>
              <a:defRPr sz="2175" b="1">
                <a:solidFill>
                  <a:srgbClr val="005293"/>
                </a:solidFill>
                <a:latin typeface="Arial"/>
                <a:ea typeface="Arial"/>
                <a:cs typeface="Arial"/>
              </a:defRPr>
            </a:lvl3pPr>
            <a:lvl4pPr>
              <a:buNone/>
              <a:defRPr sz="2175" b="1">
                <a:solidFill>
                  <a:srgbClr val="005293"/>
                </a:solidFill>
                <a:latin typeface="Arial"/>
                <a:ea typeface="Arial"/>
                <a:cs typeface="Arial"/>
              </a:defRPr>
            </a:lvl4pPr>
            <a:lvl5pPr>
              <a:buNone/>
              <a:defRPr sz="2175" b="1">
                <a:solidFill>
                  <a:srgbClr val="005293"/>
                </a:solidFill>
                <a:latin typeface="Arial"/>
                <a:ea typeface="Arial"/>
                <a:cs typeface="Arial"/>
              </a:defRPr>
            </a:lvl5pPr>
            <a:lvl6pPr>
              <a:buNone/>
              <a:defRPr sz="2175" b="1">
                <a:solidFill>
                  <a:srgbClr val="005293"/>
                </a:solidFill>
                <a:latin typeface="Arial"/>
                <a:ea typeface="Arial"/>
                <a:cs typeface="Arial"/>
              </a:defRPr>
            </a:lvl6pPr>
            <a:lvl7pPr>
              <a:buNone/>
              <a:defRPr sz="2175" b="1">
                <a:solidFill>
                  <a:srgbClr val="005293"/>
                </a:solidFill>
                <a:latin typeface="Arial"/>
                <a:ea typeface="Arial"/>
                <a:cs typeface="Arial"/>
              </a:defRPr>
            </a:lvl7pPr>
            <a:lvl8pPr>
              <a:buNone/>
              <a:defRPr sz="2175" b="1">
                <a:solidFill>
                  <a:srgbClr val="005293"/>
                </a:solidFill>
                <a:latin typeface="Arial"/>
                <a:ea typeface="Arial"/>
                <a:cs typeface="Arial"/>
              </a:defRPr>
            </a:lvl8pPr>
            <a:lvl9pPr>
              <a:buNone/>
              <a:defRPr sz="2175" b="1">
                <a:solidFill>
                  <a:srgbClr val="005293"/>
                </a:solidFill>
                <a:latin typeface="Arial"/>
                <a:ea typeface="Arial"/>
                <a:cs typeface="Arial"/>
              </a:defRPr>
            </a:lvl9pPr>
          </a:lstStyle>
          <a:p xmlns:a="http://schemas.openxmlformats.org/drawingml/2006/main">
            <a:pPr>
              <a:buNone/>
              <a:defRPr sz="2175" b="1">
                <a:solidFill>
                  <a:srgbClr val="005293"/>
                </a:solidFill>
                <a:latin typeface="Arial"/>
                <a:ea typeface="Arial"/>
                <a:cs typeface="Arial"/>
              </a:defRPr>
            </a:pPr>
            <a:r>
              <a:rPr sz="2175" b="1">
                <a:solidFill>
                  <a:srgbClr val="005293"/>
                </a:solidFill>
                <a:latin typeface="Arial"/>
                <a:ea typeface="Arial"/>
                <a:cs typeface="Arial"/>
              </a:rPr>
              <a:t>Gruppiere nur nach Position i und zähle die Tupel je Entity.</a:t>
            </a:r>
          </a:p>
        </p:txBody>
      </p:sp>
      <p:sp>
        <p:nvSpPr>
          <p:cNvPr id="6" name="">
            <a:extLst xmlns:a="http://schemas.openxmlformats.org/drawingml/2006/main">
              <a:ext uri="{FF2B5EF4-FFF2-40B4-BE49-F238E27FC236}">
                <a16:creationId xmlns:a16="http://schemas.microsoft.com/office/drawing/2014/main" id="{F50EA9FE-5AC3-4899-9DF5-21EC640CB943}"/>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buNone/>
              <a:defRPr sz="2025" b="0">
                <a:solidFill>
                  <a:srgbClr val="202B33"/>
                </a:solidFill>
                <a:latin typeface="Arial"/>
                <a:ea typeface="Arial"/>
                <a:cs typeface="Arial"/>
              </a:defRPr>
            </a:lvl1pPr>
            <a:lvl2pPr>
              <a:buNone/>
              <a:defRPr sz="2025" b="0">
                <a:solidFill>
                  <a:srgbClr val="202B33"/>
                </a:solidFill>
                <a:latin typeface="Arial"/>
                <a:ea typeface="Arial"/>
                <a:cs typeface="Arial"/>
              </a:defRPr>
            </a:lvl2pPr>
            <a:lvl3pPr>
              <a:buNone/>
              <a:defRPr sz="2025" b="0">
                <a:solidFill>
                  <a:srgbClr val="202B33"/>
                </a:solidFill>
                <a:latin typeface="Arial"/>
                <a:ea typeface="Arial"/>
                <a:cs typeface="Arial"/>
              </a:defRPr>
            </a:lvl3pPr>
            <a:lvl4pPr>
              <a:buNone/>
              <a:defRPr sz="2025" b="0">
                <a:solidFill>
                  <a:srgbClr val="202B33"/>
                </a:solidFill>
                <a:latin typeface="Arial"/>
                <a:ea typeface="Arial"/>
                <a:cs typeface="Arial"/>
              </a:defRPr>
            </a:lvl4pPr>
            <a:lvl5pPr>
              <a:buNone/>
              <a:defRPr sz="2025" b="0">
                <a:solidFill>
                  <a:srgbClr val="202B33"/>
                </a:solidFill>
                <a:latin typeface="Arial"/>
                <a:ea typeface="Arial"/>
                <a:cs typeface="Arial"/>
              </a:defRPr>
            </a:lvl5pPr>
            <a:lvl6pPr>
              <a:buNone/>
              <a:defRPr sz="2025" b="0">
                <a:solidFill>
                  <a:srgbClr val="202B33"/>
                </a:solidFill>
                <a:latin typeface="Arial"/>
                <a:ea typeface="Arial"/>
                <a:cs typeface="Arial"/>
              </a:defRPr>
            </a:lvl6pPr>
            <a:lvl7pPr>
              <a:buNone/>
              <a:defRPr sz="2025" b="0">
                <a:solidFill>
                  <a:srgbClr val="202B33"/>
                </a:solidFill>
                <a:latin typeface="Arial"/>
                <a:ea typeface="Arial"/>
                <a:cs typeface="Arial"/>
              </a:defRPr>
            </a:lvl7pPr>
            <a:lvl8pPr>
              <a:buNone/>
              <a:defRPr sz="2025" b="0">
                <a:solidFill>
                  <a:srgbClr val="202B33"/>
                </a:solidFill>
                <a:latin typeface="Arial"/>
                <a:ea typeface="Arial"/>
                <a:cs typeface="Arial"/>
              </a:defRPr>
            </a:lvl8pPr>
            <a:lvl9pPr>
              <a:buNone/>
              <a:defRPr sz="2025" b="0">
                <a:solidFill>
                  <a:srgbClr val="202B33"/>
                </a:solidFill>
                <a:latin typeface="Arial"/>
                <a:ea typeface="Arial"/>
                <a:cs typeface="Arial"/>
              </a:defRPr>
            </a:lvl9pPr>
          </a:lstStyle>
          <a:p xmlns:a="http://schemas.openxmlformats.org/drawingml/2006/main">
            <a:pPr>
              <a:buNone/>
              <a:defRPr sz="2025" b="0">
                <a:solidFill>
                  <a:srgbClr val="202B33"/>
                </a:solidFill>
                <a:latin typeface="Arial"/>
                <a:ea typeface="Arial"/>
                <a:cs typeface="Arial"/>
              </a:defRPr>
            </a:pPr>
            <a:r>
              <a:rPr sz="2025" b="0">
                <a:solidFill>
                  <a:srgbClr val="202B33"/>
                </a:solidFill>
                <a:latin typeface="Arial"/>
                <a:ea typeface="Arial"/>
                <a:cs typeface="Arial"/>
              </a:rPr>
              <a:t>Prüfe alle Entities aus Eᵢ. Ohne Beziehung gilt dᵢ(a) = 0.</a:t>
            </a:r>
          </a:p>
          <a:p xmlns:a="http://schemas.openxmlformats.org/drawingml/2006/main">
            <a:pPr>
              <a:buNone/>
              <a:defRPr sz="2025" b="0">
                <a:solidFill>
                  <a:srgbClr val="202B33"/>
                </a:solidFill>
                <a:latin typeface="Arial"/>
                <a:ea typeface="Arial"/>
                <a:cs typeface="Arial"/>
              </a:defRPr>
            </a:pPr>
            <a:r>
              <a:rPr sz="2025" b="0">
                <a:solidFill>
                  <a:srgbClr val="202B33"/>
                </a:solidFill>
                <a:latin typeface="Arial"/>
                <a:ea typeface="Arial"/>
                <a:cs typeface="Arial"/>
              </a:rPr>
              <a:t>Für endliche Grenzen gilt 0 ≤ l ≤ u.</a:t>
            </a:r>
          </a:p>
        </p:txBody>
      </p:sp>
    </p:spTree>
    <p:extLst>
      <p:ext uri="{BB962C8B-B14F-4D97-AF65-F5344CB8AC3E}">
        <p14:creationId xmlns:p14="http://schemas.microsoft.com/office/powerpoint/2010/main" val="157855664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EFD5C66-C3F7-40B5-A455-9FCF309142B1}"/>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Was wird fixiert, was wird gezählt?</a:t>
            </a:r>
          </a:p>
        </p:txBody>
      </p:sp>
      <p:sp>
        <p:nvSpPr>
          <p:cNvPr id="2" name="">
            <a:extLst xmlns:a="http://schemas.openxmlformats.org/drawingml/2006/main">
              <a:ext uri="{FF2B5EF4-FFF2-40B4-BE49-F238E27FC236}">
                <a16:creationId xmlns:a16="http://schemas.microsoft.com/office/drawing/2014/main" id="{E856D7CB-CE8F-431A-8489-BC51E4A640C9}"/>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652D0ECF-C1E8-4D5B-9C3C-B42888DF801A}"/>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27</a:t>
            </a:r>
          </a:p>
        </p:txBody>
      </p:sp>
      <p:sp>
        <p:nvSpPr>
          <p:cNvPr id="4" name="">
            <a:extLst xmlns:a="http://schemas.openxmlformats.org/drawingml/2006/main">
              <a:ext uri="{FF2B5EF4-FFF2-40B4-BE49-F238E27FC236}">
                <a16:creationId xmlns:a16="http://schemas.microsoft.com/office/drawing/2014/main" id="{FDFE9576-FBF1-4E67-BF1B-B15C192405BC}"/>
              </a:ext>
            </a:extLst>
          </p:cNvPr>
          <p:cNvSpPr>
            <a:spLocks xmlns:a="http://schemas.openxmlformats.org/drawingml/2006/main" noGrp="1"/>
          </p:cNvSpPr>
          <p:nvPr/>
        </p:nvSpPr>
        <p:spPr>
          <a:xfrm xmlns:a="http://schemas.openxmlformats.org/drawingml/2006/main">
            <a:off x="609600" y="13525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buNone/>
              <a:defRPr sz="1875" b="1">
                <a:solidFill>
                  <a:srgbClr val="005293"/>
                </a:solidFill>
                <a:latin typeface="Arial"/>
                <a:ea typeface="Arial"/>
                <a:cs typeface="Arial"/>
              </a:defRPr>
            </a:lvl1pPr>
            <a:lvl2pPr>
              <a:buNone/>
              <a:defRPr sz="1875" b="1">
                <a:solidFill>
                  <a:srgbClr val="005293"/>
                </a:solidFill>
                <a:latin typeface="Arial"/>
                <a:ea typeface="Arial"/>
                <a:cs typeface="Arial"/>
              </a:defRPr>
            </a:lvl2pPr>
            <a:lvl3pPr>
              <a:buNone/>
              <a:defRPr sz="1875" b="1">
                <a:solidFill>
                  <a:srgbClr val="005293"/>
                </a:solidFill>
                <a:latin typeface="Arial"/>
                <a:ea typeface="Arial"/>
                <a:cs typeface="Arial"/>
              </a:defRPr>
            </a:lvl3pPr>
            <a:lvl4pPr>
              <a:buNone/>
              <a:defRPr sz="1875" b="1">
                <a:solidFill>
                  <a:srgbClr val="005293"/>
                </a:solidFill>
                <a:latin typeface="Arial"/>
                <a:ea typeface="Arial"/>
                <a:cs typeface="Arial"/>
              </a:defRPr>
            </a:lvl4pPr>
            <a:lvl5pPr>
              <a:buNone/>
              <a:defRPr sz="1875" b="1">
                <a:solidFill>
                  <a:srgbClr val="005293"/>
                </a:solidFill>
                <a:latin typeface="Arial"/>
                <a:ea typeface="Arial"/>
                <a:cs typeface="Arial"/>
              </a:defRPr>
            </a:lvl5pPr>
            <a:lvl6pPr>
              <a:buNone/>
              <a:defRPr sz="1875" b="1">
                <a:solidFill>
                  <a:srgbClr val="005293"/>
                </a:solidFill>
                <a:latin typeface="Arial"/>
                <a:ea typeface="Arial"/>
                <a:cs typeface="Arial"/>
              </a:defRPr>
            </a:lvl6pPr>
            <a:lvl7pPr>
              <a:buNone/>
              <a:defRPr sz="1875" b="1">
                <a:solidFill>
                  <a:srgbClr val="005293"/>
                </a:solidFill>
                <a:latin typeface="Arial"/>
                <a:ea typeface="Arial"/>
                <a:cs typeface="Arial"/>
              </a:defRPr>
            </a:lvl7pPr>
            <a:lvl8pPr>
              <a:buNone/>
              <a:defRPr sz="1875" b="1">
                <a:solidFill>
                  <a:srgbClr val="005293"/>
                </a:solidFill>
                <a:latin typeface="Arial"/>
                <a:ea typeface="Arial"/>
                <a:cs typeface="Arial"/>
              </a:defRPr>
            </a:lvl8pPr>
            <a:lvl9pPr>
              <a:buNone/>
              <a:defRPr sz="1875" b="1">
                <a:solidFill>
                  <a:srgbClr val="005293"/>
                </a:solidFill>
                <a:latin typeface="Arial"/>
                <a:ea typeface="Arial"/>
                <a:cs typeface="Arial"/>
              </a:defRPr>
            </a:lvl9pPr>
          </a:lstStyle>
          <a:p xmlns:a="http://schemas.openxmlformats.org/drawingml/2006/main">
            <a:pPr>
              <a:buNone/>
              <a:defRPr sz="1875" b="1">
                <a:solidFill>
                  <a:srgbClr val="005293"/>
                </a:solidFill>
                <a:latin typeface="Arial"/>
                <a:ea typeface="Arial"/>
                <a:cs typeface="Arial"/>
              </a:defRPr>
            </a:pPr>
            <a:r>
              <a:rPr sz="1875" b="1">
                <a:solidFill>
                  <a:srgbClr val="005293"/>
                </a:solidFill>
                <a:latin typeface="Arial"/>
                <a:ea typeface="Arial"/>
                <a:cs typeface="Arial"/>
              </a:rPr>
              <a:t>Funktionalität an Eᵢ: alle übrigen Rollen fixieren</a:t>
            </a:r>
          </a:p>
        </p:txBody>
      </p:sp>
      <p:graphicFrame>
        <p:nvGraphicFramePr>
          <p:cNvPr id="5" name="">
            <a:extLst xmlns:a="http://schemas.openxmlformats.org/drawingml/2006/main">
              <a:ext uri="{FF2B5EF4-FFF2-40B4-BE49-F238E27FC236}">
                <a16:creationId xmlns:a16="http://schemas.microsoft.com/office/drawing/2014/main" id="{74B1E9C8-C7E2-4876-B410-D4E18C5C883C}"/>
              </a:ext>
            </a:extLst>
          </p:cNvPr>
          <p:cNvGraphicFramePr/>
          <p:nvPr/>
        </p:nvGraphicFramePr>
        <p:xfrm>
          <a:off xmlns:a="http://schemas.openxmlformats.org/drawingml/2006/main" x="609600" y="1885950"/>
          <a:ext xmlns:a="http://schemas.openxmlformats.org/drawingml/2006/main" cx="10972800" cy="1219200"/>
        </p:xfrm>
        <a:graphic xmlns:a="http://schemas.openxmlformats.org/drawingml/2006/main">
          <a:graphicData uri="http://schemas.openxmlformats.org/drawingml/2006/table">
            <a:tbl>
              <a:tblPr/>
              <a:tblGrid>
                <a:gridCol w="2571750"/>
                <a:gridCol w="952500"/>
                <a:gridCol w="3924300"/>
                <a:gridCol w="952500"/>
                <a:gridCol w="2571750"/>
              </a:tblGrid>
              <a:tr h="609600">
                <a:tc>
                  <a:txBody>
                    <a:bodyPr/>
                    <a:lstStyle/>
                    <a:p>
                      <a:r>
                        <a:rPr sz="2025" b="1">
                          <a:solidFill>
                            <a:srgbClr val="FFFFFF"/>
                          </a:solidFill>
                          <a:latin typeface="Arial"/>
                          <a:ea typeface="Arial"/>
                          <a:cs typeface="Arial"/>
                        </a:rPr>
                        <a:t>E₁</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Eᵢ</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Eₙ</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609600">
                <a:tc>
                  <a:txBody>
                    <a:bodyPr/>
                    <a:lstStyle/>
                    <a:p>
                      <a:r>
                        <a:rPr sz="2025" b="0">
                          <a:solidFill>
                            <a:srgbClr val="202B33"/>
                          </a:solidFill>
                          <a:latin typeface="Arial"/>
                          <a:ea typeface="Arial"/>
                          <a:cs typeface="Arial"/>
                        </a:rPr>
                        <a:t>e₁ fest</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x variabel</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eₙ fest</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A381AD6B-914F-4A0E-9301-BCF81441A27E}"/>
              </a:ext>
            </a:extLst>
          </p:cNvPr>
          <p:cNvSpPr>
            <a:spLocks xmlns:a="http://schemas.openxmlformats.org/drawingml/2006/main" noGrp="1"/>
          </p:cNvSpPr>
          <p:nvPr/>
        </p:nvSpPr>
        <p:spPr>
          <a:xfrm xmlns:a="http://schemas.openxmlformats.org/drawingml/2006/main">
            <a:off x="609600" y="33147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5293"/>
                </a:solidFill>
                <a:latin typeface="Arial"/>
                <a:ea typeface="Arial"/>
                <a:cs typeface="Arial"/>
              </a:defRPr>
            </a:defPPr>
            <a:lvl1pPr>
              <a:buNone/>
              <a:defRPr sz="2250" b="1">
                <a:solidFill>
                  <a:srgbClr val="005293"/>
                </a:solidFill>
                <a:latin typeface="Arial"/>
                <a:ea typeface="Arial"/>
                <a:cs typeface="Arial"/>
              </a:defRPr>
            </a:lvl1pPr>
            <a:lvl2pPr>
              <a:buNone/>
              <a:defRPr sz="2250" b="1">
                <a:solidFill>
                  <a:srgbClr val="005293"/>
                </a:solidFill>
                <a:latin typeface="Arial"/>
                <a:ea typeface="Arial"/>
                <a:cs typeface="Arial"/>
              </a:defRPr>
            </a:lvl2pPr>
            <a:lvl3pPr>
              <a:buNone/>
              <a:defRPr sz="2250" b="1">
                <a:solidFill>
                  <a:srgbClr val="005293"/>
                </a:solidFill>
                <a:latin typeface="Arial"/>
                <a:ea typeface="Arial"/>
                <a:cs typeface="Arial"/>
              </a:defRPr>
            </a:lvl3pPr>
            <a:lvl4pPr>
              <a:buNone/>
              <a:defRPr sz="2250" b="1">
                <a:solidFill>
                  <a:srgbClr val="005293"/>
                </a:solidFill>
                <a:latin typeface="Arial"/>
                <a:ea typeface="Arial"/>
                <a:cs typeface="Arial"/>
              </a:defRPr>
            </a:lvl4pPr>
            <a:lvl5pPr>
              <a:buNone/>
              <a:defRPr sz="2250" b="1">
                <a:solidFill>
                  <a:srgbClr val="005293"/>
                </a:solidFill>
                <a:latin typeface="Arial"/>
                <a:ea typeface="Arial"/>
                <a:cs typeface="Arial"/>
              </a:defRPr>
            </a:lvl5pPr>
            <a:lvl6pPr>
              <a:buNone/>
              <a:defRPr sz="2250" b="1">
                <a:solidFill>
                  <a:srgbClr val="005293"/>
                </a:solidFill>
                <a:latin typeface="Arial"/>
                <a:ea typeface="Arial"/>
                <a:cs typeface="Arial"/>
              </a:defRPr>
            </a:lvl6pPr>
            <a:lvl7pPr>
              <a:buNone/>
              <a:defRPr sz="2250" b="1">
                <a:solidFill>
                  <a:srgbClr val="005293"/>
                </a:solidFill>
                <a:latin typeface="Arial"/>
                <a:ea typeface="Arial"/>
                <a:cs typeface="Arial"/>
              </a:defRPr>
            </a:lvl7pPr>
            <a:lvl8pPr>
              <a:buNone/>
              <a:defRPr sz="2250" b="1">
                <a:solidFill>
                  <a:srgbClr val="005293"/>
                </a:solidFill>
                <a:latin typeface="Arial"/>
                <a:ea typeface="Arial"/>
                <a:cs typeface="Arial"/>
              </a:defRPr>
            </a:lvl8pPr>
            <a:lvl9pPr>
              <a:buNone/>
              <a:defRPr sz="2250" b="1">
                <a:solidFill>
                  <a:srgbClr val="005293"/>
                </a:solidFill>
                <a:latin typeface="Arial"/>
                <a:ea typeface="Arial"/>
                <a:cs typeface="Arial"/>
              </a:defRPr>
            </a:lvl9pPr>
          </a:lstStyle>
          <a:p xmlns:a="http://schemas.openxmlformats.org/drawingml/2006/main">
            <a:pPr>
              <a:buNone/>
              <a:defRPr sz="2250" b="1">
                <a:solidFill>
                  <a:srgbClr val="005293"/>
                </a:solidFill>
                <a:latin typeface="Arial"/>
                <a:ea typeface="Arial"/>
                <a:cs typeface="Arial"/>
              </a:defRPr>
            </a:pPr>
            <a:r>
              <a:rPr sz="2250" b="1">
                <a:solidFill>
                  <a:srgbClr val="005293"/>
                </a:solidFill>
                <a:latin typeface="Arial"/>
                <a:ea typeface="Arial"/>
                <a:cs typeface="Arial"/>
              </a:rPr>
              <a:t>Anzahl verschiedener x je festem Resttupel ≤ kᵢ</a:t>
            </a:r>
          </a:p>
        </p:txBody>
      </p:sp>
      <p:sp>
        <p:nvSpPr>
          <p:cNvPr id="7" name="">
            <a:extLst xmlns:a="http://schemas.openxmlformats.org/drawingml/2006/main">
              <a:ext uri="{FF2B5EF4-FFF2-40B4-BE49-F238E27FC236}">
                <a16:creationId xmlns:a16="http://schemas.microsoft.com/office/drawing/2014/main" id="{EFC392CC-596F-4EC8-A0A4-F722E84DC053}"/>
              </a:ext>
            </a:extLst>
          </p:cNvPr>
          <p:cNvSpPr>
            <a:spLocks xmlns:a="http://schemas.openxmlformats.org/drawingml/2006/main" noGrp="1"/>
          </p:cNvSpPr>
          <p:nvPr/>
        </p:nvSpPr>
        <p:spPr>
          <a:xfrm xmlns:a="http://schemas.openxmlformats.org/drawingml/2006/main">
            <a:off x="609600" y="40862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buNone/>
              <a:defRPr sz="1875" b="1">
                <a:solidFill>
                  <a:srgbClr val="005293"/>
                </a:solidFill>
                <a:latin typeface="Arial"/>
                <a:ea typeface="Arial"/>
                <a:cs typeface="Arial"/>
              </a:defRPr>
            </a:lvl1pPr>
            <a:lvl2pPr>
              <a:buNone/>
              <a:defRPr sz="1875" b="1">
                <a:solidFill>
                  <a:srgbClr val="005293"/>
                </a:solidFill>
                <a:latin typeface="Arial"/>
                <a:ea typeface="Arial"/>
                <a:cs typeface="Arial"/>
              </a:defRPr>
            </a:lvl2pPr>
            <a:lvl3pPr>
              <a:buNone/>
              <a:defRPr sz="1875" b="1">
                <a:solidFill>
                  <a:srgbClr val="005293"/>
                </a:solidFill>
                <a:latin typeface="Arial"/>
                <a:ea typeface="Arial"/>
                <a:cs typeface="Arial"/>
              </a:defRPr>
            </a:lvl3pPr>
            <a:lvl4pPr>
              <a:buNone/>
              <a:defRPr sz="1875" b="1">
                <a:solidFill>
                  <a:srgbClr val="005293"/>
                </a:solidFill>
                <a:latin typeface="Arial"/>
                <a:ea typeface="Arial"/>
                <a:cs typeface="Arial"/>
              </a:defRPr>
            </a:lvl4pPr>
            <a:lvl5pPr>
              <a:buNone/>
              <a:defRPr sz="1875" b="1">
                <a:solidFill>
                  <a:srgbClr val="005293"/>
                </a:solidFill>
                <a:latin typeface="Arial"/>
                <a:ea typeface="Arial"/>
                <a:cs typeface="Arial"/>
              </a:defRPr>
            </a:lvl5pPr>
            <a:lvl6pPr>
              <a:buNone/>
              <a:defRPr sz="1875" b="1">
                <a:solidFill>
                  <a:srgbClr val="005293"/>
                </a:solidFill>
                <a:latin typeface="Arial"/>
                <a:ea typeface="Arial"/>
                <a:cs typeface="Arial"/>
              </a:defRPr>
            </a:lvl6pPr>
            <a:lvl7pPr>
              <a:buNone/>
              <a:defRPr sz="1875" b="1">
                <a:solidFill>
                  <a:srgbClr val="005293"/>
                </a:solidFill>
                <a:latin typeface="Arial"/>
                <a:ea typeface="Arial"/>
                <a:cs typeface="Arial"/>
              </a:defRPr>
            </a:lvl7pPr>
            <a:lvl8pPr>
              <a:buNone/>
              <a:defRPr sz="1875" b="1">
                <a:solidFill>
                  <a:srgbClr val="005293"/>
                </a:solidFill>
                <a:latin typeface="Arial"/>
                <a:ea typeface="Arial"/>
                <a:cs typeface="Arial"/>
              </a:defRPr>
            </a:lvl8pPr>
            <a:lvl9pPr>
              <a:buNone/>
              <a:defRPr sz="1875" b="1">
                <a:solidFill>
                  <a:srgbClr val="005293"/>
                </a:solidFill>
                <a:latin typeface="Arial"/>
                <a:ea typeface="Arial"/>
                <a:cs typeface="Arial"/>
              </a:defRPr>
            </a:lvl9pPr>
          </a:lstStyle>
          <a:p xmlns:a="http://schemas.openxmlformats.org/drawingml/2006/main">
            <a:pPr>
              <a:buNone/>
              <a:defRPr sz="1875" b="1">
                <a:solidFill>
                  <a:srgbClr val="005293"/>
                </a:solidFill>
                <a:latin typeface="Arial"/>
                <a:ea typeface="Arial"/>
                <a:cs typeface="Arial"/>
              </a:defRPr>
            </a:pPr>
            <a:r>
              <a:rPr sz="1875" b="1">
                <a:solidFill>
                  <a:srgbClr val="005293"/>
                </a:solidFill>
                <a:latin typeface="Arial"/>
                <a:ea typeface="Arial"/>
                <a:cs typeface="Arial"/>
              </a:rPr>
              <a:t>Min–max an Eᵢ: genau die i-te Rolle fixieren</a:t>
            </a:r>
          </a:p>
        </p:txBody>
      </p:sp>
      <p:graphicFrame>
        <p:nvGraphicFramePr>
          <p:cNvPr id="8" name="">
            <a:extLst xmlns:a="http://schemas.openxmlformats.org/drawingml/2006/main">
              <a:ext uri="{FF2B5EF4-FFF2-40B4-BE49-F238E27FC236}">
                <a16:creationId xmlns:a16="http://schemas.microsoft.com/office/drawing/2014/main" id="{29AFBF47-F4E9-474C-A7D1-4AADC1794096}"/>
              </a:ext>
            </a:extLst>
          </p:cNvPr>
          <p:cNvGraphicFramePr/>
          <p:nvPr/>
        </p:nvGraphicFramePr>
        <p:xfrm>
          <a:off xmlns:a="http://schemas.openxmlformats.org/drawingml/2006/main" x="609600" y="4552950"/>
          <a:ext xmlns:a="http://schemas.openxmlformats.org/drawingml/2006/main" cx="10972800" cy="1085850"/>
        </p:xfrm>
        <a:graphic xmlns:a="http://schemas.openxmlformats.org/drawingml/2006/main">
          <a:graphicData uri="http://schemas.openxmlformats.org/drawingml/2006/table">
            <a:tbl>
              <a:tblPr/>
              <a:tblGrid>
                <a:gridCol w="2571750"/>
                <a:gridCol w="952500"/>
                <a:gridCol w="3924300"/>
                <a:gridCol w="952500"/>
                <a:gridCol w="2571750"/>
              </a:tblGrid>
              <a:tr h="542925">
                <a:tc>
                  <a:txBody>
                    <a:bodyPr/>
                    <a:lstStyle/>
                    <a:p>
                      <a:r>
                        <a:rPr sz="2025" b="1">
                          <a:solidFill>
                            <a:srgbClr val="FFFFFF"/>
                          </a:solidFill>
                          <a:latin typeface="Arial"/>
                          <a:ea typeface="Arial"/>
                          <a:cs typeface="Arial"/>
                        </a:rPr>
                        <a:t>E₁</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Eᵢ</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Eₙ</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542925">
                <a:tc>
                  <a:txBody>
                    <a:bodyPr/>
                    <a:lstStyle/>
                    <a:p>
                      <a:r>
                        <a:rPr sz="2025" b="0">
                          <a:solidFill>
                            <a:srgbClr val="202B33"/>
                          </a:solidFill>
                          <a:latin typeface="Arial"/>
                          <a:ea typeface="Arial"/>
                          <a:cs typeface="Arial"/>
                        </a:rPr>
                        <a:t>variabel</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a fest</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variabel</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BEEA06D7-6760-4DC1-8174-4664A912AFC1}"/>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05293"/>
                </a:solidFill>
                <a:latin typeface="Arial"/>
                <a:ea typeface="Arial"/>
                <a:cs typeface="Arial"/>
              </a:defRPr>
            </a:defPPr>
            <a:lvl1pPr>
              <a:buNone/>
              <a:defRPr sz="2025" b="1">
                <a:solidFill>
                  <a:srgbClr val="005293"/>
                </a:solidFill>
                <a:latin typeface="Arial"/>
                <a:ea typeface="Arial"/>
                <a:cs typeface="Arial"/>
              </a:defRPr>
            </a:lvl1pPr>
            <a:lvl2pPr>
              <a:buNone/>
              <a:defRPr sz="2025" b="1">
                <a:solidFill>
                  <a:srgbClr val="005293"/>
                </a:solidFill>
                <a:latin typeface="Arial"/>
                <a:ea typeface="Arial"/>
                <a:cs typeface="Arial"/>
              </a:defRPr>
            </a:lvl2pPr>
            <a:lvl3pPr>
              <a:buNone/>
              <a:defRPr sz="2025" b="1">
                <a:solidFill>
                  <a:srgbClr val="005293"/>
                </a:solidFill>
                <a:latin typeface="Arial"/>
                <a:ea typeface="Arial"/>
                <a:cs typeface="Arial"/>
              </a:defRPr>
            </a:lvl3pPr>
            <a:lvl4pPr>
              <a:buNone/>
              <a:defRPr sz="2025" b="1">
                <a:solidFill>
                  <a:srgbClr val="005293"/>
                </a:solidFill>
                <a:latin typeface="Arial"/>
                <a:ea typeface="Arial"/>
                <a:cs typeface="Arial"/>
              </a:defRPr>
            </a:lvl4pPr>
            <a:lvl5pPr>
              <a:buNone/>
              <a:defRPr sz="2025" b="1">
                <a:solidFill>
                  <a:srgbClr val="005293"/>
                </a:solidFill>
                <a:latin typeface="Arial"/>
                <a:ea typeface="Arial"/>
                <a:cs typeface="Arial"/>
              </a:defRPr>
            </a:lvl5pPr>
            <a:lvl6pPr>
              <a:buNone/>
              <a:defRPr sz="2025" b="1">
                <a:solidFill>
                  <a:srgbClr val="005293"/>
                </a:solidFill>
                <a:latin typeface="Arial"/>
                <a:ea typeface="Arial"/>
                <a:cs typeface="Arial"/>
              </a:defRPr>
            </a:lvl6pPr>
            <a:lvl7pPr>
              <a:buNone/>
              <a:defRPr sz="2025" b="1">
                <a:solidFill>
                  <a:srgbClr val="005293"/>
                </a:solidFill>
                <a:latin typeface="Arial"/>
                <a:ea typeface="Arial"/>
                <a:cs typeface="Arial"/>
              </a:defRPr>
            </a:lvl7pPr>
            <a:lvl8pPr>
              <a:buNone/>
              <a:defRPr sz="2025" b="1">
                <a:solidFill>
                  <a:srgbClr val="005293"/>
                </a:solidFill>
                <a:latin typeface="Arial"/>
                <a:ea typeface="Arial"/>
                <a:cs typeface="Arial"/>
              </a:defRPr>
            </a:lvl8pPr>
            <a:lvl9pPr>
              <a:buNone/>
              <a:defRPr sz="2025" b="1">
                <a:solidFill>
                  <a:srgbClr val="005293"/>
                </a:solidFill>
                <a:latin typeface="Arial"/>
                <a:ea typeface="Arial"/>
                <a:cs typeface="Arial"/>
              </a:defRPr>
            </a:lvl9pPr>
          </a:lstStyle>
          <a:p xmlns:a="http://schemas.openxmlformats.org/drawingml/2006/main">
            <a:pPr>
              <a:buNone/>
              <a:defRPr sz="2025" b="1">
                <a:solidFill>
                  <a:srgbClr val="005293"/>
                </a:solidFill>
                <a:latin typeface="Arial"/>
                <a:ea typeface="Arial"/>
                <a:cs typeface="Arial"/>
              </a:defRPr>
            </a:pPr>
            <a:r>
              <a:rPr sz="2025" b="1">
                <a:solidFill>
                  <a:srgbClr val="005293"/>
                </a:solidFill>
                <a:latin typeface="Arial"/>
                <a:ea typeface="Arial"/>
                <a:cs typeface="Arial"/>
              </a:rPr>
              <a:t>Anzahl vollständiger Tupel mit diesem a liegt in [minᵢ, maxᵢ].</a:t>
            </a:r>
          </a:p>
        </p:txBody>
      </p:sp>
    </p:spTree>
    <p:extLst>
      <p:ext uri="{BB962C8B-B14F-4D97-AF65-F5344CB8AC3E}">
        <p14:creationId xmlns:p14="http://schemas.microsoft.com/office/powerpoint/2010/main" val="298638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99778B-1051-4C31-AB73-2D0AE3BBD6B1}"/>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Die Bedingungen sind nicht austauschbar</a:t>
            </a:r>
          </a:p>
        </p:txBody>
      </p:sp>
      <p:sp>
        <p:nvSpPr>
          <p:cNvPr id="2" name="">
            <a:extLst xmlns:a="http://schemas.openxmlformats.org/drawingml/2006/main">
              <a:ext uri="{FF2B5EF4-FFF2-40B4-BE49-F238E27FC236}">
                <a16:creationId xmlns:a16="http://schemas.microsoft.com/office/drawing/2014/main" id="{FE5C63E0-D5FA-4E60-8177-A948D4D63729}"/>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C94D3131-D252-4C4A-A9BF-DBB49730AC0B}"/>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28</a:t>
            </a:r>
          </a:p>
        </p:txBody>
      </p:sp>
      <p:sp>
        <p:nvSpPr>
          <p:cNvPr id="4" name="">
            <a:extLst xmlns:a="http://schemas.openxmlformats.org/drawingml/2006/main">
              <a:ext uri="{FF2B5EF4-FFF2-40B4-BE49-F238E27FC236}">
                <a16:creationId xmlns:a16="http://schemas.microsoft.com/office/drawing/2014/main" id="{444050ED-57F8-4220-A5AF-E837EA84DFC7}"/>
              </a:ext>
            </a:extLst>
          </p:cNvPr>
          <p:cNvSpPr>
            <a:spLocks xmlns:a="http://schemas.openxmlformats.org/drawingml/2006/main" noGrp="1"/>
          </p:cNvSpPr>
          <p:nvPr/>
        </p:nvSpPr>
        <p:spPr>
          <a:xfrm xmlns:a="http://schemas.openxmlformats.org/drawingml/2006/main">
            <a:off x="609600" y="13620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5293"/>
                </a:solidFill>
                <a:latin typeface="Arial"/>
                <a:ea typeface="Arial"/>
                <a:cs typeface="Arial"/>
              </a:defRPr>
            </a:defPPr>
            <a:lvl1pPr>
              <a:buNone/>
              <a:defRPr sz="2250" b="1">
                <a:solidFill>
                  <a:srgbClr val="005293"/>
                </a:solidFill>
                <a:latin typeface="Arial"/>
                <a:ea typeface="Arial"/>
                <a:cs typeface="Arial"/>
              </a:defRPr>
            </a:lvl1pPr>
            <a:lvl2pPr>
              <a:buNone/>
              <a:defRPr sz="2250" b="1">
                <a:solidFill>
                  <a:srgbClr val="005293"/>
                </a:solidFill>
                <a:latin typeface="Arial"/>
                <a:ea typeface="Arial"/>
                <a:cs typeface="Arial"/>
              </a:defRPr>
            </a:lvl2pPr>
            <a:lvl3pPr>
              <a:buNone/>
              <a:defRPr sz="2250" b="1">
                <a:solidFill>
                  <a:srgbClr val="005293"/>
                </a:solidFill>
                <a:latin typeface="Arial"/>
                <a:ea typeface="Arial"/>
                <a:cs typeface="Arial"/>
              </a:defRPr>
            </a:lvl3pPr>
            <a:lvl4pPr>
              <a:buNone/>
              <a:defRPr sz="2250" b="1">
                <a:solidFill>
                  <a:srgbClr val="005293"/>
                </a:solidFill>
                <a:latin typeface="Arial"/>
                <a:ea typeface="Arial"/>
                <a:cs typeface="Arial"/>
              </a:defRPr>
            </a:lvl4pPr>
            <a:lvl5pPr>
              <a:buNone/>
              <a:defRPr sz="2250" b="1">
                <a:solidFill>
                  <a:srgbClr val="005293"/>
                </a:solidFill>
                <a:latin typeface="Arial"/>
                <a:ea typeface="Arial"/>
                <a:cs typeface="Arial"/>
              </a:defRPr>
            </a:lvl5pPr>
            <a:lvl6pPr>
              <a:buNone/>
              <a:defRPr sz="2250" b="1">
                <a:solidFill>
                  <a:srgbClr val="005293"/>
                </a:solidFill>
                <a:latin typeface="Arial"/>
                <a:ea typeface="Arial"/>
                <a:cs typeface="Arial"/>
              </a:defRPr>
            </a:lvl6pPr>
            <a:lvl7pPr>
              <a:buNone/>
              <a:defRPr sz="2250" b="1">
                <a:solidFill>
                  <a:srgbClr val="005293"/>
                </a:solidFill>
                <a:latin typeface="Arial"/>
                <a:ea typeface="Arial"/>
                <a:cs typeface="Arial"/>
              </a:defRPr>
            </a:lvl7pPr>
            <a:lvl8pPr>
              <a:buNone/>
              <a:defRPr sz="2250" b="1">
                <a:solidFill>
                  <a:srgbClr val="005293"/>
                </a:solidFill>
                <a:latin typeface="Arial"/>
                <a:ea typeface="Arial"/>
                <a:cs typeface="Arial"/>
              </a:defRPr>
            </a:lvl8pPr>
            <a:lvl9pPr>
              <a:buNone/>
              <a:defRPr sz="2250" b="1">
                <a:solidFill>
                  <a:srgbClr val="005293"/>
                </a:solidFill>
                <a:latin typeface="Arial"/>
                <a:ea typeface="Arial"/>
                <a:cs typeface="Arial"/>
              </a:defRPr>
            </a:lvl9pPr>
          </a:lstStyle>
          <a:p xmlns:a="http://schemas.openxmlformats.org/drawingml/2006/main">
            <a:pPr>
              <a:buNone/>
              <a:defRPr sz="2250" b="1">
                <a:solidFill>
                  <a:srgbClr val="005293"/>
                </a:solidFill>
                <a:latin typeface="Arial"/>
                <a:ea typeface="Arial"/>
                <a:cs typeface="Arial"/>
              </a:defRPr>
            </a:pPr>
            <a:r>
              <a:rPr sz="2250" b="1">
                <a:solidFill>
                  <a:srgbClr val="005293"/>
                </a:solidFill>
                <a:latin typeface="Arial"/>
                <a:ea typeface="Arial"/>
                <a:cs typeface="Arial"/>
              </a:rPr>
              <a:t>Für n ≥ 3 zählen die Bedingungen unterschiedliche Mengen.</a:t>
            </a:r>
          </a:p>
        </p:txBody>
      </p:sp>
      <p:sp>
        <p:nvSpPr>
          <p:cNvPr id="5" name="">
            <a:extLst xmlns:a="http://schemas.openxmlformats.org/drawingml/2006/main">
              <a:ext uri="{FF2B5EF4-FFF2-40B4-BE49-F238E27FC236}">
                <a16:creationId xmlns:a16="http://schemas.microsoft.com/office/drawing/2014/main" id="{EB234A5D-4895-4755-ACC1-A61C3DF13495}"/>
              </a:ext>
            </a:extLst>
          </p:cNvPr>
          <p:cNvSpPr>
            <a:spLocks xmlns:a="http://schemas.openxmlformats.org/drawingml/2006/main" noGrp="1"/>
          </p:cNvSpPr>
          <p:nvPr/>
        </p:nvSpPr>
        <p:spPr>
          <a:xfrm xmlns:a="http://schemas.openxmlformats.org/drawingml/2006/main">
            <a:off x="609600" y="2190750"/>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005293"/>
                </a:solidFill>
                <a:latin typeface="Arial"/>
                <a:ea typeface="Arial"/>
                <a:cs typeface="Arial"/>
              </a:defRPr>
            </a:defPPr>
            <a:lvl1pPr>
              <a:buNone/>
              <a:defRPr sz="2625" b="1">
                <a:solidFill>
                  <a:srgbClr val="005293"/>
                </a:solidFill>
                <a:latin typeface="Arial"/>
                <a:ea typeface="Arial"/>
                <a:cs typeface="Arial"/>
              </a:defRPr>
            </a:lvl1pPr>
            <a:lvl2pPr>
              <a:buNone/>
              <a:defRPr sz="2625" b="1">
                <a:solidFill>
                  <a:srgbClr val="005293"/>
                </a:solidFill>
                <a:latin typeface="Arial"/>
                <a:ea typeface="Arial"/>
                <a:cs typeface="Arial"/>
              </a:defRPr>
            </a:lvl2pPr>
            <a:lvl3pPr>
              <a:buNone/>
              <a:defRPr sz="2625" b="1">
                <a:solidFill>
                  <a:srgbClr val="005293"/>
                </a:solidFill>
                <a:latin typeface="Arial"/>
                <a:ea typeface="Arial"/>
                <a:cs typeface="Arial"/>
              </a:defRPr>
            </a:lvl3pPr>
            <a:lvl4pPr>
              <a:buNone/>
              <a:defRPr sz="2625" b="1">
                <a:solidFill>
                  <a:srgbClr val="005293"/>
                </a:solidFill>
                <a:latin typeface="Arial"/>
                <a:ea typeface="Arial"/>
                <a:cs typeface="Arial"/>
              </a:defRPr>
            </a:lvl4pPr>
            <a:lvl5pPr>
              <a:buNone/>
              <a:defRPr sz="2625" b="1">
                <a:solidFill>
                  <a:srgbClr val="005293"/>
                </a:solidFill>
                <a:latin typeface="Arial"/>
                <a:ea typeface="Arial"/>
                <a:cs typeface="Arial"/>
              </a:defRPr>
            </a:lvl5pPr>
            <a:lvl6pPr>
              <a:buNone/>
              <a:defRPr sz="2625" b="1">
                <a:solidFill>
                  <a:srgbClr val="005293"/>
                </a:solidFill>
                <a:latin typeface="Arial"/>
                <a:ea typeface="Arial"/>
                <a:cs typeface="Arial"/>
              </a:defRPr>
            </a:lvl6pPr>
            <a:lvl7pPr>
              <a:buNone/>
              <a:defRPr sz="2625" b="1">
                <a:solidFill>
                  <a:srgbClr val="005293"/>
                </a:solidFill>
                <a:latin typeface="Arial"/>
                <a:ea typeface="Arial"/>
                <a:cs typeface="Arial"/>
              </a:defRPr>
            </a:lvl7pPr>
            <a:lvl8pPr>
              <a:buNone/>
              <a:defRPr sz="2625" b="1">
                <a:solidFill>
                  <a:srgbClr val="005293"/>
                </a:solidFill>
                <a:latin typeface="Arial"/>
                <a:ea typeface="Arial"/>
                <a:cs typeface="Arial"/>
              </a:defRPr>
            </a:lvl8pPr>
            <a:lvl9pPr>
              <a:buNone/>
              <a:defRPr sz="2625" b="1">
                <a:solidFill>
                  <a:srgbClr val="005293"/>
                </a:solidFill>
                <a:latin typeface="Arial"/>
                <a:ea typeface="Arial"/>
                <a:cs typeface="Arial"/>
              </a:defRPr>
            </a:lvl9pPr>
          </a:lstStyle>
          <a:p xmlns:a="http://schemas.openxmlformats.org/drawingml/2006/main">
            <a:pPr>
              <a:buNone/>
              <a:defRPr sz="2625" b="1">
                <a:solidFill>
                  <a:srgbClr val="005293"/>
                </a:solidFill>
                <a:latin typeface="Arial"/>
                <a:ea typeface="Arial"/>
                <a:cs typeface="Arial"/>
              </a:defRPr>
            </a:pPr>
            <a:r>
              <a:rPr sz="2625" b="1">
                <a:solidFill>
                  <a:srgbClr val="005293"/>
                </a:solidFill>
                <a:latin typeface="Arial"/>
                <a:ea typeface="Arial"/>
                <a:cs typeface="Arial"/>
              </a:rPr>
              <a:t>R₁ = { (a, b₁, c₁), (a, b₂, c₂) }</a:t>
            </a:r>
          </a:p>
        </p:txBody>
      </p:sp>
      <p:sp>
        <p:nvSpPr>
          <p:cNvPr id="6" name="">
            <a:extLst xmlns:a="http://schemas.openxmlformats.org/drawingml/2006/main">
              <a:ext uri="{FF2B5EF4-FFF2-40B4-BE49-F238E27FC236}">
                <a16:creationId xmlns:a16="http://schemas.microsoft.com/office/drawing/2014/main" id="{40A5EEEA-989E-4DB4-A221-6A37FE33B65F}"/>
              </a:ext>
            </a:extLst>
          </p:cNvPr>
          <p:cNvSpPr>
            <a:spLocks xmlns:a="http://schemas.openxmlformats.org/drawingml/2006/main" noGrp="1"/>
          </p:cNvSpPr>
          <p:nvPr/>
        </p:nvSpPr>
        <p:spPr>
          <a:xfrm xmlns:a="http://schemas.openxmlformats.org/drawingml/2006/main">
            <a:off x="609600" y="2886075"/>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buNone/>
              <a:defRPr sz="2100" b="0">
                <a:solidFill>
                  <a:srgbClr val="202B33"/>
                </a:solidFill>
                <a:latin typeface="Arial"/>
                <a:ea typeface="Arial"/>
                <a:cs typeface="Arial"/>
              </a:defRPr>
            </a:lvl1pPr>
            <a:lvl2pPr>
              <a:buNone/>
              <a:defRPr sz="2100" b="0">
                <a:solidFill>
                  <a:srgbClr val="202B33"/>
                </a:solidFill>
                <a:latin typeface="Arial"/>
                <a:ea typeface="Arial"/>
                <a:cs typeface="Arial"/>
              </a:defRPr>
            </a:lvl2pPr>
            <a:lvl3pPr>
              <a:buNone/>
              <a:defRPr sz="2100" b="0">
                <a:solidFill>
                  <a:srgbClr val="202B33"/>
                </a:solidFill>
                <a:latin typeface="Arial"/>
                <a:ea typeface="Arial"/>
                <a:cs typeface="Arial"/>
              </a:defRPr>
            </a:lvl3pPr>
            <a:lvl4pPr>
              <a:buNone/>
              <a:defRPr sz="2100" b="0">
                <a:solidFill>
                  <a:srgbClr val="202B33"/>
                </a:solidFill>
                <a:latin typeface="Arial"/>
                <a:ea typeface="Arial"/>
                <a:cs typeface="Arial"/>
              </a:defRPr>
            </a:lvl4pPr>
            <a:lvl5pPr>
              <a:buNone/>
              <a:defRPr sz="2100" b="0">
                <a:solidFill>
                  <a:srgbClr val="202B33"/>
                </a:solidFill>
                <a:latin typeface="Arial"/>
                <a:ea typeface="Arial"/>
                <a:cs typeface="Arial"/>
              </a:defRPr>
            </a:lvl5pPr>
            <a:lvl6pPr>
              <a:buNone/>
              <a:defRPr sz="2100" b="0">
                <a:solidFill>
                  <a:srgbClr val="202B33"/>
                </a:solidFill>
                <a:latin typeface="Arial"/>
                <a:ea typeface="Arial"/>
                <a:cs typeface="Arial"/>
              </a:defRPr>
            </a:lvl6pPr>
            <a:lvl7pPr>
              <a:buNone/>
              <a:defRPr sz="2100" b="0">
                <a:solidFill>
                  <a:srgbClr val="202B33"/>
                </a:solidFill>
                <a:latin typeface="Arial"/>
                <a:ea typeface="Arial"/>
                <a:cs typeface="Arial"/>
              </a:defRPr>
            </a:lvl7pPr>
            <a:lvl8pPr>
              <a:buNone/>
              <a:defRPr sz="2100" b="0">
                <a:solidFill>
                  <a:srgbClr val="202B33"/>
                </a:solidFill>
                <a:latin typeface="Arial"/>
                <a:ea typeface="Arial"/>
                <a:cs typeface="Arial"/>
              </a:defRPr>
            </a:lvl8pPr>
            <a:lvl9pPr>
              <a:buNone/>
              <a:defRPr sz="2100" b="0">
                <a:solidFill>
                  <a:srgbClr val="202B33"/>
                </a:solidFill>
                <a:latin typeface="Arial"/>
                <a:ea typeface="Arial"/>
                <a:cs typeface="Arial"/>
              </a:defRPr>
            </a:lvl9pPr>
          </a:lstStyle>
          <a:p xmlns:a="http://schemas.openxmlformats.org/drawingml/2006/main">
            <a:pPr>
              <a:buNone/>
              <a:defRPr sz="2100" b="0">
                <a:solidFill>
                  <a:srgbClr val="202B33"/>
                </a:solidFill>
                <a:latin typeface="Arial"/>
                <a:ea typeface="Arial"/>
                <a:cs typeface="Arial"/>
              </a:defRPr>
            </a:pPr>
            <a:r>
              <a:rPr sz="2100" b="0">
                <a:solidFill>
                  <a:srgbClr val="202B33"/>
                </a:solidFill>
                <a:latin typeface="Arial"/>
                <a:ea typeface="Arial"/>
                <a:cs typeface="Arial"/>
              </a:rPr>
              <a:t>Funktionalität an A: höchstens eine Ergänzung pro (b, c).</a:t>
            </a:r>
          </a:p>
          <a:p xmlns:a="http://schemas.openxmlformats.org/drawingml/2006/main">
            <a:pPr>
              <a:buNone/>
              <a:defRPr sz="2100" b="0">
                <a:solidFill>
                  <a:srgbClr val="202B33"/>
                </a:solidFill>
                <a:latin typeface="Arial"/>
                <a:ea typeface="Arial"/>
                <a:cs typeface="Arial"/>
              </a:defRPr>
            </a:pPr>
            <a:r>
              <a:rPr sz="2100" b="0">
                <a:solidFill>
                  <a:srgbClr val="202B33"/>
                </a:solidFill>
                <a:latin typeface="Arial"/>
                <a:ea typeface="Arial"/>
                <a:cs typeface="Arial"/>
              </a:rPr>
              <a:t>Min–max an A: a nimmt an zwei Tupeln teil.</a:t>
            </a:r>
          </a:p>
        </p:txBody>
      </p:sp>
      <p:sp>
        <p:nvSpPr>
          <p:cNvPr id="7" name="">
            <a:extLst xmlns:a="http://schemas.openxmlformats.org/drawingml/2006/main">
              <a:ext uri="{FF2B5EF4-FFF2-40B4-BE49-F238E27FC236}">
                <a16:creationId xmlns:a16="http://schemas.microsoft.com/office/drawing/2014/main" id="{B9C8452C-3A90-4C1A-9E3C-D7F5A61CFEAF}"/>
              </a:ext>
            </a:extLst>
          </p:cNvPr>
          <p:cNvSpPr>
            <a:spLocks xmlns:a="http://schemas.openxmlformats.org/drawingml/2006/main" noGrp="1"/>
          </p:cNvSpPr>
          <p:nvPr/>
        </p:nvSpPr>
        <p:spPr>
          <a:xfrm xmlns:a="http://schemas.openxmlformats.org/drawingml/2006/main">
            <a:off x="609600" y="425767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005293"/>
                </a:solidFill>
                <a:latin typeface="Arial"/>
                <a:ea typeface="Arial"/>
                <a:cs typeface="Arial"/>
              </a:defRPr>
            </a:defPPr>
            <a:lvl1pPr>
              <a:buNone/>
              <a:defRPr sz="2625" b="1">
                <a:solidFill>
                  <a:srgbClr val="005293"/>
                </a:solidFill>
                <a:latin typeface="Arial"/>
                <a:ea typeface="Arial"/>
                <a:cs typeface="Arial"/>
              </a:defRPr>
            </a:lvl1pPr>
            <a:lvl2pPr>
              <a:buNone/>
              <a:defRPr sz="2625" b="1">
                <a:solidFill>
                  <a:srgbClr val="005293"/>
                </a:solidFill>
                <a:latin typeface="Arial"/>
                <a:ea typeface="Arial"/>
                <a:cs typeface="Arial"/>
              </a:defRPr>
            </a:lvl2pPr>
            <a:lvl3pPr>
              <a:buNone/>
              <a:defRPr sz="2625" b="1">
                <a:solidFill>
                  <a:srgbClr val="005293"/>
                </a:solidFill>
                <a:latin typeface="Arial"/>
                <a:ea typeface="Arial"/>
                <a:cs typeface="Arial"/>
              </a:defRPr>
            </a:lvl3pPr>
            <a:lvl4pPr>
              <a:buNone/>
              <a:defRPr sz="2625" b="1">
                <a:solidFill>
                  <a:srgbClr val="005293"/>
                </a:solidFill>
                <a:latin typeface="Arial"/>
                <a:ea typeface="Arial"/>
                <a:cs typeface="Arial"/>
              </a:defRPr>
            </a:lvl4pPr>
            <a:lvl5pPr>
              <a:buNone/>
              <a:defRPr sz="2625" b="1">
                <a:solidFill>
                  <a:srgbClr val="005293"/>
                </a:solidFill>
                <a:latin typeface="Arial"/>
                <a:ea typeface="Arial"/>
                <a:cs typeface="Arial"/>
              </a:defRPr>
            </a:lvl5pPr>
            <a:lvl6pPr>
              <a:buNone/>
              <a:defRPr sz="2625" b="1">
                <a:solidFill>
                  <a:srgbClr val="005293"/>
                </a:solidFill>
                <a:latin typeface="Arial"/>
                <a:ea typeface="Arial"/>
                <a:cs typeface="Arial"/>
              </a:defRPr>
            </a:lvl6pPr>
            <a:lvl7pPr>
              <a:buNone/>
              <a:defRPr sz="2625" b="1">
                <a:solidFill>
                  <a:srgbClr val="005293"/>
                </a:solidFill>
                <a:latin typeface="Arial"/>
                <a:ea typeface="Arial"/>
                <a:cs typeface="Arial"/>
              </a:defRPr>
            </a:lvl7pPr>
            <a:lvl8pPr>
              <a:buNone/>
              <a:defRPr sz="2625" b="1">
                <a:solidFill>
                  <a:srgbClr val="005293"/>
                </a:solidFill>
                <a:latin typeface="Arial"/>
                <a:ea typeface="Arial"/>
                <a:cs typeface="Arial"/>
              </a:defRPr>
            </a:lvl8pPr>
            <a:lvl9pPr>
              <a:buNone/>
              <a:defRPr sz="2625" b="1">
                <a:solidFill>
                  <a:srgbClr val="005293"/>
                </a:solidFill>
                <a:latin typeface="Arial"/>
                <a:ea typeface="Arial"/>
                <a:cs typeface="Arial"/>
              </a:defRPr>
            </a:lvl9pPr>
          </a:lstStyle>
          <a:p xmlns:a="http://schemas.openxmlformats.org/drawingml/2006/main">
            <a:pPr>
              <a:buNone/>
              <a:defRPr sz="2625" b="1">
                <a:solidFill>
                  <a:srgbClr val="005293"/>
                </a:solidFill>
                <a:latin typeface="Arial"/>
                <a:ea typeface="Arial"/>
                <a:cs typeface="Arial"/>
              </a:defRPr>
            </a:pPr>
            <a:r>
              <a:rPr sz="2625" b="1">
                <a:solidFill>
                  <a:srgbClr val="005293"/>
                </a:solidFill>
                <a:latin typeface="Arial"/>
                <a:ea typeface="Arial"/>
                <a:cs typeface="Arial"/>
              </a:rPr>
              <a:t>R₂ = { (a₁, b, c), (a₂, b, c) }</a:t>
            </a:r>
          </a:p>
        </p:txBody>
      </p:sp>
      <p:sp>
        <p:nvSpPr>
          <p:cNvPr id="8" name="">
            <a:extLst xmlns:a="http://schemas.openxmlformats.org/drawingml/2006/main">
              <a:ext uri="{FF2B5EF4-FFF2-40B4-BE49-F238E27FC236}">
                <a16:creationId xmlns:a16="http://schemas.microsoft.com/office/drawing/2014/main" id="{36E0A0F3-6780-464C-B2C8-71F9CF75E4E5}"/>
              </a:ext>
            </a:extLst>
          </p:cNvPr>
          <p:cNvSpPr>
            <a:spLocks xmlns:a="http://schemas.openxmlformats.org/drawingml/2006/main" noGrp="1"/>
          </p:cNvSpPr>
          <p:nvPr/>
        </p:nvSpPr>
        <p:spPr>
          <a:xfrm xmlns:a="http://schemas.openxmlformats.org/drawingml/2006/main">
            <a:off x="609600" y="4953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buNone/>
              <a:defRPr sz="2100" b="0">
                <a:solidFill>
                  <a:srgbClr val="202B33"/>
                </a:solidFill>
                <a:latin typeface="Arial"/>
                <a:ea typeface="Arial"/>
                <a:cs typeface="Arial"/>
              </a:defRPr>
            </a:lvl1pPr>
            <a:lvl2pPr>
              <a:buNone/>
              <a:defRPr sz="2100" b="0">
                <a:solidFill>
                  <a:srgbClr val="202B33"/>
                </a:solidFill>
                <a:latin typeface="Arial"/>
                <a:ea typeface="Arial"/>
                <a:cs typeface="Arial"/>
              </a:defRPr>
            </a:lvl2pPr>
            <a:lvl3pPr>
              <a:buNone/>
              <a:defRPr sz="2100" b="0">
                <a:solidFill>
                  <a:srgbClr val="202B33"/>
                </a:solidFill>
                <a:latin typeface="Arial"/>
                <a:ea typeface="Arial"/>
                <a:cs typeface="Arial"/>
              </a:defRPr>
            </a:lvl3pPr>
            <a:lvl4pPr>
              <a:buNone/>
              <a:defRPr sz="2100" b="0">
                <a:solidFill>
                  <a:srgbClr val="202B33"/>
                </a:solidFill>
                <a:latin typeface="Arial"/>
                <a:ea typeface="Arial"/>
                <a:cs typeface="Arial"/>
              </a:defRPr>
            </a:lvl4pPr>
            <a:lvl5pPr>
              <a:buNone/>
              <a:defRPr sz="2100" b="0">
                <a:solidFill>
                  <a:srgbClr val="202B33"/>
                </a:solidFill>
                <a:latin typeface="Arial"/>
                <a:ea typeface="Arial"/>
                <a:cs typeface="Arial"/>
              </a:defRPr>
            </a:lvl5pPr>
            <a:lvl6pPr>
              <a:buNone/>
              <a:defRPr sz="2100" b="0">
                <a:solidFill>
                  <a:srgbClr val="202B33"/>
                </a:solidFill>
                <a:latin typeface="Arial"/>
                <a:ea typeface="Arial"/>
                <a:cs typeface="Arial"/>
              </a:defRPr>
            </a:lvl6pPr>
            <a:lvl7pPr>
              <a:buNone/>
              <a:defRPr sz="2100" b="0">
                <a:solidFill>
                  <a:srgbClr val="202B33"/>
                </a:solidFill>
                <a:latin typeface="Arial"/>
                <a:ea typeface="Arial"/>
                <a:cs typeface="Arial"/>
              </a:defRPr>
            </a:lvl7pPr>
            <a:lvl8pPr>
              <a:buNone/>
              <a:defRPr sz="2100" b="0">
                <a:solidFill>
                  <a:srgbClr val="202B33"/>
                </a:solidFill>
                <a:latin typeface="Arial"/>
                <a:ea typeface="Arial"/>
                <a:cs typeface="Arial"/>
              </a:defRPr>
            </a:lvl8pPr>
            <a:lvl9pPr>
              <a:buNone/>
              <a:defRPr sz="2100" b="0">
                <a:solidFill>
                  <a:srgbClr val="202B33"/>
                </a:solidFill>
                <a:latin typeface="Arial"/>
                <a:ea typeface="Arial"/>
                <a:cs typeface="Arial"/>
              </a:defRPr>
            </a:lvl9pPr>
          </a:lstStyle>
          <a:p xmlns:a="http://schemas.openxmlformats.org/drawingml/2006/main">
            <a:pPr>
              <a:buNone/>
              <a:defRPr sz="2100" b="0">
                <a:solidFill>
                  <a:srgbClr val="202B33"/>
                </a:solidFill>
                <a:latin typeface="Arial"/>
                <a:ea typeface="Arial"/>
                <a:cs typeface="Arial"/>
              </a:defRPr>
            </a:pPr>
            <a:r>
              <a:rPr sz="2100" b="0">
                <a:solidFill>
                  <a:srgbClr val="202B33"/>
                </a:solidFill>
                <a:latin typeface="Arial"/>
                <a:ea typeface="Arial"/>
                <a:cs typeface="Arial"/>
              </a:rPr>
              <a:t>Min–max an A: jedes a nimmt an einem Tupel teil.</a:t>
            </a:r>
          </a:p>
          <a:p xmlns:a="http://schemas.openxmlformats.org/drawingml/2006/main">
            <a:pPr>
              <a:buNone/>
              <a:defRPr sz="2100" b="0">
                <a:solidFill>
                  <a:srgbClr val="202B33"/>
                </a:solidFill>
                <a:latin typeface="Arial"/>
                <a:ea typeface="Arial"/>
                <a:cs typeface="Arial"/>
              </a:defRPr>
            </a:pPr>
            <a:r>
              <a:rPr sz="2100" b="0">
                <a:solidFill>
                  <a:srgbClr val="202B33"/>
                </a:solidFill>
                <a:latin typeface="Arial"/>
                <a:ea typeface="Arial"/>
                <a:cs typeface="Arial"/>
              </a:rPr>
              <a:t>Funktionalität an A: dasselbe (b, c) hat zwei Ergänzungen.</a:t>
            </a:r>
          </a:p>
        </p:txBody>
      </p:sp>
    </p:spTree>
    <p:extLst>
      <p:ext uri="{BB962C8B-B14F-4D97-AF65-F5344CB8AC3E}">
        <p14:creationId xmlns:p14="http://schemas.microsoft.com/office/powerpoint/2010/main" val="125161706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4BCAE0D-CF33-46D1-906D-83198CFC4117}"/>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Allgemeine Übersicht</a:t>
            </a:r>
          </a:p>
        </p:txBody>
      </p:sp>
      <p:sp>
        <p:nvSpPr>
          <p:cNvPr id="2" name="">
            <a:extLst xmlns:a="http://schemas.openxmlformats.org/drawingml/2006/main">
              <a:ext uri="{FF2B5EF4-FFF2-40B4-BE49-F238E27FC236}">
                <a16:creationId xmlns:a16="http://schemas.microsoft.com/office/drawing/2014/main" id="{D55EC080-0B4A-427C-9D63-590BCFB4298A}"/>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707A9C10-0396-4FA3-80AB-0CC7990F86A1}"/>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29</a:t>
            </a:r>
          </a:p>
        </p:txBody>
      </p:sp>
      <p:graphicFrame>
        <p:nvGraphicFramePr>
          <p:cNvPr id="4" name="">
            <a:extLst xmlns:a="http://schemas.openxmlformats.org/drawingml/2006/main">
              <a:ext uri="{FF2B5EF4-FFF2-40B4-BE49-F238E27FC236}">
                <a16:creationId xmlns:a16="http://schemas.microsoft.com/office/drawing/2014/main" id="{27DB31ED-CB9D-4268-8B1A-995AF597015F}"/>
              </a:ext>
            </a:extLst>
          </p:cNvPr>
          <p:cNvGraphicFramePr/>
          <p:nvPr/>
        </p:nvGraphicFramePr>
        <p:xfrm>
          <a:off xmlns:a="http://schemas.openxmlformats.org/drawingml/2006/main" x="609600" y="1600200"/>
          <a:ext xmlns:a="http://schemas.openxmlformats.org/drawingml/2006/main" cx="10972800" cy="3667125"/>
        </p:xfrm>
        <a:graphic xmlns:a="http://schemas.openxmlformats.org/drawingml/2006/main">
          <a:graphicData uri="http://schemas.openxmlformats.org/drawingml/2006/table">
            <a:tbl>
              <a:tblPr/>
              <a:tblGrid>
                <a:gridCol w="2095500"/>
                <a:gridCol w="4381500"/>
                <a:gridCol w="4495800"/>
              </a:tblGrid>
              <a:tr h="733425">
                <a:tc>
                  <a:txBody>
                    <a:bodyPr/>
                    <a:lstStyle/>
                    <a:p>
                      <a:r>
                        <a:rPr sz="1875" b="1">
                          <a:solidFill>
                            <a:srgbClr val="FFFFFF"/>
                          </a:solidFill>
                          <a:latin typeface="Arial"/>
                          <a:ea typeface="Arial"/>
                          <a:cs typeface="Arial"/>
                        </a:rPr>
                        <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875" b="1">
                          <a:solidFill>
                            <a:srgbClr val="FFFFFF"/>
                          </a:solidFill>
                          <a:latin typeface="Arial"/>
                          <a:ea typeface="Arial"/>
                          <a:cs typeface="Arial"/>
                        </a:rPr>
                        <a:t>Funktionalität an Eᵢ</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875" b="1">
                          <a:solidFill>
                            <a:srgbClr val="FFFFFF"/>
                          </a:solidFill>
                          <a:latin typeface="Arial"/>
                          <a:ea typeface="Arial"/>
                          <a:cs typeface="Arial"/>
                        </a:rPr>
                        <a:t>Min–max an Eᵢ</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733425">
                <a:tc>
                  <a:txBody>
                    <a:bodyPr/>
                    <a:lstStyle/>
                    <a:p>
                      <a:r>
                        <a:rPr sz="1875" b="0">
                          <a:solidFill>
                            <a:srgbClr val="202B33"/>
                          </a:solidFill>
                          <a:latin typeface="Arial"/>
                          <a:ea typeface="Arial"/>
                          <a:cs typeface="Arial"/>
                        </a:rPr>
                        <a:t>Fixiert</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875" b="0">
                          <a:solidFill>
                            <a:srgbClr val="202B33"/>
                          </a:solidFill>
                          <a:latin typeface="Arial"/>
                          <a:ea typeface="Arial"/>
                          <a:cs typeface="Arial"/>
                        </a:rPr>
                        <a:t>alle n − 1 anderen Rollen</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875" b="0">
                          <a:solidFill>
                            <a:srgbClr val="202B33"/>
                          </a:solidFill>
                          <a:latin typeface="Arial"/>
                          <a:ea typeface="Arial"/>
                          <a:cs typeface="Arial"/>
                        </a:rPr>
                        <a:t>ein Entity in Rolle i</a:t>
                      </a:r>
                    </a:p>
                  </a:txBody>
                  <a:tcPr marL="95250" marR="66675" marT="28575" marB="28575" anchor="ctr">
                    <a:lnR w="6668">
                      <a:solidFill>
                        <a:srgbClr val="CBD8E1"/>
                      </a:solidFill>
                    </a:lnR>
                    <a:lnB w="6668">
                      <a:solidFill>
                        <a:srgbClr val="CBD8E1"/>
                      </a:solidFill>
                    </a:lnB>
                    <a:solidFill>
                      <a:srgbClr val="FFFFFF"/>
                    </a:solidFill>
                  </a:tcPr>
                </a:tc>
              </a:tr>
              <a:tr h="733425">
                <a:tc>
                  <a:txBody>
                    <a:bodyPr/>
                    <a:lstStyle/>
                    <a:p>
                      <a:r>
                        <a:rPr sz="1875" b="0">
                          <a:solidFill>
                            <a:srgbClr val="202B33"/>
                          </a:solidFill>
                          <a:latin typeface="Arial"/>
                          <a:ea typeface="Arial"/>
                          <a:cs typeface="Arial"/>
                        </a:rPr>
                        <a:t>Gezählt</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875" b="0">
                          <a:solidFill>
                            <a:srgbClr val="202B33"/>
                          </a:solidFill>
                          <a:latin typeface="Arial"/>
                          <a:ea typeface="Arial"/>
                          <a:cs typeface="Arial"/>
                        </a:rPr>
                        <a:t>Ergänzungen in Eᵢ</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875" b="0">
                          <a:solidFill>
                            <a:srgbClr val="202B33"/>
                          </a:solidFill>
                          <a:latin typeface="Arial"/>
                          <a:ea typeface="Arial"/>
                          <a:cs typeface="Arial"/>
                        </a:rPr>
                        <a:t>ganze Tupel mit diesem Entity</a:t>
                      </a:r>
                    </a:p>
                  </a:txBody>
                  <a:tcPr marL="95250" marR="66675" marT="28575" marB="28575" anchor="ctr">
                    <a:lnR w="6668">
                      <a:solidFill>
                        <a:srgbClr val="CBD8E1"/>
                      </a:solidFill>
                    </a:lnR>
                    <a:lnB w="6668">
                      <a:solidFill>
                        <a:srgbClr val="CBD8E1"/>
                      </a:solidFill>
                    </a:lnB>
                    <a:solidFill>
                      <a:srgbClr val="EDF4F9"/>
                    </a:solidFill>
                  </a:tcPr>
                </a:tc>
              </a:tr>
              <a:tr h="733425">
                <a:tc>
                  <a:txBody>
                    <a:bodyPr/>
                    <a:lstStyle/>
                    <a:p>
                      <a:r>
                        <a:rPr sz="1875" b="0">
                          <a:solidFill>
                            <a:srgbClr val="202B33"/>
                          </a:solidFill>
                          <a:latin typeface="Arial"/>
                          <a:ea typeface="Arial"/>
                          <a:cs typeface="Arial"/>
                        </a:rPr>
                        <a:t>Grenzen</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875" b="0">
                          <a:solidFill>
                            <a:srgbClr val="202B33"/>
                          </a:solidFill>
                          <a:latin typeface="Arial"/>
                          <a:ea typeface="Arial"/>
                          <a:cs typeface="Arial"/>
                        </a:rPr>
                        <a:t>0 bis kᵢ</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875" b="0">
                          <a:solidFill>
                            <a:srgbClr val="202B33"/>
                          </a:solidFill>
                          <a:latin typeface="Arial"/>
                          <a:ea typeface="Arial"/>
                          <a:cs typeface="Arial"/>
                        </a:rPr>
                        <a:t>minᵢ bis maxᵢ</a:t>
                      </a:r>
                    </a:p>
                  </a:txBody>
                  <a:tcPr marL="95250" marR="66675" marT="28575" marB="28575" anchor="ctr">
                    <a:lnR w="6668">
                      <a:solidFill>
                        <a:srgbClr val="CBD8E1"/>
                      </a:solidFill>
                    </a:lnR>
                    <a:lnB w="6668">
                      <a:solidFill>
                        <a:srgbClr val="CBD8E1"/>
                      </a:solidFill>
                    </a:lnB>
                    <a:solidFill>
                      <a:srgbClr val="FFFFFF"/>
                    </a:solidFill>
                  </a:tcPr>
                </a:tc>
              </a:tr>
              <a:tr h="733425">
                <a:tc>
                  <a:txBody>
                    <a:bodyPr/>
                    <a:lstStyle/>
                    <a:p>
                      <a:r>
                        <a:rPr sz="1875" b="0">
                          <a:solidFill>
                            <a:srgbClr val="202B33"/>
                          </a:solidFill>
                          <a:latin typeface="Arial"/>
                          <a:ea typeface="Arial"/>
                          <a:cs typeface="Arial"/>
                        </a:rPr>
                        <a:t>Prüfung</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875" b="0">
                          <a:solidFill>
                            <a:srgbClr val="202B33"/>
                          </a:solidFill>
                          <a:latin typeface="Arial"/>
                          <a:ea typeface="Arial"/>
                          <a:cs typeface="Arial"/>
                        </a:rPr>
                        <a:t>pro Resttupel q</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875" b="0">
                          <a:solidFill>
                            <a:srgbClr val="202B33"/>
                          </a:solidFill>
                          <a:latin typeface="Arial"/>
                          <a:ea typeface="Arial"/>
                          <a:cs typeface="Arial"/>
                        </a:rPr>
                        <a:t>pro Entity a ∈ Eᵢ</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5" name="">
            <a:extLst xmlns:a="http://schemas.openxmlformats.org/drawingml/2006/main">
              <a:ext uri="{FF2B5EF4-FFF2-40B4-BE49-F238E27FC236}">
                <a16:creationId xmlns:a16="http://schemas.microsoft.com/office/drawing/2014/main" id="{DB8F6472-5DEB-4A09-8797-F22D99762723}"/>
              </a:ext>
            </a:extLst>
          </p:cNvPr>
          <p:cNvSpPr>
            <a:spLocks xmlns:a="http://schemas.openxmlformats.org/drawingml/2006/main" noGrp="1"/>
          </p:cNvSpPr>
          <p:nvPr/>
        </p:nvSpPr>
        <p:spPr>
          <a:xfrm xmlns:a="http://schemas.openxmlformats.org/drawingml/2006/main">
            <a:off x="609600" y="57340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05293"/>
                </a:solidFill>
                <a:latin typeface="Arial"/>
                <a:ea typeface="Arial"/>
                <a:cs typeface="Arial"/>
              </a:defRPr>
            </a:defPPr>
            <a:lvl1pPr>
              <a:buNone/>
              <a:defRPr sz="2025" b="1">
                <a:solidFill>
                  <a:srgbClr val="005293"/>
                </a:solidFill>
                <a:latin typeface="Arial"/>
                <a:ea typeface="Arial"/>
                <a:cs typeface="Arial"/>
              </a:defRPr>
            </a:lvl1pPr>
            <a:lvl2pPr>
              <a:buNone/>
              <a:defRPr sz="2025" b="1">
                <a:solidFill>
                  <a:srgbClr val="005293"/>
                </a:solidFill>
                <a:latin typeface="Arial"/>
                <a:ea typeface="Arial"/>
                <a:cs typeface="Arial"/>
              </a:defRPr>
            </a:lvl2pPr>
            <a:lvl3pPr>
              <a:buNone/>
              <a:defRPr sz="2025" b="1">
                <a:solidFill>
                  <a:srgbClr val="005293"/>
                </a:solidFill>
                <a:latin typeface="Arial"/>
                <a:ea typeface="Arial"/>
                <a:cs typeface="Arial"/>
              </a:defRPr>
            </a:lvl3pPr>
            <a:lvl4pPr>
              <a:buNone/>
              <a:defRPr sz="2025" b="1">
                <a:solidFill>
                  <a:srgbClr val="005293"/>
                </a:solidFill>
                <a:latin typeface="Arial"/>
                <a:ea typeface="Arial"/>
                <a:cs typeface="Arial"/>
              </a:defRPr>
            </a:lvl4pPr>
            <a:lvl5pPr>
              <a:buNone/>
              <a:defRPr sz="2025" b="1">
                <a:solidFill>
                  <a:srgbClr val="005293"/>
                </a:solidFill>
                <a:latin typeface="Arial"/>
                <a:ea typeface="Arial"/>
                <a:cs typeface="Arial"/>
              </a:defRPr>
            </a:lvl5pPr>
            <a:lvl6pPr>
              <a:buNone/>
              <a:defRPr sz="2025" b="1">
                <a:solidFill>
                  <a:srgbClr val="005293"/>
                </a:solidFill>
                <a:latin typeface="Arial"/>
                <a:ea typeface="Arial"/>
                <a:cs typeface="Arial"/>
              </a:defRPr>
            </a:lvl6pPr>
            <a:lvl7pPr>
              <a:buNone/>
              <a:defRPr sz="2025" b="1">
                <a:solidFill>
                  <a:srgbClr val="005293"/>
                </a:solidFill>
                <a:latin typeface="Arial"/>
                <a:ea typeface="Arial"/>
                <a:cs typeface="Arial"/>
              </a:defRPr>
            </a:lvl7pPr>
            <a:lvl8pPr>
              <a:buNone/>
              <a:defRPr sz="2025" b="1">
                <a:solidFill>
                  <a:srgbClr val="005293"/>
                </a:solidFill>
                <a:latin typeface="Arial"/>
                <a:ea typeface="Arial"/>
                <a:cs typeface="Arial"/>
              </a:defRPr>
            </a:lvl8pPr>
            <a:lvl9pPr>
              <a:buNone/>
              <a:defRPr sz="2025" b="1">
                <a:solidFill>
                  <a:srgbClr val="005293"/>
                </a:solidFill>
                <a:latin typeface="Arial"/>
                <a:ea typeface="Arial"/>
                <a:cs typeface="Arial"/>
              </a:defRPr>
            </a:lvl9pPr>
          </a:lstStyle>
          <a:p xmlns:a="http://schemas.openxmlformats.org/drawingml/2006/main">
            <a:pPr>
              <a:buNone/>
              <a:defRPr sz="2025" b="1">
                <a:solidFill>
                  <a:srgbClr val="005293"/>
                </a:solidFill>
                <a:latin typeface="Arial"/>
                <a:ea typeface="Arial"/>
                <a:cs typeface="Arial"/>
              </a:defRPr>
            </a:pPr>
            <a:r>
              <a:rPr sz="2025" b="1">
                <a:solidFill>
                  <a:srgbClr val="005293"/>
                </a:solidFill>
                <a:latin typeface="Arial"/>
                <a:ea typeface="Arial"/>
                <a:cs typeface="Arial"/>
              </a:rPr>
              <a:t>Für beide gilt: Die Bedingungen jeder Rolle müssen gleichzeitig erfüllt sein.</a:t>
            </a:r>
          </a:p>
        </p:txBody>
      </p:sp>
    </p:spTree>
    <p:extLst>
      <p:ext uri="{BB962C8B-B14F-4D97-AF65-F5344CB8AC3E}">
        <p14:creationId xmlns:p14="http://schemas.microsoft.com/office/powerpoint/2010/main" val="213995854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01A49F-1E43-4410-8183-A5A8D6402463}"/>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buNone/>
              <a:defRPr sz="3225" b="1">
                <a:solidFill>
                  <a:srgbClr val="005293"/>
                </a:solidFill>
                <a:latin typeface="Arial"/>
                <a:ea typeface="Arial"/>
                <a:cs typeface="Arial"/>
              </a:defRPr>
            </a:lvl1pPr>
            <a:lvl2pPr>
              <a:buNone/>
              <a:defRPr sz="3225" b="1">
                <a:solidFill>
                  <a:srgbClr val="005293"/>
                </a:solidFill>
                <a:latin typeface="Arial"/>
                <a:ea typeface="Arial"/>
                <a:cs typeface="Arial"/>
              </a:defRPr>
            </a:lvl2pPr>
            <a:lvl3pPr>
              <a:buNone/>
              <a:defRPr sz="3225" b="1">
                <a:solidFill>
                  <a:srgbClr val="005293"/>
                </a:solidFill>
                <a:latin typeface="Arial"/>
                <a:ea typeface="Arial"/>
                <a:cs typeface="Arial"/>
              </a:defRPr>
            </a:lvl3pPr>
            <a:lvl4pPr>
              <a:buNone/>
              <a:defRPr sz="3225" b="1">
                <a:solidFill>
                  <a:srgbClr val="005293"/>
                </a:solidFill>
                <a:latin typeface="Arial"/>
                <a:ea typeface="Arial"/>
                <a:cs typeface="Arial"/>
              </a:defRPr>
            </a:lvl4pPr>
            <a:lvl5pPr>
              <a:buNone/>
              <a:defRPr sz="3225" b="1">
                <a:solidFill>
                  <a:srgbClr val="005293"/>
                </a:solidFill>
                <a:latin typeface="Arial"/>
                <a:ea typeface="Arial"/>
                <a:cs typeface="Arial"/>
              </a:defRPr>
            </a:lvl5pPr>
            <a:lvl6pPr>
              <a:buNone/>
              <a:defRPr sz="3225" b="1">
                <a:solidFill>
                  <a:srgbClr val="005293"/>
                </a:solidFill>
                <a:latin typeface="Arial"/>
                <a:ea typeface="Arial"/>
                <a:cs typeface="Arial"/>
              </a:defRPr>
            </a:lvl6pPr>
            <a:lvl7pPr>
              <a:buNone/>
              <a:defRPr sz="3225" b="1">
                <a:solidFill>
                  <a:srgbClr val="005293"/>
                </a:solidFill>
                <a:latin typeface="Arial"/>
                <a:ea typeface="Arial"/>
                <a:cs typeface="Arial"/>
              </a:defRPr>
            </a:lvl7pPr>
            <a:lvl8pPr>
              <a:buNone/>
              <a:defRPr sz="3225" b="1">
                <a:solidFill>
                  <a:srgbClr val="005293"/>
                </a:solidFill>
                <a:latin typeface="Arial"/>
                <a:ea typeface="Arial"/>
                <a:cs typeface="Arial"/>
              </a:defRPr>
            </a:lvl8pPr>
            <a:lvl9pPr>
              <a:buNone/>
              <a:defRPr sz="3225" b="1">
                <a:solidFill>
                  <a:srgbClr val="005293"/>
                </a:solidFill>
                <a:latin typeface="Arial"/>
                <a:ea typeface="Arial"/>
                <a:cs typeface="Arial"/>
              </a:defRPr>
            </a:lvl9pPr>
          </a:lstStyle>
          <a:p xmlns:a="http://schemas.openxmlformats.org/drawingml/2006/main">
            <a:pPr>
              <a:buNone/>
              <a:defRPr sz="3225" b="1">
                <a:solidFill>
                  <a:srgbClr val="005293"/>
                </a:solidFill>
                <a:latin typeface="Arial"/>
                <a:ea typeface="Arial"/>
                <a:cs typeface="Arial"/>
              </a:defRPr>
            </a:pPr>
            <a:r>
              <a:rPr sz="3225" b="1">
                <a:solidFill>
                  <a:srgbClr val="005293"/>
                </a:solidFill>
                <a:latin typeface="Arial"/>
                <a:ea typeface="Arial"/>
                <a:cs typeface="Arial"/>
              </a:rPr>
              <a:t>Aggregation und Generalisierung</a:t>
            </a:r>
          </a:p>
        </p:txBody>
      </p:sp>
      <p:sp>
        <p:nvSpPr>
          <p:cNvPr id="2" name="">
            <a:extLst xmlns:a="http://schemas.openxmlformats.org/drawingml/2006/main">
              <a:ext uri="{FF2B5EF4-FFF2-40B4-BE49-F238E27FC236}">
                <a16:creationId xmlns:a16="http://schemas.microsoft.com/office/drawing/2014/main" id="{DA64E52C-04FC-413D-AEFA-BB2A14C6E9B7}"/>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2 · WiSe 2026/27</a:t>
            </a:r>
          </a:p>
        </p:txBody>
      </p:sp>
      <p:sp>
        <p:nvSpPr>
          <p:cNvPr id="3" name="">
            <a:extLst xmlns:a="http://schemas.openxmlformats.org/drawingml/2006/main">
              <a:ext uri="{FF2B5EF4-FFF2-40B4-BE49-F238E27FC236}">
                <a16:creationId xmlns:a16="http://schemas.microsoft.com/office/drawing/2014/main" id="{B7076D4C-BAF4-4A53-859A-01849DC5C68E}"/>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buNone/>
              <a:defRPr sz="1200" b="0">
                <a:solidFill>
                  <a:srgbClr val="596773"/>
                </a:solidFill>
                <a:latin typeface="Arial"/>
                <a:ea typeface="Arial"/>
                <a:cs typeface="Arial"/>
              </a:defRPr>
            </a:lvl1pPr>
            <a:lvl2pPr>
              <a:buNone/>
              <a:defRPr sz="1200" b="0">
                <a:solidFill>
                  <a:srgbClr val="596773"/>
                </a:solidFill>
                <a:latin typeface="Arial"/>
                <a:ea typeface="Arial"/>
                <a:cs typeface="Arial"/>
              </a:defRPr>
            </a:lvl2pPr>
            <a:lvl3pPr>
              <a:buNone/>
              <a:defRPr sz="1200" b="0">
                <a:solidFill>
                  <a:srgbClr val="596773"/>
                </a:solidFill>
                <a:latin typeface="Arial"/>
                <a:ea typeface="Arial"/>
                <a:cs typeface="Arial"/>
              </a:defRPr>
            </a:lvl3pPr>
            <a:lvl4pPr>
              <a:buNone/>
              <a:defRPr sz="1200" b="0">
                <a:solidFill>
                  <a:srgbClr val="596773"/>
                </a:solidFill>
                <a:latin typeface="Arial"/>
                <a:ea typeface="Arial"/>
                <a:cs typeface="Arial"/>
              </a:defRPr>
            </a:lvl4pPr>
            <a:lvl5pPr>
              <a:buNone/>
              <a:defRPr sz="1200" b="0">
                <a:solidFill>
                  <a:srgbClr val="596773"/>
                </a:solidFill>
                <a:latin typeface="Arial"/>
                <a:ea typeface="Arial"/>
                <a:cs typeface="Arial"/>
              </a:defRPr>
            </a:lvl5pPr>
            <a:lvl6pPr>
              <a:buNone/>
              <a:defRPr sz="1200" b="0">
                <a:solidFill>
                  <a:srgbClr val="596773"/>
                </a:solidFill>
                <a:latin typeface="Arial"/>
                <a:ea typeface="Arial"/>
                <a:cs typeface="Arial"/>
              </a:defRPr>
            </a:lvl6pPr>
            <a:lvl7pPr>
              <a:buNone/>
              <a:defRPr sz="1200" b="0">
                <a:solidFill>
                  <a:srgbClr val="596773"/>
                </a:solidFill>
                <a:latin typeface="Arial"/>
                <a:ea typeface="Arial"/>
                <a:cs typeface="Arial"/>
              </a:defRPr>
            </a:lvl7pPr>
            <a:lvl8pPr>
              <a:buNone/>
              <a:defRPr sz="1200" b="0">
                <a:solidFill>
                  <a:srgbClr val="596773"/>
                </a:solidFill>
                <a:latin typeface="Arial"/>
                <a:ea typeface="Arial"/>
                <a:cs typeface="Arial"/>
              </a:defRPr>
            </a:lvl8pPr>
            <a:lvl9pPr>
              <a:buNone/>
              <a:defRPr sz="1200" b="0">
                <a:solidFill>
                  <a:srgbClr val="596773"/>
                </a:solidFill>
                <a:latin typeface="Arial"/>
                <a:ea typeface="Arial"/>
                <a:cs typeface="Arial"/>
              </a:defRPr>
            </a:lvl9pPr>
          </a:lstStyle>
          <a:p xmlns:a="http://schemas.openxmlformats.org/drawingml/2006/main">
            <a:pPr>
              <a:buNone/>
              <a:defRPr sz="1200" b="0">
                <a:solidFill>
                  <a:srgbClr val="596773"/>
                </a:solidFill>
                <a:latin typeface="Arial"/>
                <a:ea typeface="Arial"/>
                <a:cs typeface="Arial"/>
              </a:defRPr>
            </a:pPr>
            <a:r>
              <a:rPr sz="1200" b="0">
                <a:solidFill>
                  <a:srgbClr val="596773"/>
                </a:solidFill>
                <a:latin typeface="Arial"/>
                <a:ea typeface="Arial"/>
                <a:cs typeface="Arial"/>
              </a:rPr>
              <a:t>30</a:t>
            </a:r>
          </a:p>
        </p:txBody>
      </p:sp>
      <p:sp>
        <p:nvSpPr>
          <p:cNvPr id="4" name="">
            <a:extLst xmlns:a="http://schemas.openxmlformats.org/drawingml/2006/main">
              <a:ext uri="{FF2B5EF4-FFF2-40B4-BE49-F238E27FC236}">
                <a16:creationId xmlns:a16="http://schemas.microsoft.com/office/drawing/2014/main" id="{BF42DC2F-4EF5-440C-92C1-391BA47AF8FB}"/>
              </a:ext>
            </a:extLst>
          </p:cNvPr>
          <p:cNvSpPr>
            <a:spLocks xmlns:a="http://schemas.openxmlformats.org/drawingml/2006/main" noGrp="1"/>
          </p:cNvSpPr>
          <p:nvPr/>
        </p:nvSpPr>
        <p:spPr>
          <a:xfrm xmlns:a="http://schemas.openxmlformats.org/drawingml/2006/main">
            <a:off x="609600" y="1552575"/>
            <a:ext cx="504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buNone/>
              <a:defRPr sz="1875" b="1">
                <a:solidFill>
                  <a:srgbClr val="005293"/>
                </a:solidFill>
                <a:latin typeface="Arial"/>
                <a:ea typeface="Arial"/>
                <a:cs typeface="Arial"/>
              </a:defRPr>
            </a:lvl1pPr>
            <a:lvl2pPr>
              <a:buNone/>
              <a:defRPr sz="1875" b="1">
                <a:solidFill>
                  <a:srgbClr val="005293"/>
                </a:solidFill>
                <a:latin typeface="Arial"/>
                <a:ea typeface="Arial"/>
                <a:cs typeface="Arial"/>
              </a:defRPr>
            </a:lvl2pPr>
            <a:lvl3pPr>
              <a:buNone/>
              <a:defRPr sz="1875" b="1">
                <a:solidFill>
                  <a:srgbClr val="005293"/>
                </a:solidFill>
                <a:latin typeface="Arial"/>
                <a:ea typeface="Arial"/>
                <a:cs typeface="Arial"/>
              </a:defRPr>
            </a:lvl3pPr>
            <a:lvl4pPr>
              <a:buNone/>
              <a:defRPr sz="1875" b="1">
                <a:solidFill>
                  <a:srgbClr val="005293"/>
                </a:solidFill>
                <a:latin typeface="Arial"/>
                <a:ea typeface="Arial"/>
                <a:cs typeface="Arial"/>
              </a:defRPr>
            </a:lvl4pPr>
            <a:lvl5pPr>
              <a:buNone/>
              <a:defRPr sz="1875" b="1">
                <a:solidFill>
                  <a:srgbClr val="005293"/>
                </a:solidFill>
                <a:latin typeface="Arial"/>
                <a:ea typeface="Arial"/>
                <a:cs typeface="Arial"/>
              </a:defRPr>
            </a:lvl5pPr>
            <a:lvl6pPr>
              <a:buNone/>
              <a:defRPr sz="1875" b="1">
                <a:solidFill>
                  <a:srgbClr val="005293"/>
                </a:solidFill>
                <a:latin typeface="Arial"/>
                <a:ea typeface="Arial"/>
                <a:cs typeface="Arial"/>
              </a:defRPr>
            </a:lvl6pPr>
            <a:lvl7pPr>
              <a:buNone/>
              <a:defRPr sz="1875" b="1">
                <a:solidFill>
                  <a:srgbClr val="005293"/>
                </a:solidFill>
                <a:latin typeface="Arial"/>
                <a:ea typeface="Arial"/>
                <a:cs typeface="Arial"/>
              </a:defRPr>
            </a:lvl7pPr>
            <a:lvl8pPr>
              <a:buNone/>
              <a:defRPr sz="1875" b="1">
                <a:solidFill>
                  <a:srgbClr val="005293"/>
                </a:solidFill>
                <a:latin typeface="Arial"/>
                <a:ea typeface="Arial"/>
                <a:cs typeface="Arial"/>
              </a:defRPr>
            </a:lvl8pPr>
            <a:lvl9pPr>
              <a:buNone/>
              <a:defRPr sz="1875" b="1">
                <a:solidFill>
                  <a:srgbClr val="005293"/>
                </a:solidFill>
                <a:latin typeface="Arial"/>
                <a:ea typeface="Arial"/>
                <a:cs typeface="Arial"/>
              </a:defRPr>
            </a:lvl9pPr>
          </a:lstStyle>
          <a:p xmlns:a="http://schemas.openxmlformats.org/drawingml/2006/main">
            <a:pPr>
              <a:buNone/>
              <a:defRPr sz="1875" b="1">
                <a:solidFill>
                  <a:srgbClr val="005293"/>
                </a:solidFill>
                <a:latin typeface="Arial"/>
                <a:ea typeface="Arial"/>
                <a:cs typeface="Arial"/>
              </a:defRPr>
            </a:pPr>
            <a:r>
              <a:rPr sz="1875" b="1">
                <a:solidFill>
                  <a:srgbClr val="005293"/>
                </a:solidFill>
                <a:latin typeface="Arial"/>
                <a:ea typeface="Arial"/>
                <a:cs typeface="Arial"/>
              </a:rPr>
              <a:t>Aggregation: Teil-von</a:t>
            </a:r>
          </a:p>
        </p:txBody>
      </p:sp>
      <p:sp>
        <p:nvSpPr>
          <p:cNvPr id="5" name="">
            <a:extLst xmlns:a="http://schemas.openxmlformats.org/drawingml/2006/main">
              <a:ext uri="{FF2B5EF4-FFF2-40B4-BE49-F238E27FC236}">
                <a16:creationId xmlns:a16="http://schemas.microsoft.com/office/drawing/2014/main" id="{DDEB29D6-29E9-4AEE-AAF2-E7D0BC13CD29}"/>
              </a:ext>
            </a:extLst>
          </p:cNvPr>
          <p:cNvSpPr>
            <a:spLocks xmlns:a="http://schemas.openxmlformats.org/drawingml/2006/main" noGrp="1"/>
          </p:cNvSpPr>
          <p:nvPr/>
        </p:nvSpPr>
        <p:spPr>
          <a:xfrm xmlns:a="http://schemas.openxmlformats.org/drawingml/2006/main">
            <a:off x="609600" y="2190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202B33"/>
                </a:solidFill>
                <a:latin typeface="Arial"/>
                <a:ea typeface="Arial"/>
                <a:cs typeface="Arial"/>
              </a:defRPr>
            </a:defPPr>
            <a:lvl1pPr>
              <a:buNone/>
              <a:defRPr sz="2250" b="0">
                <a:solidFill>
                  <a:srgbClr val="202B33"/>
                </a:solidFill>
                <a:latin typeface="Arial"/>
                <a:ea typeface="Arial"/>
                <a:cs typeface="Arial"/>
              </a:defRPr>
            </a:lvl1pPr>
            <a:lvl2pPr>
              <a:buNone/>
              <a:defRPr sz="2250" b="0">
                <a:solidFill>
                  <a:srgbClr val="202B33"/>
                </a:solidFill>
                <a:latin typeface="Arial"/>
                <a:ea typeface="Arial"/>
                <a:cs typeface="Arial"/>
              </a:defRPr>
            </a:lvl2pPr>
            <a:lvl3pPr>
              <a:buNone/>
              <a:defRPr sz="2250" b="0">
                <a:solidFill>
                  <a:srgbClr val="202B33"/>
                </a:solidFill>
                <a:latin typeface="Arial"/>
                <a:ea typeface="Arial"/>
                <a:cs typeface="Arial"/>
              </a:defRPr>
            </a:lvl3pPr>
            <a:lvl4pPr>
              <a:buNone/>
              <a:defRPr sz="2250" b="0">
                <a:solidFill>
                  <a:srgbClr val="202B33"/>
                </a:solidFill>
                <a:latin typeface="Arial"/>
                <a:ea typeface="Arial"/>
                <a:cs typeface="Arial"/>
              </a:defRPr>
            </a:lvl4pPr>
            <a:lvl5pPr>
              <a:buNone/>
              <a:defRPr sz="2250" b="0">
                <a:solidFill>
                  <a:srgbClr val="202B33"/>
                </a:solidFill>
                <a:latin typeface="Arial"/>
                <a:ea typeface="Arial"/>
                <a:cs typeface="Arial"/>
              </a:defRPr>
            </a:lvl5pPr>
            <a:lvl6pPr>
              <a:buNone/>
              <a:defRPr sz="2250" b="0">
                <a:solidFill>
                  <a:srgbClr val="202B33"/>
                </a:solidFill>
                <a:latin typeface="Arial"/>
                <a:ea typeface="Arial"/>
                <a:cs typeface="Arial"/>
              </a:defRPr>
            </a:lvl6pPr>
            <a:lvl7pPr>
              <a:buNone/>
              <a:defRPr sz="2250" b="0">
                <a:solidFill>
                  <a:srgbClr val="202B33"/>
                </a:solidFill>
                <a:latin typeface="Arial"/>
                <a:ea typeface="Arial"/>
                <a:cs typeface="Arial"/>
              </a:defRPr>
            </a:lvl7pPr>
            <a:lvl8pPr>
              <a:buNone/>
              <a:defRPr sz="2250" b="0">
                <a:solidFill>
                  <a:srgbClr val="202B33"/>
                </a:solidFill>
                <a:latin typeface="Arial"/>
                <a:ea typeface="Arial"/>
                <a:cs typeface="Arial"/>
              </a:defRPr>
            </a:lvl8pPr>
            <a:lvl9pPr>
              <a:buNone/>
              <a:defRPr sz="2250" b="0">
                <a:solidFill>
                  <a:srgbClr val="202B33"/>
                </a:solidFill>
                <a:latin typeface="Arial"/>
                <a:ea typeface="Arial"/>
                <a:cs typeface="Arial"/>
              </a:defRPr>
            </a:lvl9pPr>
          </a:lstStyle>
          <a:p xmlns:a="http://schemas.openxmlformats.org/drawingml/2006/main">
            <a:pPr>
              <a:buNone/>
              <a:defRPr sz="2250" b="0">
                <a:solidFill>
                  <a:srgbClr val="202B33"/>
                </a:solidFill>
                <a:latin typeface="Arial"/>
                <a:ea typeface="Arial"/>
                <a:cs typeface="Arial"/>
              </a:defRPr>
            </a:pPr>
            <a:r>
              <a:rPr sz="2250" b="0">
                <a:solidFill>
                  <a:srgbClr val="202B33"/>
                </a:solidFill>
                <a:latin typeface="Arial"/>
                <a:ea typeface="Arial"/>
                <a:cs typeface="Arial"/>
              </a:rPr>
              <a:t>Ein Ganzes besteht aus Teilen.</a:t>
            </a:r>
          </a:p>
        </p:txBody>
      </p:sp>
      <p:sp>
        <p:nvSpPr>
          <p:cNvPr id="6" name="">
            <a:extLst xmlns:a="http://schemas.openxmlformats.org/drawingml/2006/main">
              <a:ext uri="{FF2B5EF4-FFF2-40B4-BE49-F238E27FC236}">
                <a16:creationId xmlns:a16="http://schemas.microsoft.com/office/drawing/2014/main" id="{7988BB49-225C-427D-A4A8-596694668420}"/>
              </a:ext>
            </a:extLst>
          </p:cNvPr>
          <p:cNvSpPr>
            <a:spLocks xmlns:a="http://schemas.openxmlformats.org/drawingml/2006/main" noGrp="1"/>
          </p:cNvSpPr>
          <p:nvPr/>
        </p:nvSpPr>
        <p:spPr>
          <a:xfrm xmlns:a="http://schemas.openxmlformats.org/drawingml/2006/main">
            <a:off x="609600" y="3295650"/>
            <a:ext cx="4953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5293"/>
                </a:solidFill>
                <a:latin typeface="Arial"/>
                <a:ea typeface="Arial"/>
                <a:cs typeface="Arial"/>
              </a:defRPr>
            </a:defPPr>
            <a:lvl1pPr>
              <a:buNone/>
              <a:defRPr sz="2400" b="1">
                <a:solidFill>
                  <a:srgbClr val="005293"/>
                </a:solidFill>
                <a:latin typeface="Arial"/>
                <a:ea typeface="Arial"/>
                <a:cs typeface="Arial"/>
              </a:defRPr>
            </a:lvl1pPr>
            <a:lvl2pPr>
              <a:buNone/>
              <a:defRPr sz="2400" b="1">
                <a:solidFill>
                  <a:srgbClr val="005293"/>
                </a:solidFill>
                <a:latin typeface="Arial"/>
                <a:ea typeface="Arial"/>
                <a:cs typeface="Arial"/>
              </a:defRPr>
            </a:lvl2pPr>
            <a:lvl3pPr>
              <a:buNone/>
              <a:defRPr sz="2400" b="1">
                <a:solidFill>
                  <a:srgbClr val="005293"/>
                </a:solidFill>
                <a:latin typeface="Arial"/>
                <a:ea typeface="Arial"/>
                <a:cs typeface="Arial"/>
              </a:defRPr>
            </a:lvl3pPr>
            <a:lvl4pPr>
              <a:buNone/>
              <a:defRPr sz="2400" b="1">
                <a:solidFill>
                  <a:srgbClr val="005293"/>
                </a:solidFill>
                <a:latin typeface="Arial"/>
                <a:ea typeface="Arial"/>
                <a:cs typeface="Arial"/>
              </a:defRPr>
            </a:lvl4pPr>
            <a:lvl5pPr>
              <a:buNone/>
              <a:defRPr sz="2400" b="1">
                <a:solidFill>
                  <a:srgbClr val="005293"/>
                </a:solidFill>
                <a:latin typeface="Arial"/>
                <a:ea typeface="Arial"/>
                <a:cs typeface="Arial"/>
              </a:defRPr>
            </a:lvl5pPr>
            <a:lvl6pPr>
              <a:buNone/>
              <a:defRPr sz="2400" b="1">
                <a:solidFill>
                  <a:srgbClr val="005293"/>
                </a:solidFill>
                <a:latin typeface="Arial"/>
                <a:ea typeface="Arial"/>
                <a:cs typeface="Arial"/>
              </a:defRPr>
            </a:lvl6pPr>
            <a:lvl7pPr>
              <a:buNone/>
              <a:defRPr sz="2400" b="1">
                <a:solidFill>
                  <a:srgbClr val="005293"/>
                </a:solidFill>
                <a:latin typeface="Arial"/>
                <a:ea typeface="Arial"/>
                <a:cs typeface="Arial"/>
              </a:defRPr>
            </a:lvl7pPr>
            <a:lvl8pPr>
              <a:buNone/>
              <a:defRPr sz="2400" b="1">
                <a:solidFill>
                  <a:srgbClr val="005293"/>
                </a:solidFill>
                <a:latin typeface="Arial"/>
                <a:ea typeface="Arial"/>
                <a:cs typeface="Arial"/>
              </a:defRPr>
            </a:lvl8pPr>
            <a:lvl9pPr>
              <a:buNone/>
              <a:defRPr sz="2400" b="1">
                <a:solidFill>
                  <a:srgbClr val="005293"/>
                </a:solidFill>
                <a:latin typeface="Arial"/>
                <a:ea typeface="Arial"/>
                <a:cs typeface="Arial"/>
              </a:defRPr>
            </a:lvl9pPr>
          </a:lstStyle>
          <a:p xmlns:a="http://schemas.openxmlformats.org/drawingml/2006/main">
            <a:pPr>
              <a:buNone/>
              <a:defRPr sz="2400" b="1">
                <a:solidFill>
                  <a:srgbClr val="005293"/>
                </a:solidFill>
                <a:latin typeface="Arial"/>
                <a:ea typeface="Arial"/>
                <a:cs typeface="Arial"/>
              </a:defRPr>
            </a:pPr>
            <a:r>
              <a:rPr sz="2400" b="1">
                <a:solidFill>
                  <a:srgbClr val="005293"/>
                </a:solidFill>
                <a:latin typeface="Arial"/>
                <a:ea typeface="Arial"/>
                <a:cs typeface="Arial"/>
              </a:rPr>
              <a:t>Ein Rad ist Teil eines Fahrrads.</a:t>
            </a:r>
          </a:p>
        </p:txBody>
      </p:sp>
      <p:sp>
        <p:nvSpPr>
          <p:cNvPr id="7" name="">
            <a:extLst xmlns:a="http://schemas.openxmlformats.org/drawingml/2006/main">
              <a:ext uri="{FF2B5EF4-FFF2-40B4-BE49-F238E27FC236}">
                <a16:creationId xmlns:a16="http://schemas.microsoft.com/office/drawing/2014/main" id="{AF768EF8-143A-48BD-A97F-B6EA3F3804C8}"/>
              </a:ext>
            </a:extLst>
          </p:cNvPr>
          <p:cNvSpPr>
            <a:spLocks xmlns:a="http://schemas.openxmlformats.org/drawingml/2006/main" noGrp="1"/>
          </p:cNvSpPr>
          <p:nvPr/>
        </p:nvSpPr>
        <p:spPr>
          <a:xfrm xmlns:a="http://schemas.openxmlformats.org/drawingml/2006/main">
            <a:off x="6419850" y="1552575"/>
            <a:ext cx="514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buNone/>
              <a:defRPr sz="1875" b="1">
                <a:solidFill>
                  <a:srgbClr val="005293"/>
                </a:solidFill>
                <a:latin typeface="Arial"/>
                <a:ea typeface="Arial"/>
                <a:cs typeface="Arial"/>
              </a:defRPr>
            </a:lvl1pPr>
            <a:lvl2pPr>
              <a:buNone/>
              <a:defRPr sz="1875" b="1">
                <a:solidFill>
                  <a:srgbClr val="005293"/>
                </a:solidFill>
                <a:latin typeface="Arial"/>
                <a:ea typeface="Arial"/>
                <a:cs typeface="Arial"/>
              </a:defRPr>
            </a:lvl2pPr>
            <a:lvl3pPr>
              <a:buNone/>
              <a:defRPr sz="1875" b="1">
                <a:solidFill>
                  <a:srgbClr val="005293"/>
                </a:solidFill>
                <a:latin typeface="Arial"/>
                <a:ea typeface="Arial"/>
                <a:cs typeface="Arial"/>
              </a:defRPr>
            </a:lvl3pPr>
            <a:lvl4pPr>
              <a:buNone/>
              <a:defRPr sz="1875" b="1">
                <a:solidFill>
                  <a:srgbClr val="005293"/>
                </a:solidFill>
                <a:latin typeface="Arial"/>
                <a:ea typeface="Arial"/>
                <a:cs typeface="Arial"/>
              </a:defRPr>
            </a:lvl4pPr>
            <a:lvl5pPr>
              <a:buNone/>
              <a:defRPr sz="1875" b="1">
                <a:solidFill>
                  <a:srgbClr val="005293"/>
                </a:solidFill>
                <a:latin typeface="Arial"/>
                <a:ea typeface="Arial"/>
                <a:cs typeface="Arial"/>
              </a:defRPr>
            </a:lvl5pPr>
            <a:lvl6pPr>
              <a:buNone/>
              <a:defRPr sz="1875" b="1">
                <a:solidFill>
                  <a:srgbClr val="005293"/>
                </a:solidFill>
                <a:latin typeface="Arial"/>
                <a:ea typeface="Arial"/>
                <a:cs typeface="Arial"/>
              </a:defRPr>
            </a:lvl6pPr>
            <a:lvl7pPr>
              <a:buNone/>
              <a:defRPr sz="1875" b="1">
                <a:solidFill>
                  <a:srgbClr val="005293"/>
                </a:solidFill>
                <a:latin typeface="Arial"/>
                <a:ea typeface="Arial"/>
                <a:cs typeface="Arial"/>
              </a:defRPr>
            </a:lvl7pPr>
            <a:lvl8pPr>
              <a:buNone/>
              <a:defRPr sz="1875" b="1">
                <a:solidFill>
                  <a:srgbClr val="005293"/>
                </a:solidFill>
                <a:latin typeface="Arial"/>
                <a:ea typeface="Arial"/>
                <a:cs typeface="Arial"/>
              </a:defRPr>
            </a:lvl8pPr>
            <a:lvl9pPr>
              <a:buNone/>
              <a:defRPr sz="1875" b="1">
                <a:solidFill>
                  <a:srgbClr val="005293"/>
                </a:solidFill>
                <a:latin typeface="Arial"/>
                <a:ea typeface="Arial"/>
                <a:cs typeface="Arial"/>
              </a:defRPr>
            </a:lvl9pPr>
          </a:lstStyle>
          <a:p xmlns:a="http://schemas.openxmlformats.org/drawingml/2006/main">
            <a:pPr>
              <a:buNone/>
              <a:defRPr sz="1875" b="1">
                <a:solidFill>
                  <a:srgbClr val="005293"/>
                </a:solidFill>
                <a:latin typeface="Arial"/>
                <a:ea typeface="Arial"/>
                <a:cs typeface="Arial"/>
              </a:defRPr>
            </a:pPr>
            <a:r>
              <a:rPr sz="1875" b="1">
                <a:solidFill>
                  <a:srgbClr val="005293"/>
                </a:solidFill>
                <a:latin typeface="Arial"/>
                <a:ea typeface="Arial"/>
                <a:cs typeface="Arial"/>
              </a:rPr>
              <a:t>Generalisierung: is-a</a:t>
            </a:r>
          </a:p>
        </p:txBody>
      </p:sp>
      <p:sp>
        <p:nvSpPr>
          <p:cNvPr id="8" name="">
            <a:extLst xmlns:a="http://schemas.openxmlformats.org/drawingml/2006/main">
              <a:ext uri="{FF2B5EF4-FFF2-40B4-BE49-F238E27FC236}">
                <a16:creationId xmlns:a16="http://schemas.microsoft.com/office/drawing/2014/main" id="{3116CC2E-5393-4D14-BA20-51417CD90F45}"/>
              </a:ext>
            </a:extLst>
          </p:cNvPr>
          <p:cNvSpPr>
            <a:spLocks xmlns:a="http://schemas.openxmlformats.org/drawingml/2006/main" noGrp="1"/>
          </p:cNvSpPr>
          <p:nvPr/>
        </p:nvSpPr>
        <p:spPr>
          <a:xfrm xmlns:a="http://schemas.openxmlformats.org/drawingml/2006/main">
            <a:off x="6419850" y="2190750"/>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202B33"/>
                </a:solidFill>
                <a:latin typeface="Arial"/>
                <a:ea typeface="Arial"/>
                <a:cs typeface="Arial"/>
              </a:defRPr>
            </a:defPPr>
            <a:lvl1pPr>
              <a:buNone/>
              <a:defRPr sz="2250" b="0">
                <a:solidFill>
                  <a:srgbClr val="202B33"/>
                </a:solidFill>
                <a:latin typeface="Arial"/>
                <a:ea typeface="Arial"/>
                <a:cs typeface="Arial"/>
              </a:defRPr>
            </a:lvl1pPr>
            <a:lvl2pPr>
              <a:buNone/>
              <a:defRPr sz="2250" b="0">
                <a:solidFill>
                  <a:srgbClr val="202B33"/>
                </a:solidFill>
                <a:latin typeface="Arial"/>
                <a:ea typeface="Arial"/>
                <a:cs typeface="Arial"/>
              </a:defRPr>
            </a:lvl2pPr>
            <a:lvl3pPr>
              <a:buNone/>
              <a:defRPr sz="2250" b="0">
                <a:solidFill>
                  <a:srgbClr val="202B33"/>
                </a:solidFill>
                <a:latin typeface="Arial"/>
                <a:ea typeface="Arial"/>
                <a:cs typeface="Arial"/>
              </a:defRPr>
            </a:lvl3pPr>
            <a:lvl4pPr>
              <a:buNone/>
              <a:defRPr sz="2250" b="0">
                <a:solidFill>
                  <a:srgbClr val="202B33"/>
                </a:solidFill>
                <a:latin typeface="Arial"/>
                <a:ea typeface="Arial"/>
                <a:cs typeface="Arial"/>
              </a:defRPr>
            </a:lvl4pPr>
            <a:lvl5pPr>
              <a:buNone/>
              <a:defRPr sz="2250" b="0">
                <a:solidFill>
                  <a:srgbClr val="202B33"/>
                </a:solidFill>
                <a:latin typeface="Arial"/>
                <a:ea typeface="Arial"/>
                <a:cs typeface="Arial"/>
              </a:defRPr>
            </a:lvl5pPr>
            <a:lvl6pPr>
              <a:buNone/>
              <a:defRPr sz="2250" b="0">
                <a:solidFill>
                  <a:srgbClr val="202B33"/>
                </a:solidFill>
                <a:latin typeface="Arial"/>
                <a:ea typeface="Arial"/>
                <a:cs typeface="Arial"/>
              </a:defRPr>
            </a:lvl6pPr>
            <a:lvl7pPr>
              <a:buNone/>
              <a:defRPr sz="2250" b="0">
                <a:solidFill>
                  <a:srgbClr val="202B33"/>
                </a:solidFill>
                <a:latin typeface="Arial"/>
                <a:ea typeface="Arial"/>
                <a:cs typeface="Arial"/>
              </a:defRPr>
            </a:lvl7pPr>
            <a:lvl8pPr>
              <a:buNone/>
              <a:defRPr sz="2250" b="0">
                <a:solidFill>
                  <a:srgbClr val="202B33"/>
                </a:solidFill>
                <a:latin typeface="Arial"/>
                <a:ea typeface="Arial"/>
                <a:cs typeface="Arial"/>
              </a:defRPr>
            </a:lvl8pPr>
            <a:lvl9pPr>
              <a:buNone/>
              <a:defRPr sz="2250" b="0">
                <a:solidFill>
                  <a:srgbClr val="202B33"/>
                </a:solidFill>
                <a:latin typeface="Arial"/>
                <a:ea typeface="Arial"/>
                <a:cs typeface="Arial"/>
              </a:defRPr>
            </a:lvl9pPr>
          </a:lstStyle>
          <a:p xmlns:a="http://schemas.openxmlformats.org/drawingml/2006/main">
            <a:pPr>
              <a:buNone/>
              <a:defRPr sz="2250" b="0">
                <a:solidFill>
                  <a:srgbClr val="202B33"/>
                </a:solidFill>
                <a:latin typeface="Arial"/>
                <a:ea typeface="Arial"/>
                <a:cs typeface="Arial"/>
              </a:defRPr>
            </a:pPr>
            <a:r>
              <a:rPr sz="2250" b="0">
                <a:solidFill>
                  <a:srgbClr val="202B33"/>
                </a:solidFill>
                <a:latin typeface="Arial"/>
                <a:ea typeface="Arial"/>
                <a:cs typeface="Arial"/>
              </a:rPr>
              <a:t>Ein Untertyp übernimmt die Eigenschaften des Obertyps.</a:t>
            </a:r>
          </a:p>
        </p:txBody>
      </p:sp>
      <p:sp>
        <p:nvSpPr>
          <p:cNvPr id="9" name="">
            <a:extLst xmlns:a="http://schemas.openxmlformats.org/drawingml/2006/main">
              <a:ext uri="{FF2B5EF4-FFF2-40B4-BE49-F238E27FC236}">
                <a16:creationId xmlns:a16="http://schemas.microsoft.com/office/drawing/2014/main" id="{1117EC23-2766-4792-824C-22051BF922C7}"/>
              </a:ext>
            </a:extLst>
          </p:cNvPr>
          <p:cNvSpPr>
            <a:spLocks xmlns:a="http://schemas.openxmlformats.org/drawingml/2006/main" noGrp="1"/>
          </p:cNvSpPr>
          <p:nvPr/>
        </p:nvSpPr>
        <p:spPr>
          <a:xfrm xmlns:a="http://schemas.openxmlformats.org/drawingml/2006/main">
            <a:off x="6419850" y="3295650"/>
            <a:ext cx="5143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5293"/>
                </a:solidFill>
                <a:latin typeface="Arial"/>
                <a:ea typeface="Arial"/>
                <a:cs typeface="Arial"/>
              </a:defRPr>
            </a:defPPr>
            <a:lvl1pPr>
              <a:buNone/>
              <a:defRPr sz="2400" b="1">
                <a:solidFill>
                  <a:srgbClr val="005293"/>
                </a:solidFill>
                <a:latin typeface="Arial"/>
                <a:ea typeface="Arial"/>
                <a:cs typeface="Arial"/>
              </a:defRPr>
            </a:lvl1pPr>
            <a:lvl2pPr>
              <a:buNone/>
              <a:defRPr sz="2400" b="1">
                <a:solidFill>
                  <a:srgbClr val="005293"/>
                </a:solidFill>
                <a:latin typeface="Arial"/>
                <a:ea typeface="Arial"/>
                <a:cs typeface="Arial"/>
              </a:defRPr>
            </a:lvl2pPr>
            <a:lvl3pPr>
              <a:buNone/>
              <a:defRPr sz="2400" b="1">
                <a:solidFill>
                  <a:srgbClr val="005293"/>
                </a:solidFill>
                <a:latin typeface="Arial"/>
                <a:ea typeface="Arial"/>
                <a:cs typeface="Arial"/>
              </a:defRPr>
            </a:lvl3pPr>
            <a:lvl4pPr>
              <a:buNone/>
              <a:defRPr sz="2400" b="1">
                <a:solidFill>
                  <a:srgbClr val="005293"/>
                </a:solidFill>
                <a:latin typeface="Arial"/>
                <a:ea typeface="Arial"/>
                <a:cs typeface="Arial"/>
              </a:defRPr>
            </a:lvl4pPr>
            <a:lvl5pPr>
              <a:buNone/>
              <a:defRPr sz="2400" b="1">
                <a:solidFill>
                  <a:srgbClr val="005293"/>
                </a:solidFill>
                <a:latin typeface="Arial"/>
                <a:ea typeface="Arial"/>
                <a:cs typeface="Arial"/>
              </a:defRPr>
            </a:lvl5pPr>
            <a:lvl6pPr>
              <a:buNone/>
              <a:defRPr sz="2400" b="1">
                <a:solidFill>
                  <a:srgbClr val="005293"/>
                </a:solidFill>
                <a:latin typeface="Arial"/>
                <a:ea typeface="Arial"/>
                <a:cs typeface="Arial"/>
              </a:defRPr>
            </a:lvl6pPr>
            <a:lvl7pPr>
              <a:buNone/>
              <a:defRPr sz="2400" b="1">
                <a:solidFill>
                  <a:srgbClr val="005293"/>
                </a:solidFill>
                <a:latin typeface="Arial"/>
                <a:ea typeface="Arial"/>
                <a:cs typeface="Arial"/>
              </a:defRPr>
            </a:lvl7pPr>
            <a:lvl8pPr>
              <a:buNone/>
              <a:defRPr sz="2400" b="1">
                <a:solidFill>
                  <a:srgbClr val="005293"/>
                </a:solidFill>
                <a:latin typeface="Arial"/>
                <a:ea typeface="Arial"/>
                <a:cs typeface="Arial"/>
              </a:defRPr>
            </a:lvl8pPr>
            <a:lvl9pPr>
              <a:buNone/>
              <a:defRPr sz="2400" b="1">
                <a:solidFill>
                  <a:srgbClr val="005293"/>
                </a:solidFill>
                <a:latin typeface="Arial"/>
                <a:ea typeface="Arial"/>
                <a:cs typeface="Arial"/>
              </a:defRPr>
            </a:lvl9pPr>
          </a:lstStyle>
          <a:p xmlns:a="http://schemas.openxmlformats.org/drawingml/2006/main">
            <a:pPr>
              <a:buNone/>
              <a:defRPr sz="2400" b="1">
                <a:solidFill>
                  <a:srgbClr val="005293"/>
                </a:solidFill>
                <a:latin typeface="Arial"/>
                <a:ea typeface="Arial"/>
                <a:cs typeface="Arial"/>
              </a:defRPr>
            </a:pPr>
            <a:r>
              <a:rPr sz="2400" b="1">
                <a:solidFill>
                  <a:srgbClr val="005293"/>
                </a:solidFill>
                <a:latin typeface="Arial"/>
                <a:ea typeface="Arial"/>
                <a:cs typeface="Arial"/>
              </a:rPr>
              <a:t>Ein Professor ist ein Angestellter.</a:t>
            </a:r>
          </a:p>
        </p:txBody>
      </p:sp>
      <p:sp>
        <p:nvSpPr>
          <p:cNvPr id="10" name="">
            <a:extLst xmlns:a="http://schemas.openxmlformats.org/drawingml/2006/main">
              <a:ext uri="{FF2B5EF4-FFF2-40B4-BE49-F238E27FC236}">
                <a16:creationId xmlns:a16="http://schemas.microsoft.com/office/drawing/2014/main" id="{B0E8C2BD-D6DA-4E43-9652-95427F66D1AF}"/>
              </a:ext>
            </a:extLst>
          </p:cNvPr>
          <p:cNvSpPr>
            <a:spLocks xmlns:a="http://schemas.openxmlformats.org/drawingml/2006/main" noGrp="1"/>
          </p:cNvSpPr>
          <p:nvPr/>
        </p:nvSpPr>
        <p:spPr>
          <a:xfrm xmlns:a="http://schemas.openxmlformats.org/drawingml/2006/main">
            <a:off x="609600" y="52482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buNone/>
              <a:defRPr sz="2025" b="0">
                <a:solidFill>
                  <a:srgbClr val="202B33"/>
                </a:solidFill>
                <a:latin typeface="Arial"/>
                <a:ea typeface="Arial"/>
                <a:cs typeface="Arial"/>
              </a:defRPr>
            </a:lvl1pPr>
            <a:lvl2pPr>
              <a:buNone/>
              <a:defRPr sz="2025" b="0">
                <a:solidFill>
                  <a:srgbClr val="202B33"/>
                </a:solidFill>
                <a:latin typeface="Arial"/>
                <a:ea typeface="Arial"/>
                <a:cs typeface="Arial"/>
              </a:defRPr>
            </a:lvl2pPr>
            <a:lvl3pPr>
              <a:buNone/>
              <a:defRPr sz="2025" b="0">
                <a:solidFill>
                  <a:srgbClr val="202B33"/>
                </a:solidFill>
                <a:latin typeface="Arial"/>
                <a:ea typeface="Arial"/>
                <a:cs typeface="Arial"/>
              </a:defRPr>
            </a:lvl3pPr>
            <a:lvl4pPr>
              <a:buNone/>
              <a:defRPr sz="2025" b="0">
                <a:solidFill>
                  <a:srgbClr val="202B33"/>
                </a:solidFill>
                <a:latin typeface="Arial"/>
                <a:ea typeface="Arial"/>
                <a:cs typeface="Arial"/>
              </a:defRPr>
            </a:lvl4pPr>
            <a:lvl5pPr>
              <a:buNone/>
              <a:defRPr sz="2025" b="0">
                <a:solidFill>
                  <a:srgbClr val="202B33"/>
                </a:solidFill>
                <a:latin typeface="Arial"/>
                <a:ea typeface="Arial"/>
                <a:cs typeface="Arial"/>
              </a:defRPr>
            </a:lvl5pPr>
            <a:lvl6pPr>
              <a:buNone/>
              <a:defRPr sz="2025" b="0">
                <a:solidFill>
                  <a:srgbClr val="202B33"/>
                </a:solidFill>
                <a:latin typeface="Arial"/>
                <a:ea typeface="Arial"/>
                <a:cs typeface="Arial"/>
              </a:defRPr>
            </a:lvl6pPr>
            <a:lvl7pPr>
              <a:buNone/>
              <a:defRPr sz="2025" b="0">
                <a:solidFill>
                  <a:srgbClr val="202B33"/>
                </a:solidFill>
                <a:latin typeface="Arial"/>
                <a:ea typeface="Arial"/>
                <a:cs typeface="Arial"/>
              </a:defRPr>
            </a:lvl7pPr>
            <a:lvl8pPr>
              <a:buNone/>
              <a:defRPr sz="2025" b="0">
                <a:solidFill>
                  <a:srgbClr val="202B33"/>
                </a:solidFill>
                <a:latin typeface="Arial"/>
                <a:ea typeface="Arial"/>
                <a:cs typeface="Arial"/>
              </a:defRPr>
            </a:lvl8pPr>
            <a:lvl9pPr>
              <a:buNone/>
              <a:defRPr sz="2025" b="0">
                <a:solidFill>
                  <a:srgbClr val="202B33"/>
                </a:solidFill>
                <a:latin typeface="Arial"/>
                <a:ea typeface="Arial"/>
                <a:cs typeface="Arial"/>
              </a:defRPr>
            </a:lvl9pPr>
          </a:lstStyle>
          <a:p xmlns:a="http://schemas.openxmlformats.org/drawingml/2006/main">
            <a:pPr>
              <a:buNone/>
              <a:defRPr sz="2025" b="0">
                <a:solidFill>
                  <a:srgbClr val="202B33"/>
                </a:solidFill>
                <a:latin typeface="Arial"/>
                <a:ea typeface="Arial"/>
                <a:cs typeface="Arial"/>
              </a:defRPr>
            </a:pPr>
            <a:r>
              <a:rPr sz="2025" b="0">
                <a:solidFill>
                  <a:srgbClr val="202B33"/>
                </a:solidFill>
                <a:latin typeface="Arial"/>
                <a:ea typeface="Arial"/>
                <a:cs typeface="Arial"/>
              </a:rPr>
              <a:t>Teil-von beschreibt Zusammensetzung. Is-a beschreibt eine Untertypbeziehung.</a:t>
            </a:r>
          </a:p>
        </p:txBody>
      </p:sp>
    </p:spTree>
    <p:extLst>
      <p:ext uri="{BB962C8B-B14F-4D97-AF65-F5344CB8AC3E}">
        <p14:creationId xmlns:p14="http://schemas.microsoft.com/office/powerpoint/2010/main" val="19901153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2026-10-28T07:06:36.4220000Z</dcterms:created>
  <dcterms:modified xsi:type="dcterms:W3CDTF">2026-10-28T07:06:36.4220000Z</dcterms:modified>
</coreProperties>
</file>