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16462e9f8b45d1" /><Relationship Type="http://schemas.openxmlformats.org/officeDocument/2006/relationships/extended-properties" Target="/docProps/app.xml" Id="Rcfc7b059355f4364" /><Relationship Type="http://schemas.openxmlformats.org/officeDocument/2006/relationships/officeDocument" Target="/ppt/presentation.xml" Id="Re2a492dd75a04d1c" /></Relationships>
</file>

<file path=ppt/presentation.xml><?xml version="1.0" encoding="utf-8"?>
<p:presentation xmlns:p="http://schemas.openxmlformats.org/presentationml/2006/main">
  <p:sldMasterIdLst>
    <p:sldMasterId xmlns:r="http://schemas.openxmlformats.org/officeDocument/2006/relationships" id="2147483648" r:id="R5a49e3a275824e71"/>
  </p:sldMasterIdLst>
  <p:notesMasterIdLst>
    <p:notesMasterId xmlns:r="http://schemas.openxmlformats.org/officeDocument/2006/relationships" r:id="R921e2f49fce74e1f"/>
  </p:notesMasterIdLst>
  <p:sldIdLst>
    <p:sldId xmlns:r="http://schemas.openxmlformats.org/officeDocument/2006/relationships" id="256" r:id="Rcd45174dc0f24a3e"/>
    <p:sldId xmlns:r="http://schemas.openxmlformats.org/officeDocument/2006/relationships" id="257" r:id="R3a358e33211c4290"/>
    <p:sldId xmlns:r="http://schemas.openxmlformats.org/officeDocument/2006/relationships" id="258" r:id="Rf6c6e9038e954f80"/>
    <p:sldId xmlns:r="http://schemas.openxmlformats.org/officeDocument/2006/relationships" id="259" r:id="R339661c230e54647"/>
    <p:sldId xmlns:r="http://schemas.openxmlformats.org/officeDocument/2006/relationships" id="260" r:id="R04bcebf2631340c5"/>
    <p:sldId xmlns:r="http://schemas.openxmlformats.org/officeDocument/2006/relationships" id="261" r:id="R350dca62640c4f04"/>
    <p:sldId xmlns:r="http://schemas.openxmlformats.org/officeDocument/2006/relationships" id="262" r:id="Rad9fd8eb880e437c"/>
    <p:sldId xmlns:r="http://schemas.openxmlformats.org/officeDocument/2006/relationships" id="263" r:id="Rece31171ae064d3e"/>
    <p:sldId xmlns:r="http://schemas.openxmlformats.org/officeDocument/2006/relationships" id="264" r:id="Ra05c0ef604e84077"/>
    <p:sldId xmlns:r="http://schemas.openxmlformats.org/officeDocument/2006/relationships" id="265" r:id="R2ccab7d36c1b4fa0"/>
    <p:sldId xmlns:r="http://schemas.openxmlformats.org/officeDocument/2006/relationships" id="266" r:id="R58cce5526a4b4704"/>
    <p:sldId xmlns:r="http://schemas.openxmlformats.org/officeDocument/2006/relationships" id="267" r:id="R616ad583e04f48c3"/>
    <p:sldId xmlns:r="http://schemas.openxmlformats.org/officeDocument/2006/relationships" id="268" r:id="R3cb44b39e7e74c34"/>
    <p:sldId xmlns:r="http://schemas.openxmlformats.org/officeDocument/2006/relationships" id="269" r:id="R412bea7f72b74ac9"/>
    <p:sldId xmlns:r="http://schemas.openxmlformats.org/officeDocument/2006/relationships" id="270" r:id="R19f7f90b55be4a05"/>
    <p:sldId xmlns:r="http://schemas.openxmlformats.org/officeDocument/2006/relationships" id="271" r:id="R6d141558b6314704"/>
    <p:sldId xmlns:r="http://schemas.openxmlformats.org/officeDocument/2006/relationships" id="272" r:id="R23818044c1274d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4c8caa288b4b20" /><Relationship Type="http://schemas.openxmlformats.org/officeDocument/2006/relationships/slideMaster" Target="/ppt/slideMasters/slideMaster1.xml" Id="R5a49e3a275824e71" /><Relationship Type="http://schemas.openxmlformats.org/officeDocument/2006/relationships/notesMaster" Target="/ppt/notesMasters/notesMaster1.xml" Id="R921e2f49fce74e1f" /><Relationship Type="http://schemas.openxmlformats.org/officeDocument/2006/relationships/presProps" Target="/ppt/presProps.xml" Id="R12285315af6540a7" /><Relationship Type="http://schemas.openxmlformats.org/officeDocument/2006/relationships/tableStyles" Target="/ppt/tableStyles.xml" Id="Rebd63f9b6b5841c5" /><Relationship Type="http://schemas.openxmlformats.org/officeDocument/2006/relationships/slide" Target="/ppt/slides/slide1.xml" Id="Rcd45174dc0f24a3e" /><Relationship Type="http://schemas.openxmlformats.org/officeDocument/2006/relationships/slide" Target="/ppt/slides/slide2.xml" Id="R3a358e33211c4290" /><Relationship Type="http://schemas.openxmlformats.org/officeDocument/2006/relationships/slide" Target="/ppt/slides/slide3.xml" Id="Rf6c6e9038e954f80" /><Relationship Type="http://schemas.openxmlformats.org/officeDocument/2006/relationships/slide" Target="/ppt/slides/slide4.xml" Id="R339661c230e54647" /><Relationship Type="http://schemas.openxmlformats.org/officeDocument/2006/relationships/slide" Target="/ppt/slides/slide5.xml" Id="R04bcebf2631340c5" /><Relationship Type="http://schemas.openxmlformats.org/officeDocument/2006/relationships/slide" Target="/ppt/slides/slide6.xml" Id="R350dca62640c4f04" /><Relationship Type="http://schemas.openxmlformats.org/officeDocument/2006/relationships/slide" Target="/ppt/slides/slide7.xml" Id="Rad9fd8eb880e437c" /><Relationship Type="http://schemas.openxmlformats.org/officeDocument/2006/relationships/slide" Target="/ppt/slides/slide8.xml" Id="Rece31171ae064d3e" /><Relationship Type="http://schemas.openxmlformats.org/officeDocument/2006/relationships/slide" Target="/ppt/slides/slide9.xml" Id="Ra05c0ef604e84077" /><Relationship Type="http://schemas.openxmlformats.org/officeDocument/2006/relationships/slide" Target="/ppt/slides/slide10.xml" Id="R2ccab7d36c1b4fa0" /><Relationship Type="http://schemas.openxmlformats.org/officeDocument/2006/relationships/slide" Target="/ppt/slides/slide11.xml" Id="R58cce5526a4b4704" /><Relationship Type="http://schemas.openxmlformats.org/officeDocument/2006/relationships/slide" Target="/ppt/slides/slide12.xml" Id="R616ad583e04f48c3" /><Relationship Type="http://schemas.openxmlformats.org/officeDocument/2006/relationships/slide" Target="/ppt/slides/slide13.xml" Id="R3cb44b39e7e74c34" /><Relationship Type="http://schemas.openxmlformats.org/officeDocument/2006/relationships/slide" Target="/ppt/slides/slide14.xml" Id="R412bea7f72b74ac9" /><Relationship Type="http://schemas.openxmlformats.org/officeDocument/2006/relationships/slide" Target="/ppt/slides/slide15.xml" Id="R19f7f90b55be4a05" /><Relationship Type="http://schemas.openxmlformats.org/officeDocument/2006/relationships/slide" Target="/ppt/slides/slide16.xml" Id="R6d141558b6314704" /><Relationship Type="http://schemas.openxmlformats.org/officeDocument/2006/relationships/slide" Target="/ppt/slides/slide17.xml" Id="R23818044c1274d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a54535587946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15f0721b184267" /><Relationship Type="http://schemas.openxmlformats.org/officeDocument/2006/relationships/notesMaster" Target="/ppt/notesMasters/notesMaster1.xml" Id="R74725d0a5cc14a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a4da19536e43c8" /><Relationship Type="http://schemas.openxmlformats.org/officeDocument/2006/relationships/notesMaster" Target="/ppt/notesMasters/notesMaster1.xml" Id="Re252f4dc3f3441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e040068feb4ce1" /><Relationship Type="http://schemas.openxmlformats.org/officeDocument/2006/relationships/notesMaster" Target="/ppt/notesMasters/notesMaster1.xml" Id="R12ecc464953743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81ba85b91a4bc4" /><Relationship Type="http://schemas.openxmlformats.org/officeDocument/2006/relationships/notesMaster" Target="/ppt/notesMasters/notesMaster1.xml" Id="Ref9dacd781a847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f3bed662f0431d" /><Relationship Type="http://schemas.openxmlformats.org/officeDocument/2006/relationships/notesMaster" Target="/ppt/notesMasters/notesMaster1.xml" Id="R2e9e17ce11844e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78aaed93f24101" /><Relationship Type="http://schemas.openxmlformats.org/officeDocument/2006/relationships/notesMaster" Target="/ppt/notesMasters/notesMaster1.xml" Id="Re453d93f7e054a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96df537dba4798" /><Relationship Type="http://schemas.openxmlformats.org/officeDocument/2006/relationships/notesMaster" Target="/ppt/notesMasters/notesMaster1.xml" Id="R1bb19a0282ae42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f9fd533e51420d" /><Relationship Type="http://schemas.openxmlformats.org/officeDocument/2006/relationships/notesMaster" Target="/ppt/notesMasters/notesMaster1.xml" Id="Re3da03efd68d4a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0ec157a7754460" /><Relationship Type="http://schemas.openxmlformats.org/officeDocument/2006/relationships/notesMaster" Target="/ppt/notesMasters/notesMaster1.xml" Id="R6988d25bbf684b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c2d5d5a59948ab" /><Relationship Type="http://schemas.openxmlformats.org/officeDocument/2006/relationships/notesMaster" Target="/ppt/notesMasters/notesMaster1.xml" Id="R4754bb54fa2746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fce15a4da54958" /><Relationship Type="http://schemas.openxmlformats.org/officeDocument/2006/relationships/notesMaster" Target="/ppt/notesMasters/notesMaster1.xml" Id="R98ccac14c03f49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4a429d7fea4b70" /><Relationship Type="http://schemas.openxmlformats.org/officeDocument/2006/relationships/notesMaster" Target="/ppt/notesMasters/notesMaster1.xml" Id="Rb2f654f51fba44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a21cb163de4c1c" /><Relationship Type="http://schemas.openxmlformats.org/officeDocument/2006/relationships/notesMaster" Target="/ppt/notesMasters/notesMaster1.xml" Id="Rf9784fc63d3445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8ef87dcc5440ef" /><Relationship Type="http://schemas.openxmlformats.org/officeDocument/2006/relationships/notesMaster" Target="/ppt/notesMasters/notesMaster1.xml" Id="R9d50cd8740324f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36d20f72764599" /><Relationship Type="http://schemas.openxmlformats.org/officeDocument/2006/relationships/notesMaster" Target="/ppt/notesMasters/notesMaster1.xml" Id="R5281b6543ce045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5deae908264dd5" /><Relationship Type="http://schemas.openxmlformats.org/officeDocument/2006/relationships/notesMaster" Target="/ppt/notesMasters/notesMaster1.xml" Id="Rd67edb3473564c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2bcd4da69e45ec" /><Relationship Type="http://schemas.openxmlformats.org/officeDocument/2006/relationships/notesMaster" Target="/ppt/notesMasters/notesMaster1.xml" Id="R734cb0f0393e4f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Tutor: Ilya Kats. Termine und Räume aus der bestehenden Intro-Präsentation. Woche 2 behandelt n-stellige ER-Beziehungen, Funktionalitäten und Min-max-Bedingungen. Der QR-Code verweist auf https://github.com/IlyaKats2005/GDB_2026-2027_Tutorium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Eigene Darstellung der üblichen ER-Notation. Die beiden Ausschnitte zeigen Attributanbindungen, kein vollständiges ER-Schema. MatrNr identifiziert einen Studenten. Note gehört zum gesamten Prüfungstupel. In einem konkreten Kurs können Schlüsselkonventionen abweichen. Notation anhand der vom Nutzer bereitgestellten Screenshots aus Loesung02.pdf, insbesondere Abbildungen zu prüfen und Zugverbindungen.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Eigene Beispielrelation. Schema und Ausprägung unterscheiden. Die Domänen bestimmen erlaubte Attributwerte. Eine Relation ist eine Menge von Tupeln ohne Duplikate und ohne relevante Reihenfolge. Attribute gehören zur Struktur, die Werte zu den einzelnen Tupeln.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Eigene Beispiele. Minimal bedeutet: Kein Attribut lässt sich entfernen, ohne die Eindeutigkeit für zulässige Datenbankzustände zu verlieren. Eindeutigkeit darf nicht nur zufällig in der Beispieltabelle gelten. Beim zusammengesetzten Schlüssel muss nicht jeder einzelne Wert eindeutig sein. Weitere Kandidatenschlüssel sind möglich. SQL-Primärschlüssel erlauben außerdem keine NULL-Werte.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Übliche Mengen-von-Tupeln-Schreibweise. Der Doppelpunkt markiert die Schema- bzw. Typbeschreibung; das Gleichheitszeichen beschreibt eine konkrete Ausprägung. Ohne Domänen schreibt man auch Studenten: {[MatrNr, Name, Semester]}. Die Reihenfolge der Werte entspricht den angegebenen Attributen. Schema Züge aus Loesung02.pdf, Hausaufgabe 4 b, sichtbar im Screenshot 2026-10-25 at 20.40.06.png. Die konkreten Tupel sind eigene Beispiele. Die Unterstreichung markiert ZugNr als Primärschlüssel.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Schematisches n-stelliges ER-Diagramm, kein auf vier Rollen beschränktes Modell. Die Kästen bezeichnen Entitymengen je Rolle. Ein Entitytyp kann mehrere Rollen übernehmen. Die k-Markierungen sind allgemeine obere Ergänzungsgrenzen. Die klassische 1/N-Notation ist ein Spezialfall.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Allgemeine Kardinalitätsobergrenze pro Kombination der übrigen Rollen. * bedeutet keine feste obere Schranke. Bei k_i=1 ist die Relation in Richtung E_i funktional im engeren Sinn. Für k_i&gt;1 handelt es sich um eine beschränkte mehrwertige Zuordnung. F_i(q) kann leer sein.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Für jede neue Kombination q wird die Ergänzungsmenge erneut gezählt. Zusätzliche, durch Punkte angedeutete Rollen sind ebenfalls fest. Die Grenze gilt nicht für die Gesamtzahl aller Tupel mit einem bestimmten Entity aus E_i.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Die allgemeinen numerischen Grenzen erweitern die im Kapitel verwendete 1/N/M-Notation. Bei k_i=1 entsteht f_i: Produkt der anderen Entitymengen ⇀ E_i. Total wäre die Funktion erst bei genau einer Ergänzung für jedes q. k_i=0 erzwingt eine leere Beziehung.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Eigene symbolische Darstellung für ein beliebiges k≥1. Werte innerhalb einer angegebenen Menge sind paarweise verschieden. q_3 bezeichnet eine Kombination ohne Beziehungstupel. q_1, q_2 und q_3 sind unterschiedliche vollständige Kombinationen der anderen Rollen.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Jede Rolle hat ein eigenes Intervall. Die Bedingung gilt auch für Entities, die in keinem Tupel vorkommen: deren Teilnahmegrad ist 0. Die Grenzen sind nichtnegative ganze Zahlen, die obere Grenze darf * sein. Mehrere Rollen desselben Entitytyps werden getrennt gezählt.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Die Zeichnung betrachtet die Bedingung an Rolle i. Zur Prüfung der anderen Rollen wird jeweils dort ein Entity fixiert. Alle Min-max-Bedingungen gelten gleichzeitig. Die Ellipsen stehen für zusätzliche variable Rollen.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l und u sind beliebige zulässige ganzzahlige Grenzen. Ein Minimum größer 0 verlangt Teilnahme. Fehlende Entities dürfen bei der Prüfung nicht übersehen werden. Die klassische binäre Partnerzählung ist nur der Fall 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Abstrakte Tupelbilder für beliebiges n. Die Punkte symbolisieren beliebig viele weitere Positionen. Bei Funktionalität sind alle diese weiteren Positionen fest; bei Min-max dürfen sie variieren.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Symbolische Gegenbeispiele für die Grenze 1 als einfachsten Spezialfall. Unterschiedliche Indizes bedeuten unterschiedliche Werte. Für n&gt;3 lassen sich in beiden Tupeln gleiche feste Werte in weiteren Rollen ergänzen. Für n=2 entsprechen Ergänzungsobergrenzen den Min-max-Obergrenzen auf der jeweils anderen Seite. Mindestteilnahmen folgen daraus weiterhin nicht.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Zusammenfassung der allgemeinen Definitionen für n-stellige Beziehungen. Die Stelligkeit n und die Grenzen k_i, min_i, max_i sind voneinander unabhängige Größen.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 2 (öffentliche Buchfolien), Folien 9–30. Quelle: https://db.in.tum.de/teaching/bookDBMSeinf/folien/pdf/Kapitel2.pdf. Eigene didaktische Beispiele, sofern nicht anders vermerkt.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d06eed395f4a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2b0eb947ff49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5c252e0e4d44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50e4db8e3a4b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c174812dd441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87a382bac443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6E94E8-3252-498C-A17C-B0EC047FD4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756C29-A83F-4386-895B-8024B5B8AC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67A394-5D02-4CA2-B407-4AF8FB5E38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41B060-FED9-48C9-80A7-139166B9E4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3274F5-DC83-4C0F-96F9-1BECCF845A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C88A72-CF50-4DFD-9EE6-E1C0594CF0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6FB83B-55AE-4A71-96F8-0FB42E0D13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65285A-DBDF-45D3-A93D-B8CB1B2C50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9F2497-1488-431F-86E4-84AD143C55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60304A-CFA4-43D5-ABAA-7129EBC44A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958eb5a99c490d" /><Relationship Type="http://schemas.openxmlformats.org/officeDocument/2006/relationships/slideLayout" Target="/ppt/slideLayouts/slideLayout1.xml" Id="R8fae51aa93f54691" /><Relationship Type="http://schemas.openxmlformats.org/officeDocument/2006/relationships/slideLayout" Target="/ppt/slideLayouts/slideLayout2.xml" Id="Rf24d7b5e4c0c4b39" /><Relationship Type="http://schemas.openxmlformats.org/officeDocument/2006/relationships/slideLayout" Target="/ppt/slideLayouts/slideLayout3.xml" Id="Ra67d294c5c47443e" /><Relationship Type="http://schemas.openxmlformats.org/officeDocument/2006/relationships/slideLayout" Target="/ppt/slideLayouts/slideLayout4.xml" Id="R61bf1fcf86844d8a" /><Relationship Type="http://schemas.openxmlformats.org/officeDocument/2006/relationships/slideLayout" Target="/ppt/slideLayouts/slideLayout5.xml" Id="Rfbc61b47bb3640d7" /><Relationship Type="http://schemas.openxmlformats.org/officeDocument/2006/relationships/slideLayout" Target="/ppt/slideLayouts/slideLayout6.xml" Id="R068691d9da054f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ae51aa93f54691"/>
    <p:sldLayoutId xmlns:r="http://schemas.openxmlformats.org/officeDocument/2006/relationships" id="2147483650" r:id="Rf24d7b5e4c0c4b39"/>
    <p:sldLayoutId xmlns:r="http://schemas.openxmlformats.org/officeDocument/2006/relationships" id="2147483651" r:id="Ra67d294c5c47443e"/>
    <p:sldLayoutId xmlns:r="http://schemas.openxmlformats.org/officeDocument/2006/relationships" id="2147483652" r:id="R61bf1fcf86844d8a"/>
    <p:sldLayoutId xmlns:r="http://schemas.openxmlformats.org/officeDocument/2006/relationships" id="2147483653" r:id="Rfbc61b47bb3640d7"/>
    <p:sldLayoutId xmlns:r="http://schemas.openxmlformats.org/officeDocument/2006/relationships" id="2147483654" r:id="R068691d9da054f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409bd177ce4c2e" /><Relationship Type="http://schemas.openxmlformats.org/officeDocument/2006/relationships/image" Target="/ppt/media/image.png" Id="Rc0247f7186184ef9" /><Relationship Type="http://schemas.openxmlformats.org/officeDocument/2006/relationships/hyperlink" Target="https://github.com/IlyaKats2005/GDB_2026-2027_Tutorium" TargetMode="External" Id="Rec53af513d904b21" /><Relationship Type="http://schemas.openxmlformats.org/officeDocument/2006/relationships/notesSlide" Target="/ppt/notesSlides/notesSlide1.xml" Id="R947ba7b090e244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6adb5c77804c42" /><Relationship Type="http://schemas.openxmlformats.org/officeDocument/2006/relationships/notesSlide" Target="/ppt/notesSlides/notesSlide2.xml" Id="Rf34379901b0b49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77aaea8bb84eb5" /><Relationship Type="http://schemas.openxmlformats.org/officeDocument/2006/relationships/notesSlide" Target="/ppt/notesSlides/notesSlide3.xml" Id="R68e41308454e49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d98f63747340fc" /><Relationship Type="http://schemas.openxmlformats.org/officeDocument/2006/relationships/notesSlide" Target="/ppt/notesSlides/notesSlide4.xml" Id="Rdd7b92149e5e46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fe3f9da13241a9" /><Relationship Type="http://schemas.openxmlformats.org/officeDocument/2006/relationships/notesSlide" Target="/ppt/notesSlides/notesSlide5.xml" Id="R7451569997f645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ac32acff6541d9" /><Relationship Type="http://schemas.openxmlformats.org/officeDocument/2006/relationships/notesSlide" Target="/ppt/notesSlides/notesSlide6.xml" Id="Rc4e6a823a8d34e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bd8ffeac934754" /><Relationship Type="http://schemas.openxmlformats.org/officeDocument/2006/relationships/notesSlide" Target="/ppt/notesSlides/notesSlide7.xml" Id="R2284b4667a0847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9e7f8da90504c35" /><Relationship Type="http://schemas.openxmlformats.org/officeDocument/2006/relationships/notesSlide" Target="/ppt/notesSlides/notesSlide8.xml" Id="R784499bbe93d48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6bfe40ff1540ba" /><Relationship Type="http://schemas.openxmlformats.org/officeDocument/2006/relationships/notesSlide" Target="/ppt/notesSlides/notesSlide9.xml" Id="Ra1387534eb6547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92c25742c94a12" /><Relationship Type="http://schemas.openxmlformats.org/officeDocument/2006/relationships/notesSlide" Target="/ppt/notesSlides/notesSlide10.xml" Id="R154b8921584043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820504918bb4978" /><Relationship Type="http://schemas.openxmlformats.org/officeDocument/2006/relationships/notesSlide" Target="/ppt/notesSlides/notesSlide11.xml" Id="R00a60b25381a47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10e6a4df3064248" /><Relationship Type="http://schemas.openxmlformats.org/officeDocument/2006/relationships/notesSlide" Target="/ppt/notesSlides/notesSlide12.xml" Id="R1f04859e71cc42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8f7d769a1fa45f5" /><Relationship Type="http://schemas.openxmlformats.org/officeDocument/2006/relationships/notesSlide" Target="/ppt/notesSlides/notesSlide13.xml" Id="R888742aa478e4d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fb44e3626c24097" /><Relationship Type="http://schemas.openxmlformats.org/officeDocument/2006/relationships/notesSlide" Target="/ppt/notesSlides/notesSlide14.xml" Id="R6bba1056f7de43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a4d1d4ecce4f9a" /><Relationship Type="http://schemas.openxmlformats.org/officeDocument/2006/relationships/notesSlide" Target="/ppt/notesSlides/notesSlide15.xml" Id="R4d82fbdec43247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6d341aa4a724fbc" /><Relationship Type="http://schemas.openxmlformats.org/officeDocument/2006/relationships/notesSlide" Target="/ppt/notesSlides/notesSlide16.xml" Id="Rf69ca3b8d9304b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c319e47386c4747" /><Relationship Type="http://schemas.openxmlformats.org/officeDocument/2006/relationships/notesSlide" Target="/ppt/notesSlides/notesSlide17.xml" Id="R5088148a575742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203E65-7E51-4B44-B1F5-5B809149FEE1}"/>
              </a:ext>
            </a:extLst>
          </p:cNvPr>
          <p:cNvSpPr>
            <a:spLocks xmlns:a="http://schemas.openxmlformats.org/drawingml/2006/main" noGrp="1"/>
          </p:cNvSpPr>
          <p:nvPr/>
        </p:nvSpPr>
        <p:spPr>
          <a:xfrm xmlns:a="http://schemas.openxmlformats.org/drawingml/2006/main">
            <a:off x="609600" y="5905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005293"/>
                </a:solidFill>
                <a:latin typeface="Arial"/>
                <a:ea typeface="Arial"/>
                <a:cs typeface="Arial"/>
              </a:defRPr>
            </a:defPPr>
            <a:lvl1pPr>
              <a:defRPr sz="3600" b="1">
                <a:solidFill>
                  <a:srgbClr val="005293"/>
                </a:solidFill>
                <a:latin typeface="Arial"/>
                <a:ea typeface="Arial"/>
                <a:cs typeface="Arial"/>
              </a:defRPr>
            </a:lvl1pPr>
            <a:lvl2pPr>
              <a:defRPr sz="3600" b="1">
                <a:solidFill>
                  <a:srgbClr val="005293"/>
                </a:solidFill>
                <a:latin typeface="Arial"/>
                <a:ea typeface="Arial"/>
                <a:cs typeface="Arial"/>
              </a:defRPr>
            </a:lvl2pPr>
            <a:lvl3pPr>
              <a:defRPr sz="3600" b="1">
                <a:solidFill>
                  <a:srgbClr val="005293"/>
                </a:solidFill>
                <a:latin typeface="Arial"/>
                <a:ea typeface="Arial"/>
                <a:cs typeface="Arial"/>
              </a:defRPr>
            </a:lvl3pPr>
            <a:lvl4pPr>
              <a:defRPr sz="3600" b="1">
                <a:solidFill>
                  <a:srgbClr val="005293"/>
                </a:solidFill>
                <a:latin typeface="Arial"/>
                <a:ea typeface="Arial"/>
                <a:cs typeface="Arial"/>
              </a:defRPr>
            </a:lvl4pPr>
            <a:lvl5pPr>
              <a:defRPr sz="3600" b="1">
                <a:solidFill>
                  <a:srgbClr val="005293"/>
                </a:solidFill>
                <a:latin typeface="Arial"/>
                <a:ea typeface="Arial"/>
                <a:cs typeface="Arial"/>
              </a:defRPr>
            </a:lvl5pPr>
            <a:lvl6pPr>
              <a:defRPr sz="3600" b="1">
                <a:solidFill>
                  <a:srgbClr val="005293"/>
                </a:solidFill>
                <a:latin typeface="Arial"/>
                <a:ea typeface="Arial"/>
                <a:cs typeface="Arial"/>
              </a:defRPr>
            </a:lvl6pPr>
            <a:lvl7pPr>
              <a:defRPr sz="3600" b="1">
                <a:solidFill>
                  <a:srgbClr val="005293"/>
                </a:solidFill>
                <a:latin typeface="Arial"/>
                <a:ea typeface="Arial"/>
                <a:cs typeface="Arial"/>
              </a:defRPr>
            </a:lvl7pPr>
            <a:lvl8pPr>
              <a:defRPr sz="3600" b="1">
                <a:solidFill>
                  <a:srgbClr val="005293"/>
                </a:solidFill>
                <a:latin typeface="Arial"/>
                <a:ea typeface="Arial"/>
                <a:cs typeface="Arial"/>
              </a:defRPr>
            </a:lvl8pPr>
            <a:lvl9pPr>
              <a:defRPr sz="3600" b="1">
                <a:solidFill>
                  <a:srgbClr val="005293"/>
                </a:solidFill>
                <a:latin typeface="Arial"/>
                <a:ea typeface="Arial"/>
                <a:cs typeface="Arial"/>
              </a:defRPr>
            </a:lvl9pPr>
          </a:lstStyle>
          <a:p xmlns:a="http://schemas.openxmlformats.org/drawingml/2006/main">
            <a:pPr>
              <a:defRPr sz="3600" b="1">
                <a:solidFill>
                  <a:srgbClr val="005293"/>
                </a:solidFill>
                <a:latin typeface="Arial"/>
                <a:ea typeface="Arial"/>
                <a:cs typeface="Arial"/>
              </a:defRPr>
            </a:pPr>
            <a:r>
              <a:rPr sz="3600" b="1">
                <a:solidFill>
                  <a:srgbClr val="005293"/>
                </a:solidFill>
                <a:latin typeface="Arial"/>
                <a:ea typeface="Arial"/>
                <a:cs typeface="Arial"/>
              </a:rPr>
              <a:t>Grundlagen: Datenbanken</a:t>
            </a:r>
          </a:p>
        </p:txBody>
      </p:sp>
      <p:sp>
        <p:nvSpPr>
          <p:cNvPr id="2" name="">
            <a:extLst xmlns:a="http://schemas.openxmlformats.org/drawingml/2006/main">
              <a:ext uri="{FF2B5EF4-FFF2-40B4-BE49-F238E27FC236}">
                <a16:creationId xmlns:a16="http://schemas.microsoft.com/office/drawing/2014/main" id="{A2B44D7D-CC59-49AA-A11B-8EC00934BF93}"/>
              </a:ext>
            </a:extLst>
          </p:cNvPr>
          <p:cNvSpPr>
            <a:spLocks xmlns:a="http://schemas.openxmlformats.org/drawingml/2006/main" noGrp="1"/>
          </p:cNvSpPr>
          <p:nvPr/>
        </p:nvSpPr>
        <p:spPr>
          <a:xfrm xmlns:a="http://schemas.openxmlformats.org/drawingml/2006/main">
            <a:off x="609600" y="13906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96773"/>
                </a:solidFill>
                <a:latin typeface="Arial"/>
                <a:ea typeface="Arial"/>
                <a:cs typeface="Arial"/>
              </a:defRPr>
            </a:defPPr>
            <a:lvl1pPr>
              <a:defRPr sz="2250" b="0">
                <a:solidFill>
                  <a:srgbClr val="596773"/>
                </a:solidFill>
                <a:latin typeface="Arial"/>
                <a:ea typeface="Arial"/>
                <a:cs typeface="Arial"/>
              </a:defRPr>
            </a:lvl1pPr>
            <a:lvl2pPr>
              <a:defRPr sz="2250" b="0">
                <a:solidFill>
                  <a:srgbClr val="596773"/>
                </a:solidFill>
                <a:latin typeface="Arial"/>
                <a:ea typeface="Arial"/>
                <a:cs typeface="Arial"/>
              </a:defRPr>
            </a:lvl2pPr>
            <a:lvl3pPr>
              <a:defRPr sz="2250" b="0">
                <a:solidFill>
                  <a:srgbClr val="596773"/>
                </a:solidFill>
                <a:latin typeface="Arial"/>
                <a:ea typeface="Arial"/>
                <a:cs typeface="Arial"/>
              </a:defRPr>
            </a:lvl3pPr>
            <a:lvl4pPr>
              <a:defRPr sz="2250" b="0">
                <a:solidFill>
                  <a:srgbClr val="596773"/>
                </a:solidFill>
                <a:latin typeface="Arial"/>
                <a:ea typeface="Arial"/>
                <a:cs typeface="Arial"/>
              </a:defRPr>
            </a:lvl4pPr>
            <a:lvl5pPr>
              <a:defRPr sz="2250" b="0">
                <a:solidFill>
                  <a:srgbClr val="596773"/>
                </a:solidFill>
                <a:latin typeface="Arial"/>
                <a:ea typeface="Arial"/>
                <a:cs typeface="Arial"/>
              </a:defRPr>
            </a:lvl5pPr>
            <a:lvl6pPr>
              <a:defRPr sz="2250" b="0">
                <a:solidFill>
                  <a:srgbClr val="596773"/>
                </a:solidFill>
                <a:latin typeface="Arial"/>
                <a:ea typeface="Arial"/>
                <a:cs typeface="Arial"/>
              </a:defRPr>
            </a:lvl6pPr>
            <a:lvl7pPr>
              <a:defRPr sz="2250" b="0">
                <a:solidFill>
                  <a:srgbClr val="596773"/>
                </a:solidFill>
                <a:latin typeface="Arial"/>
                <a:ea typeface="Arial"/>
                <a:cs typeface="Arial"/>
              </a:defRPr>
            </a:lvl7pPr>
            <a:lvl8pPr>
              <a:defRPr sz="2250" b="0">
                <a:solidFill>
                  <a:srgbClr val="596773"/>
                </a:solidFill>
                <a:latin typeface="Arial"/>
                <a:ea typeface="Arial"/>
                <a:cs typeface="Arial"/>
              </a:defRPr>
            </a:lvl8pPr>
            <a:lvl9pPr>
              <a:defRPr sz="2250" b="0">
                <a:solidFill>
                  <a:srgbClr val="596773"/>
                </a:solidFill>
                <a:latin typeface="Arial"/>
                <a:ea typeface="Arial"/>
                <a:cs typeface="Arial"/>
              </a:defRPr>
            </a:lvl9pPr>
          </a:lstStyle>
          <a:p xmlns:a="http://schemas.openxmlformats.org/drawingml/2006/main">
            <a:pPr>
              <a:defRPr sz="2250" b="0">
                <a:solidFill>
                  <a:srgbClr val="596773"/>
                </a:solidFill>
                <a:latin typeface="Arial"/>
                <a:ea typeface="Arial"/>
                <a:cs typeface="Arial"/>
              </a:defRPr>
            </a:pPr>
            <a:r>
              <a:rPr sz="2250" b="0">
                <a:solidFill>
                  <a:srgbClr val="596773"/>
                </a:solidFill>
                <a:latin typeface="Arial"/>
                <a:ea typeface="Arial"/>
                <a:cs typeface="Arial"/>
              </a:rPr>
              <a:t>Tutorium · Wintersemester 2026/27</a:t>
            </a:r>
          </a:p>
        </p:txBody>
      </p:sp>
      <p:sp>
        <p:nvSpPr>
          <p:cNvPr id="3" name="">
            <a:extLst xmlns:a="http://schemas.openxmlformats.org/drawingml/2006/main">
              <a:ext uri="{FF2B5EF4-FFF2-40B4-BE49-F238E27FC236}">
                <a16:creationId xmlns:a16="http://schemas.microsoft.com/office/drawing/2014/main" id="{796B6534-C29C-40C0-BA86-DFA6CA300D7B}"/>
              </a:ext>
            </a:extLst>
          </p:cNvPr>
          <p:cNvSpPr>
            <a:spLocks xmlns:a="http://schemas.openxmlformats.org/drawingml/2006/main" noGrp="1"/>
          </p:cNvSpPr>
          <p:nvPr/>
        </p:nvSpPr>
        <p:spPr>
          <a:xfrm xmlns:a="http://schemas.openxmlformats.org/drawingml/2006/main">
            <a:off x="609600" y="2076450"/>
            <a:ext cx="704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005293"/>
                </a:solidFill>
                <a:latin typeface="Arial"/>
                <a:ea typeface="Arial"/>
                <a:cs typeface="Arial"/>
              </a:defRPr>
            </a:defPPr>
            <a:lvl1pPr>
              <a:defRPr sz="5400" b="1">
                <a:solidFill>
                  <a:srgbClr val="005293"/>
                </a:solidFill>
                <a:latin typeface="Arial"/>
                <a:ea typeface="Arial"/>
                <a:cs typeface="Arial"/>
              </a:defRPr>
            </a:lvl1pPr>
            <a:lvl2pPr>
              <a:defRPr sz="5400" b="1">
                <a:solidFill>
                  <a:srgbClr val="005293"/>
                </a:solidFill>
                <a:latin typeface="Arial"/>
                <a:ea typeface="Arial"/>
                <a:cs typeface="Arial"/>
              </a:defRPr>
            </a:lvl2pPr>
            <a:lvl3pPr>
              <a:defRPr sz="5400" b="1">
                <a:solidFill>
                  <a:srgbClr val="005293"/>
                </a:solidFill>
                <a:latin typeface="Arial"/>
                <a:ea typeface="Arial"/>
                <a:cs typeface="Arial"/>
              </a:defRPr>
            </a:lvl3pPr>
            <a:lvl4pPr>
              <a:defRPr sz="5400" b="1">
                <a:solidFill>
                  <a:srgbClr val="005293"/>
                </a:solidFill>
                <a:latin typeface="Arial"/>
                <a:ea typeface="Arial"/>
                <a:cs typeface="Arial"/>
              </a:defRPr>
            </a:lvl4pPr>
            <a:lvl5pPr>
              <a:defRPr sz="5400" b="1">
                <a:solidFill>
                  <a:srgbClr val="005293"/>
                </a:solidFill>
                <a:latin typeface="Arial"/>
                <a:ea typeface="Arial"/>
                <a:cs typeface="Arial"/>
              </a:defRPr>
            </a:lvl5pPr>
            <a:lvl6pPr>
              <a:defRPr sz="5400" b="1">
                <a:solidFill>
                  <a:srgbClr val="005293"/>
                </a:solidFill>
                <a:latin typeface="Arial"/>
                <a:ea typeface="Arial"/>
                <a:cs typeface="Arial"/>
              </a:defRPr>
            </a:lvl6pPr>
            <a:lvl7pPr>
              <a:defRPr sz="5400" b="1">
                <a:solidFill>
                  <a:srgbClr val="005293"/>
                </a:solidFill>
                <a:latin typeface="Arial"/>
                <a:ea typeface="Arial"/>
                <a:cs typeface="Arial"/>
              </a:defRPr>
            </a:lvl7pPr>
            <a:lvl8pPr>
              <a:defRPr sz="5400" b="1">
                <a:solidFill>
                  <a:srgbClr val="005293"/>
                </a:solidFill>
                <a:latin typeface="Arial"/>
                <a:ea typeface="Arial"/>
                <a:cs typeface="Arial"/>
              </a:defRPr>
            </a:lvl8pPr>
            <a:lvl9pPr>
              <a:defRPr sz="5400" b="1">
                <a:solidFill>
                  <a:srgbClr val="005293"/>
                </a:solidFill>
                <a:latin typeface="Arial"/>
                <a:ea typeface="Arial"/>
                <a:cs typeface="Arial"/>
              </a:defRPr>
            </a:lvl9pPr>
          </a:lstStyle>
          <a:p xmlns:a="http://schemas.openxmlformats.org/drawingml/2006/main">
            <a:pPr>
              <a:defRPr sz="5400" b="1">
                <a:solidFill>
                  <a:srgbClr val="005293"/>
                </a:solidFill>
                <a:latin typeface="Arial"/>
                <a:ea typeface="Arial"/>
                <a:cs typeface="Arial"/>
              </a:defRPr>
            </a:pPr>
            <a:r>
              <a:rPr sz="5400" b="1">
                <a:solidFill>
                  <a:srgbClr val="005293"/>
                </a:solidFill>
                <a:latin typeface="Arial"/>
                <a:ea typeface="Arial"/>
                <a:cs typeface="Arial"/>
              </a:rPr>
              <a:t>Woche 2</a:t>
            </a:r>
          </a:p>
        </p:txBody>
      </p:sp>
      <p:sp>
        <p:nvSpPr>
          <p:cNvPr id="4" name="">
            <a:extLst xmlns:a="http://schemas.openxmlformats.org/drawingml/2006/main">
              <a:ext uri="{FF2B5EF4-FFF2-40B4-BE49-F238E27FC236}">
                <a16:creationId xmlns:a16="http://schemas.microsoft.com/office/drawing/2014/main" id="{976B65BB-ED64-4134-AB77-8EA657EDAEB8}"/>
              </a:ext>
            </a:extLst>
          </p:cNvPr>
          <p:cNvSpPr>
            <a:spLocks xmlns:a="http://schemas.openxmlformats.org/drawingml/2006/main" noGrp="1"/>
          </p:cNvSpPr>
          <p:nvPr/>
        </p:nvSpPr>
        <p:spPr>
          <a:xfrm xmlns:a="http://schemas.openxmlformats.org/drawingml/2006/main">
            <a:off x="609600" y="300037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005293"/>
                </a:solidFill>
                <a:latin typeface="Arial"/>
                <a:ea typeface="Arial"/>
                <a:cs typeface="Arial"/>
              </a:defRPr>
            </a:defPPr>
            <a:lvl1pPr>
              <a:defRPr sz="2400" b="0">
                <a:solidFill>
                  <a:srgbClr val="005293"/>
                </a:solidFill>
                <a:latin typeface="Arial"/>
                <a:ea typeface="Arial"/>
                <a:cs typeface="Arial"/>
              </a:defRPr>
            </a:lvl1pPr>
            <a:lvl2pPr>
              <a:defRPr sz="2400" b="0">
                <a:solidFill>
                  <a:srgbClr val="005293"/>
                </a:solidFill>
                <a:latin typeface="Arial"/>
                <a:ea typeface="Arial"/>
                <a:cs typeface="Arial"/>
              </a:defRPr>
            </a:lvl2pPr>
            <a:lvl3pPr>
              <a:defRPr sz="2400" b="0">
                <a:solidFill>
                  <a:srgbClr val="005293"/>
                </a:solidFill>
                <a:latin typeface="Arial"/>
                <a:ea typeface="Arial"/>
                <a:cs typeface="Arial"/>
              </a:defRPr>
            </a:lvl3pPr>
            <a:lvl4pPr>
              <a:defRPr sz="2400" b="0">
                <a:solidFill>
                  <a:srgbClr val="005293"/>
                </a:solidFill>
                <a:latin typeface="Arial"/>
                <a:ea typeface="Arial"/>
                <a:cs typeface="Arial"/>
              </a:defRPr>
            </a:lvl4pPr>
            <a:lvl5pPr>
              <a:defRPr sz="2400" b="0">
                <a:solidFill>
                  <a:srgbClr val="005293"/>
                </a:solidFill>
                <a:latin typeface="Arial"/>
                <a:ea typeface="Arial"/>
                <a:cs typeface="Arial"/>
              </a:defRPr>
            </a:lvl5pPr>
            <a:lvl6pPr>
              <a:defRPr sz="2400" b="0">
                <a:solidFill>
                  <a:srgbClr val="005293"/>
                </a:solidFill>
                <a:latin typeface="Arial"/>
                <a:ea typeface="Arial"/>
                <a:cs typeface="Arial"/>
              </a:defRPr>
            </a:lvl6pPr>
            <a:lvl7pPr>
              <a:defRPr sz="2400" b="0">
                <a:solidFill>
                  <a:srgbClr val="005293"/>
                </a:solidFill>
                <a:latin typeface="Arial"/>
                <a:ea typeface="Arial"/>
                <a:cs typeface="Arial"/>
              </a:defRPr>
            </a:lvl7pPr>
            <a:lvl8pPr>
              <a:defRPr sz="2400" b="0">
                <a:solidFill>
                  <a:srgbClr val="005293"/>
                </a:solidFill>
                <a:latin typeface="Arial"/>
                <a:ea typeface="Arial"/>
                <a:cs typeface="Arial"/>
              </a:defRPr>
            </a:lvl8pPr>
            <a:lvl9pPr>
              <a:defRPr sz="2400" b="0">
                <a:solidFill>
                  <a:srgbClr val="005293"/>
                </a:solidFill>
                <a:latin typeface="Arial"/>
                <a:ea typeface="Arial"/>
                <a:cs typeface="Arial"/>
              </a:defRPr>
            </a:lvl9pPr>
          </a:lstStyle>
          <a:p xmlns:a="http://schemas.openxmlformats.org/drawingml/2006/main">
            <a:pPr>
              <a:defRPr sz="2400" b="0">
                <a:solidFill>
                  <a:srgbClr val="005293"/>
                </a:solidFill>
                <a:latin typeface="Arial"/>
                <a:ea typeface="Arial"/>
                <a:cs typeface="Arial"/>
              </a:defRPr>
            </a:pPr>
            <a:r>
              <a:rPr sz="2400" b="0">
                <a:solidFill>
                  <a:srgbClr val="005293"/>
                </a:solidFill>
                <a:latin typeface="Arial"/>
                <a:ea typeface="Arial"/>
                <a:cs typeface="Arial"/>
              </a:rPr>
              <a:t>ER-Modell: Funktionalitäten und Min–max</a:t>
            </a:r>
          </a:p>
        </p:txBody>
      </p:sp>
      <p:sp>
        <p:nvSpPr>
          <p:cNvPr id="5" name="">
            <a:extLst xmlns:a="http://schemas.openxmlformats.org/drawingml/2006/main">
              <a:ext uri="{FF2B5EF4-FFF2-40B4-BE49-F238E27FC236}">
                <a16:creationId xmlns:a16="http://schemas.microsoft.com/office/drawing/2014/main" id="{73E56C60-8E41-484D-8B0C-FA8656DDF648}"/>
              </a:ext>
            </a:extLst>
          </p:cNvPr>
          <p:cNvSpPr>
            <a:spLocks xmlns:a="http://schemas.openxmlformats.org/drawingml/2006/main" noGrp="1"/>
          </p:cNvSpPr>
          <p:nvPr/>
        </p:nvSpPr>
        <p:spPr>
          <a:xfrm xmlns:a="http://schemas.openxmlformats.org/drawingml/2006/main">
            <a:off x="609600" y="369570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202B33"/>
                </a:solidFill>
                <a:latin typeface="Arial"/>
                <a:ea typeface="Arial"/>
                <a:cs typeface="Arial"/>
              </a:defRPr>
            </a:defPPr>
            <a:lvl1pPr>
              <a:defRPr sz="2700" b="1">
                <a:solidFill>
                  <a:srgbClr val="202B33"/>
                </a:solidFill>
                <a:latin typeface="Arial"/>
                <a:ea typeface="Arial"/>
                <a:cs typeface="Arial"/>
              </a:defRPr>
            </a:lvl1pPr>
            <a:lvl2pPr>
              <a:defRPr sz="2700" b="1">
                <a:solidFill>
                  <a:srgbClr val="202B33"/>
                </a:solidFill>
                <a:latin typeface="Arial"/>
                <a:ea typeface="Arial"/>
                <a:cs typeface="Arial"/>
              </a:defRPr>
            </a:lvl2pPr>
            <a:lvl3pPr>
              <a:defRPr sz="2700" b="1">
                <a:solidFill>
                  <a:srgbClr val="202B33"/>
                </a:solidFill>
                <a:latin typeface="Arial"/>
                <a:ea typeface="Arial"/>
                <a:cs typeface="Arial"/>
              </a:defRPr>
            </a:lvl3pPr>
            <a:lvl4pPr>
              <a:defRPr sz="2700" b="1">
                <a:solidFill>
                  <a:srgbClr val="202B33"/>
                </a:solidFill>
                <a:latin typeface="Arial"/>
                <a:ea typeface="Arial"/>
                <a:cs typeface="Arial"/>
              </a:defRPr>
            </a:lvl4pPr>
            <a:lvl5pPr>
              <a:defRPr sz="2700" b="1">
                <a:solidFill>
                  <a:srgbClr val="202B33"/>
                </a:solidFill>
                <a:latin typeface="Arial"/>
                <a:ea typeface="Arial"/>
                <a:cs typeface="Arial"/>
              </a:defRPr>
            </a:lvl5pPr>
            <a:lvl6pPr>
              <a:defRPr sz="2700" b="1">
                <a:solidFill>
                  <a:srgbClr val="202B33"/>
                </a:solidFill>
                <a:latin typeface="Arial"/>
                <a:ea typeface="Arial"/>
                <a:cs typeface="Arial"/>
              </a:defRPr>
            </a:lvl6pPr>
            <a:lvl7pPr>
              <a:defRPr sz="2700" b="1">
                <a:solidFill>
                  <a:srgbClr val="202B33"/>
                </a:solidFill>
                <a:latin typeface="Arial"/>
                <a:ea typeface="Arial"/>
                <a:cs typeface="Arial"/>
              </a:defRPr>
            </a:lvl7pPr>
            <a:lvl8pPr>
              <a:defRPr sz="2700" b="1">
                <a:solidFill>
                  <a:srgbClr val="202B33"/>
                </a:solidFill>
                <a:latin typeface="Arial"/>
                <a:ea typeface="Arial"/>
                <a:cs typeface="Arial"/>
              </a:defRPr>
            </a:lvl8pPr>
            <a:lvl9pPr>
              <a:defRPr sz="2700" b="1">
                <a:solidFill>
                  <a:srgbClr val="202B33"/>
                </a:solidFill>
                <a:latin typeface="Arial"/>
                <a:ea typeface="Arial"/>
                <a:cs typeface="Arial"/>
              </a:defRPr>
            </a:lvl9pPr>
          </a:lstStyle>
          <a:p xmlns:a="http://schemas.openxmlformats.org/drawingml/2006/main">
            <a:pPr>
              <a:defRPr sz="2700" b="1">
                <a:solidFill>
                  <a:srgbClr val="202B33"/>
                </a:solidFill>
                <a:latin typeface="Arial"/>
                <a:ea typeface="Arial"/>
                <a:cs typeface="Arial"/>
              </a:defRPr>
            </a:pPr>
            <a:r>
              <a:rPr sz="2700" b="1">
                <a:solidFill>
                  <a:srgbClr val="202B33"/>
                </a:solidFill>
                <a:latin typeface="Arial"/>
                <a:ea typeface="Arial"/>
                <a:cs typeface="Arial"/>
              </a:rPr>
              <a:t>Ilya Kats</a:t>
            </a:r>
          </a:p>
        </p:txBody>
      </p:sp>
      <p:sp>
        <p:nvSpPr>
          <p:cNvPr id="6" name="">
            <a:extLst xmlns:a="http://schemas.openxmlformats.org/drawingml/2006/main">
              <a:ext uri="{FF2B5EF4-FFF2-40B4-BE49-F238E27FC236}">
                <a16:creationId xmlns:a16="http://schemas.microsoft.com/office/drawing/2014/main" id="{06A53EEB-15BF-4961-B021-CCF4EB680163}"/>
              </a:ext>
            </a:extLst>
          </p:cNvPr>
          <p:cNvSpPr>
            <a:spLocks xmlns:a="http://schemas.openxmlformats.org/drawingml/2006/main" noGrp="1"/>
          </p:cNvSpPr>
          <p:nvPr/>
        </p:nvSpPr>
        <p:spPr>
          <a:xfrm xmlns:a="http://schemas.openxmlformats.org/drawingml/2006/main">
            <a:off x="609600" y="447675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Montag, 16:00 Uhr · Raum 02.11.018</a:t>
            </a:r>
          </a:p>
        </p:txBody>
      </p:sp>
      <p:sp>
        <p:nvSpPr>
          <p:cNvPr id="7" name="">
            <a:extLst xmlns:a="http://schemas.openxmlformats.org/drawingml/2006/main">
              <a:ext uri="{FF2B5EF4-FFF2-40B4-BE49-F238E27FC236}">
                <a16:creationId xmlns:a16="http://schemas.microsoft.com/office/drawing/2014/main" id="{5096A494-27AD-4029-A0C3-6EDA4A33BE42}"/>
              </a:ext>
            </a:extLst>
          </p:cNvPr>
          <p:cNvSpPr>
            <a:spLocks xmlns:a="http://schemas.openxmlformats.org/drawingml/2006/main" noGrp="1"/>
          </p:cNvSpPr>
          <p:nvPr/>
        </p:nvSpPr>
        <p:spPr>
          <a:xfrm xmlns:a="http://schemas.openxmlformats.org/drawingml/2006/main">
            <a:off x="609600" y="508635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Mittwoch, 08:00 Uhr · Raum 02.09.014</a:t>
            </a:r>
          </a:p>
        </p:txBody>
      </p:sp>
      <p:pic>
        <p:nvPicPr>
          <p:cNvPr id="8" name="">
            <a:extLst xmlns:a="http://schemas.openxmlformats.org/drawingml/2006/main">
              <a:ext uri="{FF2B5EF4-FFF2-40B4-BE49-F238E27FC236}">
                <a16:creationId xmlns:a16="http://schemas.microsoft.com/office/drawing/2014/main" id="{F73068FC-1F69-43E2-9D01-EA7B1CDB6BDC}"/>
              </a:ext>
            </a:extLst>
          </p:cNvPr>
          <p:cNvPicPr>
            <a:picLocks xmlns:a="http://schemas.openxmlformats.org/drawingml/2006/main" noChangeAspect="1"/>
          </p:cNvPicPr>
          <p:nvPr/>
        </p:nvPicPr>
        <p:blipFill>
          <a:blip xmlns:r="http://schemas.openxmlformats.org/officeDocument/2006/relationships" xmlns:a="http://schemas.openxmlformats.org/drawingml/2006/main" r:embed="Rc0247f7186184ef9"/>
          <a:stretch xmlns:a="http://schemas.openxmlformats.org/drawingml/2006/main"/>
        </p:blipFill>
        <p:spPr>
          <a:xfrm xmlns:a="http://schemas.openxmlformats.org/drawingml/2006/main">
            <a:off x="8524875" y="2943225"/>
            <a:ext cx="2381250"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AA819BB-5E00-498E-A06A-E6CE885CC1BA}"/>
              </a:ext>
            </a:extLst>
          </p:cNvPr>
          <p:cNvSpPr>
            <a:spLocks xmlns:a="http://schemas.openxmlformats.org/drawingml/2006/main" noGrp="1"/>
          </p:cNvSpPr>
          <p:nvPr/>
        </p:nvSpPr>
        <p:spPr>
          <a:xfrm xmlns:a="http://schemas.openxmlformats.org/drawingml/2006/main">
            <a:off x="8010525" y="54768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Folien und Materialien</a:t>
            </a:r>
          </a:p>
        </p:txBody>
      </p:sp>
      <p:sp>
        <p:nvSpPr>
          <p:cNvPr id="10" name="">
            <a:extLst xmlns:a="http://schemas.openxmlformats.org/drawingml/2006/main">
              <a:ext uri="{FF2B5EF4-FFF2-40B4-BE49-F238E27FC236}">
                <a16:creationId xmlns:a16="http://schemas.microsoft.com/office/drawing/2014/main" id="{F23B078D-9E00-47AE-BAC0-A7BBD7E5C767}"/>
              </a:ext>
            </a:extLst>
          </p:cNvPr>
          <p:cNvSpPr>
            <a:spLocks xmlns:a="http://schemas.openxmlformats.org/drawingml/2006/main" noGrp="1"/>
          </p:cNvSpPr>
          <p:nvPr/>
        </p:nvSpPr>
        <p:spPr>
          <a:xfrm xmlns:a="http://schemas.openxmlformats.org/drawingml/2006/main">
            <a:off x="609600" y="63150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5293"/>
                </a:solidFill>
                <a:latin typeface="Arial"/>
                <a:ea typeface="Arial"/>
                <a:cs typeface="Arial"/>
              </a:defRPr>
            </a:defPPr>
            <a:lvl1pPr>
              <a:defRPr sz="1575" b="0">
                <a:solidFill>
                  <a:srgbClr val="005293"/>
                </a:solidFill>
                <a:latin typeface="Arial"/>
                <a:ea typeface="Arial"/>
                <a:cs typeface="Arial"/>
              </a:defRPr>
            </a:lvl1pPr>
            <a:lvl2pPr>
              <a:defRPr sz="1575" b="0">
                <a:solidFill>
                  <a:srgbClr val="005293"/>
                </a:solidFill>
                <a:latin typeface="Arial"/>
                <a:ea typeface="Arial"/>
                <a:cs typeface="Arial"/>
              </a:defRPr>
            </a:lvl2pPr>
            <a:lvl3pPr>
              <a:defRPr sz="1575" b="0">
                <a:solidFill>
                  <a:srgbClr val="005293"/>
                </a:solidFill>
                <a:latin typeface="Arial"/>
                <a:ea typeface="Arial"/>
                <a:cs typeface="Arial"/>
              </a:defRPr>
            </a:lvl3pPr>
            <a:lvl4pPr>
              <a:defRPr sz="1575" b="0">
                <a:solidFill>
                  <a:srgbClr val="005293"/>
                </a:solidFill>
                <a:latin typeface="Arial"/>
                <a:ea typeface="Arial"/>
                <a:cs typeface="Arial"/>
              </a:defRPr>
            </a:lvl4pPr>
            <a:lvl5pPr>
              <a:defRPr sz="1575" b="0">
                <a:solidFill>
                  <a:srgbClr val="005293"/>
                </a:solidFill>
                <a:latin typeface="Arial"/>
                <a:ea typeface="Arial"/>
                <a:cs typeface="Arial"/>
              </a:defRPr>
            </a:lvl5pPr>
            <a:lvl6pPr>
              <a:defRPr sz="1575" b="0">
                <a:solidFill>
                  <a:srgbClr val="005293"/>
                </a:solidFill>
                <a:latin typeface="Arial"/>
                <a:ea typeface="Arial"/>
                <a:cs typeface="Arial"/>
              </a:defRPr>
            </a:lvl6pPr>
            <a:lvl7pPr>
              <a:defRPr sz="1575" b="0">
                <a:solidFill>
                  <a:srgbClr val="005293"/>
                </a:solidFill>
                <a:latin typeface="Arial"/>
                <a:ea typeface="Arial"/>
                <a:cs typeface="Arial"/>
              </a:defRPr>
            </a:lvl7pPr>
            <a:lvl8pPr>
              <a:defRPr sz="1575" b="0">
                <a:solidFill>
                  <a:srgbClr val="005293"/>
                </a:solidFill>
                <a:latin typeface="Arial"/>
                <a:ea typeface="Arial"/>
                <a:cs typeface="Arial"/>
              </a:defRPr>
            </a:lvl8pPr>
            <a:lvl9pPr>
              <a:defRPr sz="1575" b="0">
                <a:solidFill>
                  <a:srgbClr val="005293"/>
                </a:solidFill>
                <a:latin typeface="Arial"/>
                <a:ea typeface="Arial"/>
                <a:cs typeface="Arial"/>
              </a:defRPr>
            </a:lvl9pPr>
          </a:lstStyle>
          <a:p xmlns:a="http://schemas.openxmlformats.org/drawingml/2006/main">
            <a:pPr>
              <a:defRPr sz="1575" b="0">
                <a:solidFill>
                  <a:srgbClr val="005293"/>
                </a:solidFill>
                <a:latin typeface="Arial"/>
                <a:ea typeface="Arial"/>
                <a:cs typeface="Arial"/>
              </a:defRPr>
            </a:pPr>
            <a:r>
              <a:rPr sz="1575" b="0">
                <a:solidFill>
                  <a:srgbClr val="005293"/>
                </a:solidFill>
                <a:latin typeface="Arial"/>
                <a:ea typeface="Arial"/>
                <a:cs typeface="Arial"/>
                <a:hlinkClick xmlns:r="http://schemas.openxmlformats.org/officeDocument/2006/relationships" r:id="Rec53af513d904b21"/>
              </a:rPr>
              <a:t>github.com/IlyaKats2005/GDB_2026-2027_Tutorium</a:t>
            </a:r>
          </a:p>
        </p:txBody>
      </p:sp>
    </p:spTree>
    <p:extLst>
      <p:ext uri="{BB962C8B-B14F-4D97-AF65-F5344CB8AC3E}">
        <p14:creationId xmlns:p14="http://schemas.microsoft.com/office/powerpoint/2010/main" val="19910183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D50FF0-8E5D-46FB-8714-8CAF5E3D8DC1}"/>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Attribute und Schlüssel im ER-Diagramm</a:t>
            </a:r>
          </a:p>
        </p:txBody>
      </p:sp>
      <p:sp>
        <p:nvSpPr>
          <p:cNvPr id="2" name="">
            <a:extLst xmlns:a="http://schemas.openxmlformats.org/drawingml/2006/main">
              <a:ext uri="{FF2B5EF4-FFF2-40B4-BE49-F238E27FC236}">
                <a16:creationId xmlns:a16="http://schemas.microsoft.com/office/drawing/2014/main" id="{E9BB79FB-75AB-437F-AC2E-AD4087F17031}"/>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D4E4AFD3-0C00-4531-AA1E-3F6C35369B73}"/>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040C3EB2-C098-420A-B33D-4D295223AC72}"/>
              </a:ext>
            </a:extLst>
          </p:cNvPr>
          <p:cNvSpPr>
            <a:spLocks xmlns:a="http://schemas.openxmlformats.org/drawingml/2006/main" noGrp="1"/>
          </p:cNvSpPr>
          <p:nvPr/>
        </p:nvSpPr>
        <p:spPr>
          <a:xfrm xmlns:a="http://schemas.openxmlformats.org/drawingml/2006/main">
            <a:off x="2028825" y="2762250"/>
            <a:ext cx="285750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05293"/>
            </a:solidFill>
          </a:ln>
        </p:spPr>
      </p:sp>
      <p:sp>
        <p:nvSpPr>
          <p:cNvPr id="5" name="">
            <a:extLst xmlns:a="http://schemas.openxmlformats.org/drawingml/2006/main">
              <a:ext uri="{FF2B5EF4-FFF2-40B4-BE49-F238E27FC236}">
                <a16:creationId xmlns:a16="http://schemas.microsoft.com/office/drawing/2014/main" id="{E0AC71D5-E73B-4EDF-8158-CAACD649F90E}"/>
              </a:ext>
            </a:extLst>
          </p:cNvPr>
          <p:cNvSpPr>
            <a:spLocks xmlns:a="http://schemas.openxmlformats.org/drawingml/2006/main" noGrp="1"/>
          </p:cNvSpPr>
          <p:nvPr/>
        </p:nvSpPr>
        <p:spPr>
          <a:xfrm xmlns:a="http://schemas.openxmlformats.org/drawingml/2006/main">
            <a:off x="2105025" y="2924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Studenten</a:t>
            </a:r>
          </a:p>
        </p:txBody>
      </p:sp>
      <p:sp>
        <p:nvSpPr>
          <p:cNvPr id="6" name="">
            <a:extLst xmlns:a="http://schemas.openxmlformats.org/drawingml/2006/main">
              <a:ext uri="{FF2B5EF4-FFF2-40B4-BE49-F238E27FC236}">
                <a16:creationId xmlns:a16="http://schemas.microsoft.com/office/drawing/2014/main" id="{67D87867-1839-4AE7-A4D1-18004E9796FD}"/>
              </a:ext>
            </a:extLst>
          </p:cNvPr>
          <p:cNvSpPr>
            <a:spLocks xmlns:a="http://schemas.openxmlformats.org/drawingml/2006/main" noGrp="1"/>
          </p:cNvSpPr>
          <p:nvPr/>
        </p:nvSpPr>
        <p:spPr>
          <a:xfrm xmlns:a="http://schemas.openxmlformats.org/drawingml/2006/main">
            <a:off x="609600" y="1476375"/>
            <a:ext cx="2000250" cy="619125"/>
          </a:xfrm>
          <a:prstGeom xmlns:a="http://schemas.openxmlformats.org/drawingml/2006/main" prst="ellipse">
            <a:avLst/>
          </a:prstGeom>
          <a:solidFill xmlns:a="http://schemas.openxmlformats.org/drawingml/2006/main">
            <a:srgbClr val="FFFFFF"/>
          </a:solidFill>
          <a:ln xmlns:a="http://schemas.openxmlformats.org/drawingml/2006/main" w="19050">
            <a:solidFill>
              <a:srgbClr val="005293"/>
            </a:solidFill>
          </a:ln>
        </p:spPr>
      </p:sp>
      <p:sp>
        <p:nvSpPr>
          <p:cNvPr id="7" name="">
            <a:extLst xmlns:a="http://schemas.openxmlformats.org/drawingml/2006/main">
              <a:ext uri="{FF2B5EF4-FFF2-40B4-BE49-F238E27FC236}">
                <a16:creationId xmlns:a16="http://schemas.microsoft.com/office/drawing/2014/main" id="{A16FAA0D-3238-47C6-87F0-64A632C05199}"/>
              </a:ext>
            </a:extLst>
          </p:cNvPr>
          <p:cNvSpPr>
            <a:spLocks xmlns:a="http://schemas.openxmlformats.org/drawingml/2006/main" noGrp="1"/>
          </p:cNvSpPr>
          <p:nvPr/>
        </p:nvSpPr>
        <p:spPr>
          <a:xfrm xmlns:a="http://schemas.openxmlformats.org/drawingml/2006/main">
            <a:off x="704850" y="1647825"/>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025" b="1">
                <a:solidFill>
                  <a:srgbClr val="005293"/>
                </a:solidFill>
                <a:latin typeface="Arial"/>
                <a:ea typeface="Arial"/>
                <a:cs typeface="Arial"/>
              </a:defRPr>
            </a:defPPr>
            <a:lvl1pPr algn="ctr">
              <a:defRPr sz="2025" b="1">
                <a:solidFill>
                  <a:srgbClr val="005293"/>
                </a:solidFill>
                <a:latin typeface="Arial"/>
                <a:ea typeface="Arial"/>
                <a:cs typeface="Arial"/>
              </a:defRPr>
            </a:lvl1pPr>
            <a:lvl2pPr algn="ctr">
              <a:defRPr sz="2025" b="1">
                <a:solidFill>
                  <a:srgbClr val="005293"/>
                </a:solidFill>
                <a:latin typeface="Arial"/>
                <a:ea typeface="Arial"/>
                <a:cs typeface="Arial"/>
              </a:defRPr>
            </a:lvl2pPr>
            <a:lvl3pPr algn="ctr">
              <a:defRPr sz="2025" b="1">
                <a:solidFill>
                  <a:srgbClr val="005293"/>
                </a:solidFill>
                <a:latin typeface="Arial"/>
                <a:ea typeface="Arial"/>
                <a:cs typeface="Arial"/>
              </a:defRPr>
            </a:lvl3pPr>
            <a:lvl4pPr algn="ctr">
              <a:defRPr sz="2025" b="1">
                <a:solidFill>
                  <a:srgbClr val="005293"/>
                </a:solidFill>
                <a:latin typeface="Arial"/>
                <a:ea typeface="Arial"/>
                <a:cs typeface="Arial"/>
              </a:defRPr>
            </a:lvl4pPr>
            <a:lvl5pPr algn="ctr">
              <a:defRPr sz="2025" b="1">
                <a:solidFill>
                  <a:srgbClr val="005293"/>
                </a:solidFill>
                <a:latin typeface="Arial"/>
                <a:ea typeface="Arial"/>
                <a:cs typeface="Arial"/>
              </a:defRPr>
            </a:lvl5pPr>
            <a:lvl6pPr algn="ctr">
              <a:defRPr sz="2025" b="1">
                <a:solidFill>
                  <a:srgbClr val="005293"/>
                </a:solidFill>
                <a:latin typeface="Arial"/>
                <a:ea typeface="Arial"/>
                <a:cs typeface="Arial"/>
              </a:defRPr>
            </a:lvl6pPr>
            <a:lvl7pPr algn="ctr">
              <a:defRPr sz="2025" b="1">
                <a:solidFill>
                  <a:srgbClr val="005293"/>
                </a:solidFill>
                <a:latin typeface="Arial"/>
                <a:ea typeface="Arial"/>
                <a:cs typeface="Arial"/>
              </a:defRPr>
            </a:lvl7pPr>
            <a:lvl8pPr algn="ctr">
              <a:defRPr sz="2025" b="1">
                <a:solidFill>
                  <a:srgbClr val="005293"/>
                </a:solidFill>
                <a:latin typeface="Arial"/>
                <a:ea typeface="Arial"/>
                <a:cs typeface="Arial"/>
              </a:defRPr>
            </a:lvl8pPr>
            <a:lvl9pPr algn="ctr">
              <a:defRPr sz="2025" b="1">
                <a:solidFill>
                  <a:srgbClr val="005293"/>
                </a:solidFill>
                <a:latin typeface="Arial"/>
                <a:ea typeface="Arial"/>
                <a:cs typeface="Arial"/>
              </a:defRPr>
            </a:lvl9pPr>
          </a:lstStyle>
          <a:p xmlns:a="http://schemas.openxmlformats.org/drawingml/2006/main">
            <a:pPr algn="ctr">
              <a:defRPr sz="2025" b="1">
                <a:solidFill>
                  <a:srgbClr val="005293"/>
                </a:solidFill>
                <a:latin typeface="Arial"/>
                <a:ea typeface="Arial"/>
                <a:cs typeface="Arial"/>
              </a:defRPr>
            </a:pPr>
            <a:r>
              <a:rPr u="sng"/>
              <a:t>MatrNr</a:t>
            </a:r>
          </a:p>
        </p:txBody>
      </p:sp>
      <p:sp>
        <p:nvSpPr>
          <p:cNvPr id="8" name="">
            <a:extLst xmlns:a="http://schemas.openxmlformats.org/drawingml/2006/main">
              <a:ext uri="{FF2B5EF4-FFF2-40B4-BE49-F238E27FC236}">
                <a16:creationId xmlns:a16="http://schemas.microsoft.com/office/drawing/2014/main" id="{5DE18E5E-B95F-4A8C-91EB-F91FD7921CA9}"/>
              </a:ext>
            </a:extLst>
          </p:cNvPr>
          <p:cNvSpPr>
            <a:spLocks xmlns:a="http://schemas.openxmlformats.org/drawingml/2006/main" noGrp="1"/>
          </p:cNvSpPr>
          <p:nvPr/>
        </p:nvSpPr>
        <p:spPr>
          <a:xfrm xmlns:a="http://schemas.openxmlformats.org/drawingml/2006/main">
            <a:off x="3000375" y="1476375"/>
            <a:ext cx="1809750" cy="619125"/>
          </a:xfrm>
          <a:prstGeom xmlns:a="http://schemas.openxmlformats.org/drawingml/2006/main" prst="ellipse">
            <a:avLst/>
          </a:prstGeom>
          <a:solidFill xmlns:a="http://schemas.openxmlformats.org/drawingml/2006/main">
            <a:srgbClr val="FFFFFF"/>
          </a:solidFill>
          <a:ln xmlns:a="http://schemas.openxmlformats.org/drawingml/2006/main" w="19050">
            <a:solidFill>
              <a:srgbClr val="005293"/>
            </a:solidFill>
          </a:ln>
        </p:spPr>
      </p:sp>
      <p:sp>
        <p:nvSpPr>
          <p:cNvPr id="9" name="">
            <a:extLst xmlns:a="http://schemas.openxmlformats.org/drawingml/2006/main">
              <a:ext uri="{FF2B5EF4-FFF2-40B4-BE49-F238E27FC236}">
                <a16:creationId xmlns:a16="http://schemas.microsoft.com/office/drawing/2014/main" id="{35E12391-39D2-4680-B33C-6C3ADC095776}"/>
              </a:ext>
            </a:extLst>
          </p:cNvPr>
          <p:cNvSpPr>
            <a:spLocks xmlns:a="http://schemas.openxmlformats.org/drawingml/2006/main" noGrp="1"/>
          </p:cNvSpPr>
          <p:nvPr/>
        </p:nvSpPr>
        <p:spPr>
          <a:xfrm xmlns:a="http://schemas.openxmlformats.org/drawingml/2006/main">
            <a:off x="3095625" y="16478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025" b="0">
                <a:solidFill>
                  <a:srgbClr val="005293"/>
                </a:solidFill>
                <a:latin typeface="Arial"/>
                <a:ea typeface="Arial"/>
                <a:cs typeface="Arial"/>
              </a:defRPr>
            </a:defPPr>
            <a:lvl1pPr algn="ctr">
              <a:defRPr sz="2025" b="0">
                <a:solidFill>
                  <a:srgbClr val="005293"/>
                </a:solidFill>
                <a:latin typeface="Arial"/>
                <a:ea typeface="Arial"/>
                <a:cs typeface="Arial"/>
              </a:defRPr>
            </a:lvl1pPr>
            <a:lvl2pPr algn="ctr">
              <a:defRPr sz="2025" b="0">
                <a:solidFill>
                  <a:srgbClr val="005293"/>
                </a:solidFill>
                <a:latin typeface="Arial"/>
                <a:ea typeface="Arial"/>
                <a:cs typeface="Arial"/>
              </a:defRPr>
            </a:lvl2pPr>
            <a:lvl3pPr algn="ctr">
              <a:defRPr sz="2025" b="0">
                <a:solidFill>
                  <a:srgbClr val="005293"/>
                </a:solidFill>
                <a:latin typeface="Arial"/>
                <a:ea typeface="Arial"/>
                <a:cs typeface="Arial"/>
              </a:defRPr>
            </a:lvl3pPr>
            <a:lvl4pPr algn="ctr">
              <a:defRPr sz="2025" b="0">
                <a:solidFill>
                  <a:srgbClr val="005293"/>
                </a:solidFill>
                <a:latin typeface="Arial"/>
                <a:ea typeface="Arial"/>
                <a:cs typeface="Arial"/>
              </a:defRPr>
            </a:lvl4pPr>
            <a:lvl5pPr algn="ctr">
              <a:defRPr sz="2025" b="0">
                <a:solidFill>
                  <a:srgbClr val="005293"/>
                </a:solidFill>
                <a:latin typeface="Arial"/>
                <a:ea typeface="Arial"/>
                <a:cs typeface="Arial"/>
              </a:defRPr>
            </a:lvl5pPr>
            <a:lvl6pPr algn="ctr">
              <a:defRPr sz="2025" b="0">
                <a:solidFill>
                  <a:srgbClr val="005293"/>
                </a:solidFill>
                <a:latin typeface="Arial"/>
                <a:ea typeface="Arial"/>
                <a:cs typeface="Arial"/>
              </a:defRPr>
            </a:lvl6pPr>
            <a:lvl7pPr algn="ctr">
              <a:defRPr sz="2025" b="0">
                <a:solidFill>
                  <a:srgbClr val="005293"/>
                </a:solidFill>
                <a:latin typeface="Arial"/>
                <a:ea typeface="Arial"/>
                <a:cs typeface="Arial"/>
              </a:defRPr>
            </a:lvl7pPr>
            <a:lvl8pPr algn="ctr">
              <a:defRPr sz="2025" b="0">
                <a:solidFill>
                  <a:srgbClr val="005293"/>
                </a:solidFill>
                <a:latin typeface="Arial"/>
                <a:ea typeface="Arial"/>
                <a:cs typeface="Arial"/>
              </a:defRPr>
            </a:lvl8pPr>
            <a:lvl9pPr algn="ctr">
              <a:defRPr sz="2025" b="0">
                <a:solidFill>
                  <a:srgbClr val="005293"/>
                </a:solidFill>
                <a:latin typeface="Arial"/>
                <a:ea typeface="Arial"/>
                <a:cs typeface="Arial"/>
              </a:defRPr>
            </a:lvl9pPr>
          </a:lstStyle>
          <a:p xmlns:a="http://schemas.openxmlformats.org/drawingml/2006/main">
            <a:pPr algn="ctr">
              <a:defRPr sz="2025" b="0">
                <a:solidFill>
                  <a:srgbClr val="005293"/>
                </a:solidFill>
                <a:latin typeface="Arial"/>
                <a:ea typeface="Arial"/>
                <a:cs typeface="Arial"/>
              </a:defRPr>
            </a:pPr>
            <a:r>
              <a:rPr sz="2025" b="0">
                <a:solidFill>
                  <a:srgbClr val="005293"/>
                </a:solidFill>
                <a:latin typeface="Arial"/>
                <a:ea typeface="Arial"/>
                <a:cs typeface="Arial"/>
              </a:rPr>
              <a:t>Name</a:t>
            </a:r>
          </a:p>
        </p:txBody>
      </p:sp>
      <p:sp>
        <p:nvSpPr>
          <p:cNvPr id="10" name="">
            <a:extLst xmlns:a="http://schemas.openxmlformats.org/drawingml/2006/main">
              <a:ext uri="{FF2B5EF4-FFF2-40B4-BE49-F238E27FC236}">
                <a16:creationId xmlns:a16="http://schemas.microsoft.com/office/drawing/2014/main" id="{02D06ABB-FBDA-4339-AA1E-2A3FAA6F5817}"/>
              </a:ext>
            </a:extLst>
          </p:cNvPr>
          <p:cNvSpPr>
            <a:spLocks xmlns:a="http://schemas.openxmlformats.org/drawingml/2006/main" noGrp="1"/>
          </p:cNvSpPr>
          <p:nvPr/>
        </p:nvSpPr>
        <p:spPr>
          <a:xfrm xmlns:a="http://schemas.openxmlformats.org/drawingml/2006/main">
            <a:off x="5191125" y="1476375"/>
            <a:ext cx="2000250" cy="619125"/>
          </a:xfrm>
          <a:prstGeom xmlns:a="http://schemas.openxmlformats.org/drawingml/2006/main" prst="ellipse">
            <a:avLst/>
          </a:prstGeom>
          <a:solidFill xmlns:a="http://schemas.openxmlformats.org/drawingml/2006/main">
            <a:srgbClr val="FFFFFF"/>
          </a:solidFill>
          <a:ln xmlns:a="http://schemas.openxmlformats.org/drawingml/2006/main" w="19050">
            <a:solidFill>
              <a:srgbClr val="005293"/>
            </a:solidFill>
          </a:ln>
        </p:spPr>
      </p:sp>
      <p:sp>
        <p:nvSpPr>
          <p:cNvPr id="11" name="">
            <a:extLst xmlns:a="http://schemas.openxmlformats.org/drawingml/2006/main">
              <a:ext uri="{FF2B5EF4-FFF2-40B4-BE49-F238E27FC236}">
                <a16:creationId xmlns:a16="http://schemas.microsoft.com/office/drawing/2014/main" id="{F2E74BDF-52C5-4959-A65D-3809FF28D050}"/>
              </a:ext>
            </a:extLst>
          </p:cNvPr>
          <p:cNvSpPr>
            <a:spLocks xmlns:a="http://schemas.openxmlformats.org/drawingml/2006/main" noGrp="1"/>
          </p:cNvSpPr>
          <p:nvPr/>
        </p:nvSpPr>
        <p:spPr>
          <a:xfrm xmlns:a="http://schemas.openxmlformats.org/drawingml/2006/main">
            <a:off x="5286375" y="1647825"/>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025" b="0">
                <a:solidFill>
                  <a:srgbClr val="005293"/>
                </a:solidFill>
                <a:latin typeface="Arial"/>
                <a:ea typeface="Arial"/>
                <a:cs typeface="Arial"/>
              </a:defRPr>
            </a:defPPr>
            <a:lvl1pPr algn="ctr">
              <a:defRPr sz="2025" b="0">
                <a:solidFill>
                  <a:srgbClr val="005293"/>
                </a:solidFill>
                <a:latin typeface="Arial"/>
                <a:ea typeface="Arial"/>
                <a:cs typeface="Arial"/>
              </a:defRPr>
            </a:lvl1pPr>
            <a:lvl2pPr algn="ctr">
              <a:defRPr sz="2025" b="0">
                <a:solidFill>
                  <a:srgbClr val="005293"/>
                </a:solidFill>
                <a:latin typeface="Arial"/>
                <a:ea typeface="Arial"/>
                <a:cs typeface="Arial"/>
              </a:defRPr>
            </a:lvl2pPr>
            <a:lvl3pPr algn="ctr">
              <a:defRPr sz="2025" b="0">
                <a:solidFill>
                  <a:srgbClr val="005293"/>
                </a:solidFill>
                <a:latin typeface="Arial"/>
                <a:ea typeface="Arial"/>
                <a:cs typeface="Arial"/>
              </a:defRPr>
            </a:lvl3pPr>
            <a:lvl4pPr algn="ctr">
              <a:defRPr sz="2025" b="0">
                <a:solidFill>
                  <a:srgbClr val="005293"/>
                </a:solidFill>
                <a:latin typeface="Arial"/>
                <a:ea typeface="Arial"/>
                <a:cs typeface="Arial"/>
              </a:defRPr>
            </a:lvl4pPr>
            <a:lvl5pPr algn="ctr">
              <a:defRPr sz="2025" b="0">
                <a:solidFill>
                  <a:srgbClr val="005293"/>
                </a:solidFill>
                <a:latin typeface="Arial"/>
                <a:ea typeface="Arial"/>
                <a:cs typeface="Arial"/>
              </a:defRPr>
            </a:lvl5pPr>
            <a:lvl6pPr algn="ctr">
              <a:defRPr sz="2025" b="0">
                <a:solidFill>
                  <a:srgbClr val="005293"/>
                </a:solidFill>
                <a:latin typeface="Arial"/>
                <a:ea typeface="Arial"/>
                <a:cs typeface="Arial"/>
              </a:defRPr>
            </a:lvl6pPr>
            <a:lvl7pPr algn="ctr">
              <a:defRPr sz="2025" b="0">
                <a:solidFill>
                  <a:srgbClr val="005293"/>
                </a:solidFill>
                <a:latin typeface="Arial"/>
                <a:ea typeface="Arial"/>
                <a:cs typeface="Arial"/>
              </a:defRPr>
            </a:lvl7pPr>
            <a:lvl8pPr algn="ctr">
              <a:defRPr sz="2025" b="0">
                <a:solidFill>
                  <a:srgbClr val="005293"/>
                </a:solidFill>
                <a:latin typeface="Arial"/>
                <a:ea typeface="Arial"/>
                <a:cs typeface="Arial"/>
              </a:defRPr>
            </a:lvl8pPr>
            <a:lvl9pPr algn="ctr">
              <a:defRPr sz="2025" b="0">
                <a:solidFill>
                  <a:srgbClr val="005293"/>
                </a:solidFill>
                <a:latin typeface="Arial"/>
                <a:ea typeface="Arial"/>
                <a:cs typeface="Arial"/>
              </a:defRPr>
            </a:lvl9pPr>
          </a:lstStyle>
          <a:p xmlns:a="http://schemas.openxmlformats.org/drawingml/2006/main">
            <a:pPr algn="ctr">
              <a:defRPr sz="2025" b="0">
                <a:solidFill>
                  <a:srgbClr val="005293"/>
                </a:solidFill>
                <a:latin typeface="Arial"/>
                <a:ea typeface="Arial"/>
                <a:cs typeface="Arial"/>
              </a:defRPr>
            </a:pPr>
            <a:r>
              <a:rPr sz="2025" b="0">
                <a:solidFill>
                  <a:srgbClr val="005293"/>
                </a:solidFill>
                <a:latin typeface="Arial"/>
                <a:ea typeface="Arial"/>
                <a:cs typeface="Arial"/>
              </a:rPr>
              <a:t>Semester</a:t>
            </a:r>
          </a:p>
        </p:txBody>
      </p:sp>
      <p:sp>
        <p:nvSpPr>
          <p:cNvPr id="12" name="">
            <a:extLst xmlns:a="http://schemas.openxmlformats.org/drawingml/2006/main">
              <a:ext uri="{FF2B5EF4-FFF2-40B4-BE49-F238E27FC236}">
                <a16:creationId xmlns:a16="http://schemas.microsoft.com/office/drawing/2014/main" id="{E2F0D394-1CB7-41D7-8E07-7F2521E065CA}"/>
              </a:ext>
            </a:extLst>
          </p:cNvPr>
          <p:cNvSpPr>
            <a:spLocks xmlns:a="http://schemas.openxmlformats.org/drawingml/2006/main" noGrp="1"/>
          </p:cNvSpPr>
          <p:nvPr/>
        </p:nvSpPr>
        <p:spPr>
          <a:xfrm xmlns:a="http://schemas.openxmlformats.org/drawingml/2006/main" flipH="0" flipV="0">
            <a:off x="1609725" y="2095500"/>
            <a:ext cx="1143000" cy="66675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3" name="">
            <a:extLst xmlns:a="http://schemas.openxmlformats.org/drawingml/2006/main">
              <a:ext uri="{FF2B5EF4-FFF2-40B4-BE49-F238E27FC236}">
                <a16:creationId xmlns:a16="http://schemas.microsoft.com/office/drawing/2014/main" id="{3F6359B1-F56B-4493-83DA-74761117A13A}"/>
              </a:ext>
            </a:extLst>
          </p:cNvPr>
          <p:cNvSpPr>
            <a:spLocks xmlns:a="http://schemas.openxmlformats.org/drawingml/2006/main" noGrp="1"/>
          </p:cNvSpPr>
          <p:nvPr/>
        </p:nvSpPr>
        <p:spPr>
          <a:xfrm xmlns:a="http://schemas.openxmlformats.org/drawingml/2006/main" flipH="1" flipV="0">
            <a:off x="3457575" y="2095500"/>
            <a:ext cx="447675" cy="66675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4" name="">
            <a:extLst xmlns:a="http://schemas.openxmlformats.org/drawingml/2006/main">
              <a:ext uri="{FF2B5EF4-FFF2-40B4-BE49-F238E27FC236}">
                <a16:creationId xmlns:a16="http://schemas.microsoft.com/office/drawing/2014/main" id="{82273CA5-31CE-4CEF-8696-AB7C7E10BAC1}"/>
              </a:ext>
            </a:extLst>
          </p:cNvPr>
          <p:cNvSpPr>
            <a:spLocks xmlns:a="http://schemas.openxmlformats.org/drawingml/2006/main" noGrp="1"/>
          </p:cNvSpPr>
          <p:nvPr/>
        </p:nvSpPr>
        <p:spPr>
          <a:xfrm xmlns:a="http://schemas.openxmlformats.org/drawingml/2006/main" flipH="1" flipV="0">
            <a:off x="4181475" y="2095500"/>
            <a:ext cx="2009775" cy="66675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5" name="">
            <a:extLst xmlns:a="http://schemas.openxmlformats.org/drawingml/2006/main">
              <a:ext uri="{FF2B5EF4-FFF2-40B4-BE49-F238E27FC236}">
                <a16:creationId xmlns:a16="http://schemas.microsoft.com/office/drawing/2014/main" id="{258E2FEC-33FB-4498-9A14-CDC3028BCFF5}"/>
              </a:ext>
            </a:extLst>
          </p:cNvPr>
          <p:cNvSpPr>
            <a:spLocks xmlns:a="http://schemas.openxmlformats.org/drawingml/2006/main" noGrp="1"/>
          </p:cNvSpPr>
          <p:nvPr/>
        </p:nvSpPr>
        <p:spPr>
          <a:xfrm xmlns:a="http://schemas.openxmlformats.org/drawingml/2006/main">
            <a:off x="8582025" y="2619375"/>
            <a:ext cx="2286000" cy="1047750"/>
          </a:xfrm>
          <a:prstGeom xmlns:a="http://schemas.openxmlformats.org/drawingml/2006/main" prst="diamond">
            <a:avLst/>
          </a:prstGeom>
          <a:solidFill xmlns:a="http://schemas.openxmlformats.org/drawingml/2006/main">
            <a:srgbClr val="EDF4F9"/>
          </a:solidFill>
          <a:ln xmlns:a="http://schemas.openxmlformats.org/drawingml/2006/main" w="19050">
            <a:solidFill>
              <a:srgbClr val="005293"/>
            </a:solidFill>
          </a:ln>
        </p:spPr>
      </p:sp>
      <p:sp>
        <p:nvSpPr>
          <p:cNvPr id="16" name="">
            <a:extLst xmlns:a="http://schemas.openxmlformats.org/drawingml/2006/main">
              <a:ext uri="{FF2B5EF4-FFF2-40B4-BE49-F238E27FC236}">
                <a16:creationId xmlns:a16="http://schemas.microsoft.com/office/drawing/2014/main" id="{002B06BD-7C7B-41D0-9C40-95D1A524D2B8}"/>
              </a:ext>
            </a:extLst>
          </p:cNvPr>
          <p:cNvSpPr>
            <a:spLocks xmlns:a="http://schemas.openxmlformats.org/drawingml/2006/main" noGrp="1"/>
          </p:cNvSpPr>
          <p:nvPr/>
        </p:nvSpPr>
        <p:spPr>
          <a:xfrm xmlns:a="http://schemas.openxmlformats.org/drawingml/2006/main">
            <a:off x="8963025" y="29527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50" b="1">
                <a:solidFill>
                  <a:srgbClr val="005293"/>
                </a:solidFill>
                <a:latin typeface="Arial"/>
                <a:ea typeface="Arial"/>
                <a:cs typeface="Arial"/>
              </a:defRPr>
            </a:defPPr>
            <a:lvl1pPr algn="ctr">
              <a:defRPr sz="2250" b="1">
                <a:solidFill>
                  <a:srgbClr val="005293"/>
                </a:solidFill>
                <a:latin typeface="Arial"/>
                <a:ea typeface="Arial"/>
                <a:cs typeface="Arial"/>
              </a:defRPr>
            </a:lvl1pPr>
            <a:lvl2pPr algn="ctr">
              <a:defRPr sz="2250" b="1">
                <a:solidFill>
                  <a:srgbClr val="005293"/>
                </a:solidFill>
                <a:latin typeface="Arial"/>
                <a:ea typeface="Arial"/>
                <a:cs typeface="Arial"/>
              </a:defRPr>
            </a:lvl2pPr>
            <a:lvl3pPr algn="ctr">
              <a:defRPr sz="2250" b="1">
                <a:solidFill>
                  <a:srgbClr val="005293"/>
                </a:solidFill>
                <a:latin typeface="Arial"/>
                <a:ea typeface="Arial"/>
                <a:cs typeface="Arial"/>
              </a:defRPr>
            </a:lvl3pPr>
            <a:lvl4pPr algn="ctr">
              <a:defRPr sz="2250" b="1">
                <a:solidFill>
                  <a:srgbClr val="005293"/>
                </a:solidFill>
                <a:latin typeface="Arial"/>
                <a:ea typeface="Arial"/>
                <a:cs typeface="Arial"/>
              </a:defRPr>
            </a:lvl4pPr>
            <a:lvl5pPr algn="ctr">
              <a:defRPr sz="2250" b="1">
                <a:solidFill>
                  <a:srgbClr val="005293"/>
                </a:solidFill>
                <a:latin typeface="Arial"/>
                <a:ea typeface="Arial"/>
                <a:cs typeface="Arial"/>
              </a:defRPr>
            </a:lvl5pPr>
            <a:lvl6pPr algn="ctr">
              <a:defRPr sz="2250" b="1">
                <a:solidFill>
                  <a:srgbClr val="005293"/>
                </a:solidFill>
                <a:latin typeface="Arial"/>
                <a:ea typeface="Arial"/>
                <a:cs typeface="Arial"/>
              </a:defRPr>
            </a:lvl6pPr>
            <a:lvl7pPr algn="ctr">
              <a:defRPr sz="2250" b="1">
                <a:solidFill>
                  <a:srgbClr val="005293"/>
                </a:solidFill>
                <a:latin typeface="Arial"/>
                <a:ea typeface="Arial"/>
                <a:cs typeface="Arial"/>
              </a:defRPr>
            </a:lvl7pPr>
            <a:lvl8pPr algn="ctr">
              <a:defRPr sz="2250" b="1">
                <a:solidFill>
                  <a:srgbClr val="005293"/>
                </a:solidFill>
                <a:latin typeface="Arial"/>
                <a:ea typeface="Arial"/>
                <a:cs typeface="Arial"/>
              </a:defRPr>
            </a:lvl8pPr>
            <a:lvl9pPr algn="ctr">
              <a:defRPr sz="2250" b="1">
                <a:solidFill>
                  <a:srgbClr val="005293"/>
                </a:solidFill>
                <a:latin typeface="Arial"/>
                <a:ea typeface="Arial"/>
                <a:cs typeface="Arial"/>
              </a:defRPr>
            </a:lvl9pPr>
          </a:lstStyle>
          <a:p xmlns:a="http://schemas.openxmlformats.org/drawingml/2006/main">
            <a:pPr algn="ctr">
              <a:defRPr sz="2250" b="1">
                <a:solidFill>
                  <a:srgbClr val="005293"/>
                </a:solidFill>
                <a:latin typeface="Arial"/>
                <a:ea typeface="Arial"/>
                <a:cs typeface="Arial"/>
              </a:defRPr>
            </a:pPr>
            <a:r>
              <a:rPr sz="2250" b="1">
                <a:solidFill>
                  <a:srgbClr val="005293"/>
                </a:solidFill>
                <a:latin typeface="Arial"/>
                <a:ea typeface="Arial"/>
                <a:cs typeface="Arial"/>
              </a:rPr>
              <a:t>prüfen</a:t>
            </a:r>
          </a:p>
        </p:txBody>
      </p:sp>
      <p:sp>
        <p:nvSpPr>
          <p:cNvPr id="17" name="">
            <a:extLst xmlns:a="http://schemas.openxmlformats.org/drawingml/2006/main">
              <a:ext uri="{FF2B5EF4-FFF2-40B4-BE49-F238E27FC236}">
                <a16:creationId xmlns:a16="http://schemas.microsoft.com/office/drawing/2014/main" id="{C4B3D4A3-146B-4573-A6B0-9412935C93DA}"/>
              </a:ext>
            </a:extLst>
          </p:cNvPr>
          <p:cNvSpPr>
            <a:spLocks xmlns:a="http://schemas.openxmlformats.org/drawingml/2006/main" noGrp="1"/>
          </p:cNvSpPr>
          <p:nvPr/>
        </p:nvSpPr>
        <p:spPr>
          <a:xfrm xmlns:a="http://schemas.openxmlformats.org/drawingml/2006/main">
            <a:off x="8724900" y="1476375"/>
            <a:ext cx="2000250" cy="619125"/>
          </a:xfrm>
          <a:prstGeom xmlns:a="http://schemas.openxmlformats.org/drawingml/2006/main" prst="ellipse">
            <a:avLst/>
          </a:prstGeom>
          <a:solidFill xmlns:a="http://schemas.openxmlformats.org/drawingml/2006/main">
            <a:srgbClr val="FFFFFF"/>
          </a:solidFill>
          <a:ln xmlns:a="http://schemas.openxmlformats.org/drawingml/2006/main" w="19050">
            <a:solidFill>
              <a:srgbClr val="005293"/>
            </a:solidFill>
          </a:ln>
        </p:spPr>
      </p:sp>
      <p:sp>
        <p:nvSpPr>
          <p:cNvPr id="18" name="">
            <a:extLst xmlns:a="http://schemas.openxmlformats.org/drawingml/2006/main">
              <a:ext uri="{FF2B5EF4-FFF2-40B4-BE49-F238E27FC236}">
                <a16:creationId xmlns:a16="http://schemas.microsoft.com/office/drawing/2014/main" id="{45B438E6-8CC5-4C5C-AE52-B7E6F477EDE0}"/>
              </a:ext>
            </a:extLst>
          </p:cNvPr>
          <p:cNvSpPr>
            <a:spLocks xmlns:a="http://schemas.openxmlformats.org/drawingml/2006/main" noGrp="1"/>
          </p:cNvSpPr>
          <p:nvPr/>
        </p:nvSpPr>
        <p:spPr>
          <a:xfrm xmlns:a="http://schemas.openxmlformats.org/drawingml/2006/main">
            <a:off x="8820150" y="1647825"/>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025" b="0">
                <a:solidFill>
                  <a:srgbClr val="005293"/>
                </a:solidFill>
                <a:latin typeface="Arial"/>
                <a:ea typeface="Arial"/>
                <a:cs typeface="Arial"/>
              </a:defRPr>
            </a:defPPr>
            <a:lvl1pPr algn="ctr">
              <a:defRPr sz="2025" b="0">
                <a:solidFill>
                  <a:srgbClr val="005293"/>
                </a:solidFill>
                <a:latin typeface="Arial"/>
                <a:ea typeface="Arial"/>
                <a:cs typeface="Arial"/>
              </a:defRPr>
            </a:lvl1pPr>
            <a:lvl2pPr algn="ctr">
              <a:defRPr sz="2025" b="0">
                <a:solidFill>
                  <a:srgbClr val="005293"/>
                </a:solidFill>
                <a:latin typeface="Arial"/>
                <a:ea typeface="Arial"/>
                <a:cs typeface="Arial"/>
              </a:defRPr>
            </a:lvl2pPr>
            <a:lvl3pPr algn="ctr">
              <a:defRPr sz="2025" b="0">
                <a:solidFill>
                  <a:srgbClr val="005293"/>
                </a:solidFill>
                <a:latin typeface="Arial"/>
                <a:ea typeface="Arial"/>
                <a:cs typeface="Arial"/>
              </a:defRPr>
            </a:lvl3pPr>
            <a:lvl4pPr algn="ctr">
              <a:defRPr sz="2025" b="0">
                <a:solidFill>
                  <a:srgbClr val="005293"/>
                </a:solidFill>
                <a:latin typeface="Arial"/>
                <a:ea typeface="Arial"/>
                <a:cs typeface="Arial"/>
              </a:defRPr>
            </a:lvl4pPr>
            <a:lvl5pPr algn="ctr">
              <a:defRPr sz="2025" b="0">
                <a:solidFill>
                  <a:srgbClr val="005293"/>
                </a:solidFill>
                <a:latin typeface="Arial"/>
                <a:ea typeface="Arial"/>
                <a:cs typeface="Arial"/>
              </a:defRPr>
            </a:lvl5pPr>
            <a:lvl6pPr algn="ctr">
              <a:defRPr sz="2025" b="0">
                <a:solidFill>
                  <a:srgbClr val="005293"/>
                </a:solidFill>
                <a:latin typeface="Arial"/>
                <a:ea typeface="Arial"/>
                <a:cs typeface="Arial"/>
              </a:defRPr>
            </a:lvl6pPr>
            <a:lvl7pPr algn="ctr">
              <a:defRPr sz="2025" b="0">
                <a:solidFill>
                  <a:srgbClr val="005293"/>
                </a:solidFill>
                <a:latin typeface="Arial"/>
                <a:ea typeface="Arial"/>
                <a:cs typeface="Arial"/>
              </a:defRPr>
            </a:lvl7pPr>
            <a:lvl8pPr algn="ctr">
              <a:defRPr sz="2025" b="0">
                <a:solidFill>
                  <a:srgbClr val="005293"/>
                </a:solidFill>
                <a:latin typeface="Arial"/>
                <a:ea typeface="Arial"/>
                <a:cs typeface="Arial"/>
              </a:defRPr>
            </a:lvl8pPr>
            <a:lvl9pPr algn="ctr">
              <a:defRPr sz="2025" b="0">
                <a:solidFill>
                  <a:srgbClr val="005293"/>
                </a:solidFill>
                <a:latin typeface="Arial"/>
                <a:ea typeface="Arial"/>
                <a:cs typeface="Arial"/>
              </a:defRPr>
            </a:lvl9pPr>
          </a:lstStyle>
          <a:p xmlns:a="http://schemas.openxmlformats.org/drawingml/2006/main">
            <a:pPr algn="ctr">
              <a:defRPr sz="2025" b="0">
                <a:solidFill>
                  <a:srgbClr val="005293"/>
                </a:solidFill>
                <a:latin typeface="Arial"/>
                <a:ea typeface="Arial"/>
                <a:cs typeface="Arial"/>
              </a:defRPr>
            </a:pPr>
            <a:r>
              <a:rPr sz="2025" b="0">
                <a:solidFill>
                  <a:srgbClr val="005293"/>
                </a:solidFill>
                <a:latin typeface="Arial"/>
                <a:ea typeface="Arial"/>
                <a:cs typeface="Arial"/>
              </a:rPr>
              <a:t>Note</a:t>
            </a:r>
          </a:p>
        </p:txBody>
      </p:sp>
      <p:sp>
        <p:nvSpPr>
          <p:cNvPr id="19" name="">
            <a:extLst xmlns:a="http://schemas.openxmlformats.org/drawingml/2006/main">
              <a:ext uri="{FF2B5EF4-FFF2-40B4-BE49-F238E27FC236}">
                <a16:creationId xmlns:a16="http://schemas.microsoft.com/office/drawing/2014/main" id="{873279E4-637F-4FD8-BD34-573CB00CCD8A}"/>
              </a:ext>
            </a:extLst>
          </p:cNvPr>
          <p:cNvSpPr>
            <a:spLocks xmlns:a="http://schemas.openxmlformats.org/drawingml/2006/main" noGrp="1"/>
          </p:cNvSpPr>
          <p:nvPr/>
        </p:nvSpPr>
        <p:spPr>
          <a:xfrm xmlns:a="http://schemas.openxmlformats.org/drawingml/2006/main" flipH="0" flipV="0">
            <a:off x="9725025" y="2095500"/>
            <a:ext cx="0" cy="523875"/>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20" name="">
            <a:extLst xmlns:a="http://schemas.openxmlformats.org/drawingml/2006/main">
              <a:ext uri="{FF2B5EF4-FFF2-40B4-BE49-F238E27FC236}">
                <a16:creationId xmlns:a16="http://schemas.microsoft.com/office/drawing/2014/main" id="{195124E7-5075-472A-A0EB-20356FB6B48D}"/>
              </a:ext>
            </a:extLst>
          </p:cNvPr>
          <p:cNvSpPr>
            <a:spLocks xmlns:a="http://schemas.openxmlformats.org/drawingml/2006/main" noGrp="1"/>
          </p:cNvSpPr>
          <p:nvPr/>
        </p:nvSpPr>
        <p:spPr>
          <a:xfrm xmlns:a="http://schemas.openxmlformats.org/drawingml/2006/main">
            <a:off x="609600" y="4238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Rechteck: Entitytyp. Raute: Beziehungstyp. Oval: Attribut.</a:t>
            </a:r>
          </a:p>
        </p:txBody>
      </p:sp>
      <p:sp>
        <p:nvSpPr>
          <p:cNvPr id="21" name="">
            <a:extLst xmlns:a="http://schemas.openxmlformats.org/drawingml/2006/main">
              <a:ext uri="{FF2B5EF4-FFF2-40B4-BE49-F238E27FC236}">
                <a16:creationId xmlns:a16="http://schemas.microsoft.com/office/drawing/2014/main" id="{9EABE791-6718-468A-B152-47D0A6B10EF1}"/>
              </a:ext>
            </a:extLst>
          </p:cNvPr>
          <p:cNvSpPr>
            <a:spLocks xmlns:a="http://schemas.openxmlformats.org/drawingml/2006/main" noGrp="1"/>
          </p:cNvSpPr>
          <p:nvPr/>
        </p:nvSpPr>
        <p:spPr>
          <a:xfrm xmlns:a="http://schemas.openxmlformats.org/drawingml/2006/main">
            <a:off x="609600" y="49339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Unterstrichene Attribute bilden einen Schlüssel des Entitytyps.</a:t>
            </a:r>
          </a:p>
        </p:txBody>
      </p:sp>
      <p:sp>
        <p:nvSpPr>
          <p:cNvPr id="22" name="">
            <a:extLst xmlns:a="http://schemas.openxmlformats.org/drawingml/2006/main">
              <a:ext uri="{FF2B5EF4-FFF2-40B4-BE49-F238E27FC236}">
                <a16:creationId xmlns:a16="http://schemas.microsoft.com/office/drawing/2014/main" id="{E1ABCE5A-E3C8-47D6-B541-814F8685ECEC}"/>
              </a:ext>
            </a:extLst>
          </p:cNvPr>
          <p:cNvSpPr>
            <a:spLocks xmlns:a="http://schemas.openxmlformats.org/drawingml/2006/main" noGrp="1"/>
          </p:cNvSpPr>
          <p:nvPr/>
        </p:nvSpPr>
        <p:spPr>
          <a:xfrm xmlns:a="http://schemas.openxmlformats.org/drawingml/2006/main">
            <a:off x="609600" y="5600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Auch Beziehungen können Attribute haben: Note beschreibt eine Prüfung.</a:t>
            </a:r>
          </a:p>
        </p:txBody>
      </p:sp>
    </p:spTree>
    <p:extLst>
      <p:ext uri="{BB962C8B-B14F-4D97-AF65-F5344CB8AC3E}">
        <p14:creationId xmlns:p14="http://schemas.microsoft.com/office/powerpoint/2010/main" val="2007920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8DAEEF-76D9-42EE-92A9-7F2E181784D2}"/>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Relationenschema und Attribute</a:t>
            </a:r>
          </a:p>
        </p:txBody>
      </p:sp>
      <p:sp>
        <p:nvSpPr>
          <p:cNvPr id="2" name="">
            <a:extLst xmlns:a="http://schemas.openxmlformats.org/drawingml/2006/main">
              <a:ext uri="{FF2B5EF4-FFF2-40B4-BE49-F238E27FC236}">
                <a16:creationId xmlns:a16="http://schemas.microsoft.com/office/drawing/2014/main" id="{C4FA9120-37B0-40DB-A5FB-0E1E7AE786E1}"/>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5FFDCA90-DA7F-42F5-AFFB-113199D6D795}"/>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C69D41C4-D94C-4C0A-ADCE-51A9EFFE04D9}"/>
              </a:ext>
            </a:extLst>
          </p:cNvPr>
          <p:cNvSpPr>
            <a:spLocks xmlns:a="http://schemas.openxmlformats.org/drawingml/2006/main" noGrp="1"/>
          </p:cNvSpPr>
          <p:nvPr/>
        </p:nvSpPr>
        <p:spPr>
          <a:xfrm xmlns:a="http://schemas.openxmlformats.org/drawingml/2006/main">
            <a:off x="609600" y="13811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5293"/>
                </a:solidFill>
                <a:latin typeface="Arial"/>
                <a:ea typeface="Arial"/>
                <a:cs typeface="Arial"/>
              </a:defRPr>
            </a:defPPr>
            <a:lvl1pPr>
              <a:defRPr sz="2325" b="1">
                <a:solidFill>
                  <a:srgbClr val="005293"/>
                </a:solidFill>
                <a:latin typeface="Arial"/>
                <a:ea typeface="Arial"/>
                <a:cs typeface="Arial"/>
              </a:defRPr>
            </a:lvl1pPr>
            <a:lvl2pPr>
              <a:defRPr sz="2325" b="1">
                <a:solidFill>
                  <a:srgbClr val="005293"/>
                </a:solidFill>
                <a:latin typeface="Arial"/>
                <a:ea typeface="Arial"/>
                <a:cs typeface="Arial"/>
              </a:defRPr>
            </a:lvl2pPr>
            <a:lvl3pPr>
              <a:defRPr sz="2325" b="1">
                <a:solidFill>
                  <a:srgbClr val="005293"/>
                </a:solidFill>
                <a:latin typeface="Arial"/>
                <a:ea typeface="Arial"/>
                <a:cs typeface="Arial"/>
              </a:defRPr>
            </a:lvl3pPr>
            <a:lvl4pPr>
              <a:defRPr sz="2325" b="1">
                <a:solidFill>
                  <a:srgbClr val="005293"/>
                </a:solidFill>
                <a:latin typeface="Arial"/>
                <a:ea typeface="Arial"/>
                <a:cs typeface="Arial"/>
              </a:defRPr>
            </a:lvl4pPr>
            <a:lvl5pPr>
              <a:defRPr sz="2325" b="1">
                <a:solidFill>
                  <a:srgbClr val="005293"/>
                </a:solidFill>
                <a:latin typeface="Arial"/>
                <a:ea typeface="Arial"/>
                <a:cs typeface="Arial"/>
              </a:defRPr>
            </a:lvl5pPr>
            <a:lvl6pPr>
              <a:defRPr sz="2325" b="1">
                <a:solidFill>
                  <a:srgbClr val="005293"/>
                </a:solidFill>
                <a:latin typeface="Arial"/>
                <a:ea typeface="Arial"/>
                <a:cs typeface="Arial"/>
              </a:defRPr>
            </a:lvl6pPr>
            <a:lvl7pPr>
              <a:defRPr sz="2325" b="1">
                <a:solidFill>
                  <a:srgbClr val="005293"/>
                </a:solidFill>
                <a:latin typeface="Arial"/>
                <a:ea typeface="Arial"/>
                <a:cs typeface="Arial"/>
              </a:defRPr>
            </a:lvl7pPr>
            <a:lvl8pPr>
              <a:defRPr sz="2325" b="1">
                <a:solidFill>
                  <a:srgbClr val="005293"/>
                </a:solidFill>
                <a:latin typeface="Arial"/>
                <a:ea typeface="Arial"/>
                <a:cs typeface="Arial"/>
              </a:defRPr>
            </a:lvl8pPr>
            <a:lvl9pPr>
              <a:defRPr sz="2325" b="1">
                <a:solidFill>
                  <a:srgbClr val="005293"/>
                </a:solidFill>
                <a:latin typeface="Arial"/>
                <a:ea typeface="Arial"/>
                <a:cs typeface="Arial"/>
              </a:defRPr>
            </a:lvl9pPr>
          </a:lstStyle>
          <a:p xmlns:a="http://schemas.openxmlformats.org/drawingml/2006/main">
            <a:pPr>
              <a:defRPr sz="2325" b="1">
                <a:solidFill>
                  <a:srgbClr val="005293"/>
                </a:solidFill>
                <a:latin typeface="Arial"/>
                <a:ea typeface="Arial"/>
                <a:cs typeface="Arial"/>
              </a:defRPr>
            </a:pPr>
            <a:r>
              <a:t>Studenten(</a:t>
            </a:r>
            <a:r>
              <a:rPr u="sng"/>
              <a:t>MatrNr</a:t>
            </a:r>
            <a:r>
              <a:t>: integer, Name: string, Semester: integer)</a:t>
            </a:r>
          </a:p>
        </p:txBody>
      </p:sp>
      <p:sp>
        <p:nvSpPr>
          <p:cNvPr id="5" name="">
            <a:extLst xmlns:a="http://schemas.openxmlformats.org/drawingml/2006/main">
              <a:ext uri="{FF2B5EF4-FFF2-40B4-BE49-F238E27FC236}">
                <a16:creationId xmlns:a16="http://schemas.microsoft.com/office/drawing/2014/main" id="{8859A459-2629-438D-B95A-A4B2FBC94E12}"/>
              </a:ext>
            </a:extLst>
          </p:cNvPr>
          <p:cNvSpPr>
            <a:spLocks xmlns:a="http://schemas.openxmlformats.org/drawingml/2006/main" noGrp="1"/>
          </p:cNvSpPr>
          <p:nvPr/>
        </p:nvSpPr>
        <p:spPr>
          <a:xfrm xmlns:a="http://schemas.openxmlformats.org/drawingml/2006/main">
            <a:off x="609600" y="22955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Das Schema nennt die Relation, ihre Attribute und deren Wertebereiche.</a:t>
            </a:r>
          </a:p>
        </p:txBody>
      </p:sp>
      <p:graphicFrame>
        <p:nvGraphicFramePr>
          <p:cNvPr id="6" name="">
            <a:extLst xmlns:a="http://schemas.openxmlformats.org/drawingml/2006/main">
              <a:ext uri="{FF2B5EF4-FFF2-40B4-BE49-F238E27FC236}">
                <a16:creationId xmlns:a16="http://schemas.microsoft.com/office/drawing/2014/main" id="{96099015-02EB-4265-8A71-85826A289E00}"/>
              </a:ext>
            </a:extLst>
          </p:cNvPr>
          <p:cNvGraphicFramePr/>
          <p:nvPr/>
        </p:nvGraphicFramePr>
        <p:xfrm>
          <a:off xmlns:a="http://schemas.openxmlformats.org/drawingml/2006/main" x="609600" y="3095625"/>
          <a:ext xmlns:a="http://schemas.openxmlformats.org/drawingml/2006/main" cx="9048750" cy="1857375"/>
        </p:xfrm>
        <a:graphic xmlns:a="http://schemas.openxmlformats.org/drawingml/2006/main">
          <a:graphicData uri="http://schemas.openxmlformats.org/drawingml/2006/table">
            <a:tbl>
              <a:tblPr/>
              <a:tblGrid>
                <a:gridCol w="2381250"/>
                <a:gridCol w="4286250"/>
                <a:gridCol w="2381250"/>
              </a:tblGrid>
              <a:tr h="619125">
                <a:tc>
                  <a:txBody>
                    <a:bodyPr/>
                    <a:lstStyle/>
                    <a:p>
                      <a:r>
                        <a:rPr sz="2100" b="1" u="sng">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10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100"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619125">
                <a:tc>
                  <a:txBody>
                    <a:bodyPr/>
                    <a:lstStyle/>
                    <a:p>
                      <a:r>
                        <a:rPr sz="2100" b="0">
                          <a:solidFill>
                            <a:srgbClr val="202B33"/>
                          </a:solidFill>
                          <a:latin typeface="Arial"/>
                          <a:ea typeface="Arial"/>
                          <a:cs typeface="Arial"/>
                        </a:rPr>
                        <a:t>1001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Anna</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FFFFFF"/>
                    </a:solidFill>
                  </a:tcPr>
                </a:tc>
              </a:tr>
              <a:tr h="619125">
                <a:tc>
                  <a:txBody>
                    <a:bodyPr/>
                    <a:lstStyle/>
                    <a:p>
                      <a:r>
                        <a:rPr sz="2100" b="0">
                          <a:solidFill>
                            <a:srgbClr val="202B33"/>
                          </a:solidFill>
                          <a:latin typeface="Arial"/>
                          <a:ea typeface="Arial"/>
                          <a:cs typeface="Arial"/>
                        </a:rPr>
                        <a:t>1002</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Ben</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1</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7" name="">
            <a:extLst xmlns:a="http://schemas.openxmlformats.org/drawingml/2006/main">
              <a:ext uri="{FF2B5EF4-FFF2-40B4-BE49-F238E27FC236}">
                <a16:creationId xmlns:a16="http://schemas.microsoft.com/office/drawing/2014/main" id="{AE45E65B-84E2-425F-84DE-E50ECC9FC421}"/>
              </a:ext>
            </a:extLst>
          </p:cNvPr>
          <p:cNvSpPr>
            <a:spLocks xmlns:a="http://schemas.openxmlformats.org/drawingml/2006/main" noGrp="1"/>
          </p:cNvSpPr>
          <p:nvPr/>
        </p:nvSpPr>
        <p:spPr>
          <a:xfrm xmlns:a="http://schemas.openxmlformats.org/drawingml/2006/main">
            <a:off x="609600" y="5362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rPr sz="2175" b="1">
                <a:solidFill>
                  <a:srgbClr val="005293"/>
                </a:solidFill>
                <a:latin typeface="Arial"/>
                <a:ea typeface="Arial"/>
                <a:cs typeface="Arial"/>
              </a:rPr>
              <a:t>Spalte = Attribut. Zeile = Tupel. Die Tabelle zeigt eine Ausprägung.</a:t>
            </a:r>
          </a:p>
        </p:txBody>
      </p:sp>
      <p:sp>
        <p:nvSpPr>
          <p:cNvPr id="8" name="">
            <a:extLst xmlns:a="http://schemas.openxmlformats.org/drawingml/2006/main">
              <a:ext uri="{FF2B5EF4-FFF2-40B4-BE49-F238E27FC236}">
                <a16:creationId xmlns:a16="http://schemas.microsoft.com/office/drawing/2014/main" id="{41055CF1-75C3-4131-8764-8669E1B4C602}"/>
              </a:ext>
            </a:extLst>
          </p:cNvPr>
          <p:cNvSpPr>
            <a:spLocks xmlns:a="http://schemas.openxmlformats.org/drawingml/2006/main" noGrp="1"/>
          </p:cNvSpPr>
          <p:nvPr/>
        </p:nvSpPr>
        <p:spPr>
          <a:xfrm xmlns:a="http://schemas.openxmlformats.org/drawingml/2006/main">
            <a:off x="609600" y="58769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B33"/>
                </a:solidFill>
                <a:latin typeface="Arial"/>
                <a:ea typeface="Arial"/>
                <a:cs typeface="Arial"/>
              </a:defRPr>
            </a:defPPr>
            <a:lvl1pPr>
              <a:defRPr sz="1950" b="0">
                <a:solidFill>
                  <a:srgbClr val="202B33"/>
                </a:solidFill>
                <a:latin typeface="Arial"/>
                <a:ea typeface="Arial"/>
                <a:cs typeface="Arial"/>
              </a:defRPr>
            </a:lvl1pPr>
            <a:lvl2pPr>
              <a:defRPr sz="1950" b="0">
                <a:solidFill>
                  <a:srgbClr val="202B33"/>
                </a:solidFill>
                <a:latin typeface="Arial"/>
                <a:ea typeface="Arial"/>
                <a:cs typeface="Arial"/>
              </a:defRPr>
            </a:lvl2pPr>
            <a:lvl3pPr>
              <a:defRPr sz="1950" b="0">
                <a:solidFill>
                  <a:srgbClr val="202B33"/>
                </a:solidFill>
                <a:latin typeface="Arial"/>
                <a:ea typeface="Arial"/>
                <a:cs typeface="Arial"/>
              </a:defRPr>
            </a:lvl3pPr>
            <a:lvl4pPr>
              <a:defRPr sz="1950" b="0">
                <a:solidFill>
                  <a:srgbClr val="202B33"/>
                </a:solidFill>
                <a:latin typeface="Arial"/>
                <a:ea typeface="Arial"/>
                <a:cs typeface="Arial"/>
              </a:defRPr>
            </a:lvl4pPr>
            <a:lvl5pPr>
              <a:defRPr sz="1950" b="0">
                <a:solidFill>
                  <a:srgbClr val="202B33"/>
                </a:solidFill>
                <a:latin typeface="Arial"/>
                <a:ea typeface="Arial"/>
                <a:cs typeface="Arial"/>
              </a:defRPr>
            </a:lvl5pPr>
            <a:lvl6pPr>
              <a:defRPr sz="1950" b="0">
                <a:solidFill>
                  <a:srgbClr val="202B33"/>
                </a:solidFill>
                <a:latin typeface="Arial"/>
                <a:ea typeface="Arial"/>
                <a:cs typeface="Arial"/>
              </a:defRPr>
            </a:lvl6pPr>
            <a:lvl7pPr>
              <a:defRPr sz="1950" b="0">
                <a:solidFill>
                  <a:srgbClr val="202B33"/>
                </a:solidFill>
                <a:latin typeface="Arial"/>
                <a:ea typeface="Arial"/>
                <a:cs typeface="Arial"/>
              </a:defRPr>
            </a:lvl7pPr>
            <a:lvl8pPr>
              <a:defRPr sz="1950" b="0">
                <a:solidFill>
                  <a:srgbClr val="202B33"/>
                </a:solidFill>
                <a:latin typeface="Arial"/>
                <a:ea typeface="Arial"/>
                <a:cs typeface="Arial"/>
              </a:defRPr>
            </a:lvl8pPr>
            <a:lvl9pPr>
              <a:defRPr sz="1950" b="0">
                <a:solidFill>
                  <a:srgbClr val="202B33"/>
                </a:solidFill>
                <a:latin typeface="Arial"/>
                <a:ea typeface="Arial"/>
                <a:cs typeface="Arial"/>
              </a:defRPr>
            </a:lvl9pPr>
          </a:lstStyle>
          <a:p xmlns:a="http://schemas.openxmlformats.org/drawingml/2006/main">
            <a:pPr>
              <a:defRPr sz="1950" b="0">
                <a:solidFill>
                  <a:srgbClr val="202B33"/>
                </a:solidFill>
                <a:latin typeface="Arial"/>
                <a:ea typeface="Arial"/>
                <a:cs typeface="Arial"/>
              </a:defRPr>
            </a:pPr>
            <a:r>
              <a:rPr sz="1950" b="0">
                <a:solidFill>
                  <a:srgbClr val="202B33"/>
                </a:solidFill>
                <a:latin typeface="Arial"/>
                <a:ea typeface="Arial"/>
                <a:cs typeface="Arial"/>
              </a:rPr>
              <a:t>Relationen können Entitytypen und Beziehungstypen darstellen.</a:t>
            </a:r>
          </a:p>
        </p:txBody>
      </p:sp>
    </p:spTree>
    <p:extLst>
      <p:ext uri="{BB962C8B-B14F-4D97-AF65-F5344CB8AC3E}">
        <p14:creationId xmlns:p14="http://schemas.microsoft.com/office/powerpoint/2010/main" val="7146666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42CD75-CB84-43E0-9932-4735445012A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Primärschlüssel und zusammengesetzte Schlüssel</a:t>
            </a:r>
          </a:p>
        </p:txBody>
      </p:sp>
      <p:sp>
        <p:nvSpPr>
          <p:cNvPr id="2" name="">
            <a:extLst xmlns:a="http://schemas.openxmlformats.org/drawingml/2006/main">
              <a:ext uri="{FF2B5EF4-FFF2-40B4-BE49-F238E27FC236}">
                <a16:creationId xmlns:a16="http://schemas.microsoft.com/office/drawing/2014/main" id="{F85DF38B-15E5-4B8F-AE79-C2FE22E59D77}"/>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6A7FB517-2A68-42FC-9F75-8D3FC6BDD249}"/>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6E7173BB-FE97-4DF3-9106-34CC58B266BE}"/>
              </a:ext>
            </a:extLst>
          </p:cNvPr>
          <p:cNvSpPr>
            <a:spLocks xmlns:a="http://schemas.openxmlformats.org/drawingml/2006/main" noGrp="1"/>
          </p:cNvSpPr>
          <p:nvPr/>
        </p:nvSpPr>
        <p:spPr>
          <a:xfrm xmlns:a="http://schemas.openxmlformats.org/drawingml/2006/main">
            <a:off x="609600" y="14287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5293"/>
                </a:solidFill>
                <a:latin typeface="Arial"/>
                <a:ea typeface="Arial"/>
                <a:cs typeface="Arial"/>
              </a:defRPr>
            </a:defPPr>
            <a:lvl1pPr>
              <a:defRPr sz="2700" b="1">
                <a:solidFill>
                  <a:srgbClr val="005293"/>
                </a:solidFill>
                <a:latin typeface="Arial"/>
                <a:ea typeface="Arial"/>
                <a:cs typeface="Arial"/>
              </a:defRPr>
            </a:lvl1pPr>
            <a:lvl2pPr>
              <a:defRPr sz="2700" b="1">
                <a:solidFill>
                  <a:srgbClr val="005293"/>
                </a:solidFill>
                <a:latin typeface="Arial"/>
                <a:ea typeface="Arial"/>
                <a:cs typeface="Arial"/>
              </a:defRPr>
            </a:lvl2pPr>
            <a:lvl3pPr>
              <a:defRPr sz="2700" b="1">
                <a:solidFill>
                  <a:srgbClr val="005293"/>
                </a:solidFill>
                <a:latin typeface="Arial"/>
                <a:ea typeface="Arial"/>
                <a:cs typeface="Arial"/>
              </a:defRPr>
            </a:lvl3pPr>
            <a:lvl4pPr>
              <a:defRPr sz="2700" b="1">
                <a:solidFill>
                  <a:srgbClr val="005293"/>
                </a:solidFill>
                <a:latin typeface="Arial"/>
                <a:ea typeface="Arial"/>
                <a:cs typeface="Arial"/>
              </a:defRPr>
            </a:lvl4pPr>
            <a:lvl5pPr>
              <a:defRPr sz="2700" b="1">
                <a:solidFill>
                  <a:srgbClr val="005293"/>
                </a:solidFill>
                <a:latin typeface="Arial"/>
                <a:ea typeface="Arial"/>
                <a:cs typeface="Arial"/>
              </a:defRPr>
            </a:lvl5pPr>
            <a:lvl6pPr>
              <a:defRPr sz="2700" b="1">
                <a:solidFill>
                  <a:srgbClr val="005293"/>
                </a:solidFill>
                <a:latin typeface="Arial"/>
                <a:ea typeface="Arial"/>
                <a:cs typeface="Arial"/>
              </a:defRPr>
            </a:lvl6pPr>
            <a:lvl7pPr>
              <a:defRPr sz="2700" b="1">
                <a:solidFill>
                  <a:srgbClr val="005293"/>
                </a:solidFill>
                <a:latin typeface="Arial"/>
                <a:ea typeface="Arial"/>
                <a:cs typeface="Arial"/>
              </a:defRPr>
            </a:lvl7pPr>
            <a:lvl8pPr>
              <a:defRPr sz="2700" b="1">
                <a:solidFill>
                  <a:srgbClr val="005293"/>
                </a:solidFill>
                <a:latin typeface="Arial"/>
                <a:ea typeface="Arial"/>
                <a:cs typeface="Arial"/>
              </a:defRPr>
            </a:lvl8pPr>
            <a:lvl9pPr>
              <a:defRPr sz="2700" b="1">
                <a:solidFill>
                  <a:srgbClr val="005293"/>
                </a:solidFill>
                <a:latin typeface="Arial"/>
                <a:ea typeface="Arial"/>
                <a:cs typeface="Arial"/>
              </a:defRPr>
            </a:lvl9pPr>
          </a:lstStyle>
          <a:p xmlns:a="http://schemas.openxmlformats.org/drawingml/2006/main">
            <a:pPr>
              <a:defRPr sz="2700" b="1">
                <a:solidFill>
                  <a:srgbClr val="005293"/>
                </a:solidFill>
                <a:latin typeface="Arial"/>
                <a:ea typeface="Arial"/>
                <a:cs typeface="Arial"/>
              </a:defRPr>
            </a:pPr>
            <a:r>
              <a:t>Studenten(</a:t>
            </a:r>
            <a:r>
              <a:rPr u="sng"/>
              <a:t>MatrNr</a:t>
            </a:r>
            <a:r>
              <a:t>, Name, Semester)</a:t>
            </a:r>
          </a:p>
        </p:txBody>
      </p:sp>
      <p:sp>
        <p:nvSpPr>
          <p:cNvPr id="5" name="">
            <a:extLst xmlns:a="http://schemas.openxmlformats.org/drawingml/2006/main">
              <a:ext uri="{FF2B5EF4-FFF2-40B4-BE49-F238E27FC236}">
                <a16:creationId xmlns:a16="http://schemas.microsoft.com/office/drawing/2014/main" id="{3D3061E4-2FF9-4101-8AF0-6A267002E1C3}"/>
              </a:ext>
            </a:extLst>
          </p:cNvPr>
          <p:cNvSpPr>
            <a:spLocks xmlns:a="http://schemas.openxmlformats.org/drawingml/2006/main" noGrp="1"/>
          </p:cNvSpPr>
          <p:nvPr/>
        </p:nvSpPr>
        <p:spPr>
          <a:xfrm xmlns:a="http://schemas.openxmlformats.org/drawingml/2006/main">
            <a:off x="609600" y="2305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MatrNr allein identifiziert einen Studenten.</a:t>
            </a:r>
          </a:p>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Gleiche Namen dürfen mehrfach vorkommen.</a:t>
            </a:r>
          </a:p>
        </p:txBody>
      </p:sp>
      <p:sp>
        <p:nvSpPr>
          <p:cNvPr id="6" name="">
            <a:extLst xmlns:a="http://schemas.openxmlformats.org/drawingml/2006/main">
              <a:ext uri="{FF2B5EF4-FFF2-40B4-BE49-F238E27FC236}">
                <a16:creationId xmlns:a16="http://schemas.microsoft.com/office/drawing/2014/main" id="{2BABB2EF-863E-4922-8B19-C579D547AFCB}"/>
              </a:ext>
            </a:extLst>
          </p:cNvPr>
          <p:cNvSpPr>
            <a:spLocks xmlns:a="http://schemas.openxmlformats.org/drawingml/2006/main" noGrp="1"/>
          </p:cNvSpPr>
          <p:nvPr/>
        </p:nvSpPr>
        <p:spPr>
          <a:xfrm xmlns:a="http://schemas.openxmlformats.org/drawingml/2006/main">
            <a:off x="609600" y="36290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5293"/>
                </a:solidFill>
                <a:latin typeface="Arial"/>
                <a:ea typeface="Arial"/>
                <a:cs typeface="Arial"/>
              </a:defRPr>
            </a:defPPr>
            <a:lvl1pPr>
              <a:defRPr sz="2700" b="1">
                <a:solidFill>
                  <a:srgbClr val="005293"/>
                </a:solidFill>
                <a:latin typeface="Arial"/>
                <a:ea typeface="Arial"/>
                <a:cs typeface="Arial"/>
              </a:defRPr>
            </a:lvl1pPr>
            <a:lvl2pPr>
              <a:defRPr sz="2700" b="1">
                <a:solidFill>
                  <a:srgbClr val="005293"/>
                </a:solidFill>
                <a:latin typeface="Arial"/>
                <a:ea typeface="Arial"/>
                <a:cs typeface="Arial"/>
              </a:defRPr>
            </a:lvl2pPr>
            <a:lvl3pPr>
              <a:defRPr sz="2700" b="1">
                <a:solidFill>
                  <a:srgbClr val="005293"/>
                </a:solidFill>
                <a:latin typeface="Arial"/>
                <a:ea typeface="Arial"/>
                <a:cs typeface="Arial"/>
              </a:defRPr>
            </a:lvl3pPr>
            <a:lvl4pPr>
              <a:defRPr sz="2700" b="1">
                <a:solidFill>
                  <a:srgbClr val="005293"/>
                </a:solidFill>
                <a:latin typeface="Arial"/>
                <a:ea typeface="Arial"/>
                <a:cs typeface="Arial"/>
              </a:defRPr>
            </a:lvl4pPr>
            <a:lvl5pPr>
              <a:defRPr sz="2700" b="1">
                <a:solidFill>
                  <a:srgbClr val="005293"/>
                </a:solidFill>
                <a:latin typeface="Arial"/>
                <a:ea typeface="Arial"/>
                <a:cs typeface="Arial"/>
              </a:defRPr>
            </a:lvl5pPr>
            <a:lvl6pPr>
              <a:defRPr sz="2700" b="1">
                <a:solidFill>
                  <a:srgbClr val="005293"/>
                </a:solidFill>
                <a:latin typeface="Arial"/>
                <a:ea typeface="Arial"/>
                <a:cs typeface="Arial"/>
              </a:defRPr>
            </a:lvl6pPr>
            <a:lvl7pPr>
              <a:defRPr sz="2700" b="1">
                <a:solidFill>
                  <a:srgbClr val="005293"/>
                </a:solidFill>
                <a:latin typeface="Arial"/>
                <a:ea typeface="Arial"/>
                <a:cs typeface="Arial"/>
              </a:defRPr>
            </a:lvl7pPr>
            <a:lvl8pPr>
              <a:defRPr sz="2700" b="1">
                <a:solidFill>
                  <a:srgbClr val="005293"/>
                </a:solidFill>
                <a:latin typeface="Arial"/>
                <a:ea typeface="Arial"/>
                <a:cs typeface="Arial"/>
              </a:defRPr>
            </a:lvl8pPr>
            <a:lvl9pPr>
              <a:defRPr sz="2700" b="1">
                <a:solidFill>
                  <a:srgbClr val="005293"/>
                </a:solidFill>
                <a:latin typeface="Arial"/>
                <a:ea typeface="Arial"/>
                <a:cs typeface="Arial"/>
              </a:defRPr>
            </a:lvl9pPr>
          </a:lstStyle>
          <a:p xmlns:a="http://schemas.openxmlformats.org/drawingml/2006/main">
            <a:pPr>
              <a:defRPr sz="2700" b="1">
                <a:solidFill>
                  <a:srgbClr val="005293"/>
                </a:solidFill>
                <a:latin typeface="Arial"/>
                <a:ea typeface="Arial"/>
                <a:cs typeface="Arial"/>
              </a:defRPr>
            </a:pPr>
            <a:r>
              <a:t>hören(</a:t>
            </a:r>
            <a:r>
              <a:rPr u="sng"/>
              <a:t>MatrNr</a:t>
            </a:r>
            <a:r>
              <a:t>, </a:t>
            </a:r>
            <a:r>
              <a:rPr u="sng"/>
              <a:t>VorlNr</a:t>
            </a:r>
            <a:r>
              <a:t>)</a:t>
            </a:r>
          </a:p>
        </p:txBody>
      </p:sp>
      <p:sp>
        <p:nvSpPr>
          <p:cNvPr id="7" name="">
            <a:extLst xmlns:a="http://schemas.openxmlformats.org/drawingml/2006/main">
              <a:ext uri="{FF2B5EF4-FFF2-40B4-BE49-F238E27FC236}">
                <a16:creationId xmlns:a16="http://schemas.microsoft.com/office/drawing/2014/main" id="{67FF7C4D-A682-4C2E-BC99-5BD2CDC7FE5C}"/>
              </a:ext>
            </a:extLst>
          </p:cNvPr>
          <p:cNvSpPr>
            <a:spLocks xmlns:a="http://schemas.openxmlformats.org/drawingml/2006/main" noGrp="1"/>
          </p:cNvSpPr>
          <p:nvPr/>
        </p:nvSpPr>
        <p:spPr>
          <a:xfrm xmlns:a="http://schemas.openxmlformats.org/drawingml/2006/main">
            <a:off x="609600" y="45053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Erst die Kombination (MatrNr, VorlNr) identifiziert ein Tupel.</a:t>
            </a:r>
          </a:p>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Beide Attribute unterstreichen: Sie bilden gemeinsam einen Schlüssel.</a:t>
            </a:r>
          </a:p>
        </p:txBody>
      </p:sp>
      <p:sp>
        <p:nvSpPr>
          <p:cNvPr id="8" name="">
            <a:extLst xmlns:a="http://schemas.openxmlformats.org/drawingml/2006/main">
              <a:ext uri="{FF2B5EF4-FFF2-40B4-BE49-F238E27FC236}">
                <a16:creationId xmlns:a16="http://schemas.microsoft.com/office/drawing/2014/main" id="{AE9F487F-51CC-41A3-8A77-99DF07B8D0E2}"/>
              </a:ext>
            </a:extLst>
          </p:cNvPr>
          <p:cNvSpPr>
            <a:spLocks xmlns:a="http://schemas.openxmlformats.org/drawingml/2006/main" noGrp="1"/>
          </p:cNvSpPr>
          <p:nvPr/>
        </p:nvSpPr>
        <p:spPr>
          <a:xfrm xmlns:a="http://schemas.openxmlformats.org/drawingml/2006/main">
            <a:off x="609600" y="58102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Ein Primärschlüssel ist ein ausgewählter minimaler eindeutiger Schlüssel.</a:t>
            </a:r>
          </a:p>
        </p:txBody>
      </p:sp>
    </p:spTree>
    <p:extLst>
      <p:ext uri="{BB962C8B-B14F-4D97-AF65-F5344CB8AC3E}">
        <p14:creationId xmlns:p14="http://schemas.microsoft.com/office/powerpoint/2010/main" val="21438143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148833-4D0F-4EBD-994A-E16B8A99FA24}"/>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Die Schreibweise mit { […] }</a:t>
            </a:r>
          </a:p>
        </p:txBody>
      </p:sp>
      <p:sp>
        <p:nvSpPr>
          <p:cNvPr id="2" name="">
            <a:extLst xmlns:a="http://schemas.openxmlformats.org/drawingml/2006/main">
              <a:ext uri="{FF2B5EF4-FFF2-40B4-BE49-F238E27FC236}">
                <a16:creationId xmlns:a16="http://schemas.microsoft.com/office/drawing/2014/main" id="{64C9A028-16CE-420D-9E45-79BC6835167F}"/>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B57D8774-E272-4E14-B5D0-F609A5B7B50C}"/>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2D9DC2DE-0B90-4F00-8985-6DC651BDCB49}"/>
              </a:ext>
            </a:extLst>
          </p:cNvPr>
          <p:cNvSpPr>
            <a:spLocks xmlns:a="http://schemas.openxmlformats.org/drawingml/2006/main" noGrp="1"/>
          </p:cNvSpPr>
          <p:nvPr/>
        </p:nvSpPr>
        <p:spPr>
          <a:xfrm xmlns:a="http://schemas.openxmlformats.org/drawingml/2006/main">
            <a:off x="609600" y="13620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Schema: Attributnamen und Wertebereiche</a:t>
            </a:r>
          </a:p>
        </p:txBody>
      </p:sp>
      <p:sp>
        <p:nvSpPr>
          <p:cNvPr id="5" name="">
            <a:extLst xmlns:a="http://schemas.openxmlformats.org/drawingml/2006/main">
              <a:ext uri="{FF2B5EF4-FFF2-40B4-BE49-F238E27FC236}">
                <a16:creationId xmlns:a16="http://schemas.microsoft.com/office/drawing/2014/main" id="{16FACC61-E336-4F4E-95CD-2BF0AA7AC50D}"/>
              </a:ext>
            </a:extLst>
          </p:cNvPr>
          <p:cNvSpPr>
            <a:spLocks xmlns:a="http://schemas.openxmlformats.org/drawingml/2006/main" noGrp="1"/>
          </p:cNvSpPr>
          <p:nvPr/>
        </p:nvSpPr>
        <p:spPr>
          <a:xfrm xmlns:a="http://schemas.openxmlformats.org/drawingml/2006/main">
            <a:off x="609600" y="19716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t>Züge : { [</a:t>
            </a:r>
            <a:r>
              <a:rPr u="sng"/>
              <a:t>ZugNr</a:t>
            </a:r>
            <a:r>
              <a:t>: integer, Länge: integer] }</a:t>
            </a:r>
          </a:p>
        </p:txBody>
      </p:sp>
      <p:sp>
        <p:nvSpPr>
          <p:cNvPr id="6" name="">
            <a:extLst xmlns:a="http://schemas.openxmlformats.org/drawingml/2006/main">
              <a:ext uri="{FF2B5EF4-FFF2-40B4-BE49-F238E27FC236}">
                <a16:creationId xmlns:a16="http://schemas.microsoft.com/office/drawing/2014/main" id="{B3BA6A56-6BB2-47F1-87C2-71F14EE681F4}"/>
              </a:ext>
            </a:extLst>
          </p:cNvPr>
          <p:cNvSpPr>
            <a:spLocks xmlns:a="http://schemas.openxmlformats.org/drawingml/2006/main" noGrp="1"/>
          </p:cNvSpPr>
          <p:nvPr/>
        </p:nvSpPr>
        <p:spPr>
          <a:xfrm xmlns:a="http://schemas.openxmlformats.org/drawingml/2006/main">
            <a:off x="609600" y="28956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 … ] beschreibt die Struktur eines Tupels.</a:t>
            </a:r>
          </a:p>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 … } beschreibt eine Menge solcher Tupel.</a:t>
            </a:r>
          </a:p>
        </p:txBody>
      </p:sp>
      <p:sp>
        <p:nvSpPr>
          <p:cNvPr id="7" name="">
            <a:extLst xmlns:a="http://schemas.openxmlformats.org/drawingml/2006/main">
              <a:ext uri="{FF2B5EF4-FFF2-40B4-BE49-F238E27FC236}">
                <a16:creationId xmlns:a16="http://schemas.microsoft.com/office/drawing/2014/main" id="{6B8D8689-F207-4FA8-976C-322A85C1AEC5}"/>
              </a:ext>
            </a:extLst>
          </p:cNvPr>
          <p:cNvSpPr>
            <a:spLocks xmlns:a="http://schemas.openxmlformats.org/drawingml/2006/main" noGrp="1"/>
          </p:cNvSpPr>
          <p:nvPr/>
        </p:nvSpPr>
        <p:spPr>
          <a:xfrm xmlns:a="http://schemas.openxmlformats.org/drawingml/2006/main">
            <a:off x="609600" y="41052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Ausprägung: konkrete Werte (eigenes Beispiel)</a:t>
            </a:r>
          </a:p>
        </p:txBody>
      </p:sp>
      <p:sp>
        <p:nvSpPr>
          <p:cNvPr id="8" name="">
            <a:extLst xmlns:a="http://schemas.openxmlformats.org/drawingml/2006/main">
              <a:ext uri="{FF2B5EF4-FFF2-40B4-BE49-F238E27FC236}">
                <a16:creationId xmlns:a16="http://schemas.microsoft.com/office/drawing/2014/main" id="{CE2B8D92-0538-4E11-8A4E-116189674ABD}"/>
              </a:ext>
            </a:extLst>
          </p:cNvPr>
          <p:cNvSpPr>
            <a:spLocks xmlns:a="http://schemas.openxmlformats.org/drawingml/2006/main" noGrp="1"/>
          </p:cNvSpPr>
          <p:nvPr/>
        </p:nvSpPr>
        <p:spPr>
          <a:xfrm xmlns:a="http://schemas.openxmlformats.org/drawingml/2006/main">
            <a:off x="609600" y="46577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xmlns:a="http://schemas.openxmlformats.org/drawingml/2006/main">
            <a:pPr>
              <a:defRPr sz="2400" b="1">
                <a:solidFill>
                  <a:srgbClr val="005293"/>
                </a:solidFill>
                <a:latin typeface="Arial"/>
                <a:ea typeface="Arial"/>
                <a:cs typeface="Arial"/>
              </a:defRPr>
            </a:pPr>
            <a:r>
              <a:rPr sz="2400" b="1">
                <a:solidFill>
                  <a:srgbClr val="005293"/>
                </a:solidFill>
                <a:latin typeface="Arial"/>
                <a:ea typeface="Arial"/>
                <a:cs typeface="Arial"/>
              </a:rPr>
              <a:t>Züge = { [101, 200], [102, 180] }</a:t>
            </a:r>
          </a:p>
        </p:txBody>
      </p:sp>
      <p:sp>
        <p:nvSpPr>
          <p:cNvPr id="9" name="">
            <a:extLst xmlns:a="http://schemas.openxmlformats.org/drawingml/2006/main">
              <a:ext uri="{FF2B5EF4-FFF2-40B4-BE49-F238E27FC236}">
                <a16:creationId xmlns:a16="http://schemas.microsoft.com/office/drawing/2014/main" id="{EF855546-7AE2-4F05-A4D0-BAF86183DC52}"/>
              </a:ext>
            </a:extLst>
          </p:cNvPr>
          <p:cNvSpPr>
            <a:spLocks xmlns:a="http://schemas.openxmlformats.org/drawingml/2006/main" noGrp="1"/>
          </p:cNvSpPr>
          <p:nvPr/>
        </p:nvSpPr>
        <p:spPr>
          <a:xfrm xmlns:a="http://schemas.openxmlformats.org/drawingml/2006/main">
            <a:off x="609600" y="57245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2B33"/>
                </a:solidFill>
                <a:latin typeface="Arial"/>
                <a:ea typeface="Arial"/>
                <a:cs typeface="Arial"/>
              </a:defRPr>
            </a:defPPr>
            <a:lvl1pPr>
              <a:defRPr sz="1875" b="0">
                <a:solidFill>
                  <a:srgbClr val="202B33"/>
                </a:solidFill>
                <a:latin typeface="Arial"/>
                <a:ea typeface="Arial"/>
                <a:cs typeface="Arial"/>
              </a:defRPr>
            </a:lvl1pPr>
            <a:lvl2pPr>
              <a:defRPr sz="1875" b="0">
                <a:solidFill>
                  <a:srgbClr val="202B33"/>
                </a:solidFill>
                <a:latin typeface="Arial"/>
                <a:ea typeface="Arial"/>
                <a:cs typeface="Arial"/>
              </a:defRPr>
            </a:lvl2pPr>
            <a:lvl3pPr>
              <a:defRPr sz="1875" b="0">
                <a:solidFill>
                  <a:srgbClr val="202B33"/>
                </a:solidFill>
                <a:latin typeface="Arial"/>
                <a:ea typeface="Arial"/>
                <a:cs typeface="Arial"/>
              </a:defRPr>
            </a:lvl3pPr>
            <a:lvl4pPr>
              <a:defRPr sz="1875" b="0">
                <a:solidFill>
                  <a:srgbClr val="202B33"/>
                </a:solidFill>
                <a:latin typeface="Arial"/>
                <a:ea typeface="Arial"/>
                <a:cs typeface="Arial"/>
              </a:defRPr>
            </a:lvl4pPr>
            <a:lvl5pPr>
              <a:defRPr sz="1875" b="0">
                <a:solidFill>
                  <a:srgbClr val="202B33"/>
                </a:solidFill>
                <a:latin typeface="Arial"/>
                <a:ea typeface="Arial"/>
                <a:cs typeface="Arial"/>
              </a:defRPr>
            </a:lvl5pPr>
            <a:lvl6pPr>
              <a:defRPr sz="1875" b="0">
                <a:solidFill>
                  <a:srgbClr val="202B33"/>
                </a:solidFill>
                <a:latin typeface="Arial"/>
                <a:ea typeface="Arial"/>
                <a:cs typeface="Arial"/>
              </a:defRPr>
            </a:lvl6pPr>
            <a:lvl7pPr>
              <a:defRPr sz="1875" b="0">
                <a:solidFill>
                  <a:srgbClr val="202B33"/>
                </a:solidFill>
                <a:latin typeface="Arial"/>
                <a:ea typeface="Arial"/>
                <a:cs typeface="Arial"/>
              </a:defRPr>
            </a:lvl7pPr>
            <a:lvl8pPr>
              <a:defRPr sz="1875" b="0">
                <a:solidFill>
                  <a:srgbClr val="202B33"/>
                </a:solidFill>
                <a:latin typeface="Arial"/>
                <a:ea typeface="Arial"/>
                <a:cs typeface="Arial"/>
              </a:defRPr>
            </a:lvl8pPr>
            <a:lvl9pPr>
              <a:defRPr sz="1875" b="0">
                <a:solidFill>
                  <a:srgbClr val="202B33"/>
                </a:solidFill>
                <a:latin typeface="Arial"/>
                <a:ea typeface="Arial"/>
                <a:cs typeface="Arial"/>
              </a:defRPr>
            </a:lvl9pPr>
          </a:lstStyle>
          <a:p xmlns:a="http://schemas.openxmlformats.org/drawingml/2006/main">
            <a:pPr>
              <a:defRPr sz="1875" b="0">
                <a:solidFill>
                  <a:srgbClr val="202B33"/>
                </a:solidFill>
                <a:latin typeface="Arial"/>
                <a:ea typeface="Arial"/>
                <a:cs typeface="Arial"/>
              </a:defRPr>
            </a:pPr>
            <a:r>
              <a:rPr sz="1875" b="0">
                <a:solidFill>
                  <a:srgbClr val="202B33"/>
                </a:solidFill>
                <a:latin typeface="Arial"/>
                <a:ea typeface="Arial"/>
                <a:cs typeface="Arial"/>
              </a:rPr>
              <a:t>Jede eckige Klammer enthält ein Tupel. Die äußeren Klammern umfassen die Relation.</a:t>
            </a:r>
          </a:p>
        </p:txBody>
      </p:sp>
    </p:spTree>
    <p:extLst>
      <p:ext uri="{BB962C8B-B14F-4D97-AF65-F5344CB8AC3E}">
        <p14:creationId xmlns:p14="http://schemas.microsoft.com/office/powerpoint/2010/main" val="17909167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D39A53E-9850-40E5-A18C-CB30E47C147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Eine Beziehung mit beliebig vielen Rollen</a:t>
            </a:r>
          </a:p>
        </p:txBody>
      </p:sp>
      <p:sp>
        <p:nvSpPr>
          <p:cNvPr id="2" name="">
            <a:extLst xmlns:a="http://schemas.openxmlformats.org/drawingml/2006/main">
              <a:ext uri="{FF2B5EF4-FFF2-40B4-BE49-F238E27FC236}">
                <a16:creationId xmlns:a16="http://schemas.microsoft.com/office/drawing/2014/main" id="{B747C45A-2C68-4D42-A653-7067DB20BF0C}"/>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DD4D744E-F7CE-4062-8C33-F10D92BE7821}"/>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CA10C142-432B-4D2C-B27D-138E49935E11}"/>
              </a:ext>
            </a:extLst>
          </p:cNvPr>
          <p:cNvSpPr>
            <a:spLocks xmlns:a="http://schemas.openxmlformats.org/drawingml/2006/main" noGrp="1"/>
          </p:cNvSpPr>
          <p:nvPr/>
        </p:nvSpPr>
        <p:spPr>
          <a:xfrm xmlns:a="http://schemas.openxmlformats.org/drawingml/2006/main">
            <a:off x="4953000" y="1428750"/>
            <a:ext cx="2286000"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5" name="">
            <a:extLst xmlns:a="http://schemas.openxmlformats.org/drawingml/2006/main">
              <a:ext uri="{FF2B5EF4-FFF2-40B4-BE49-F238E27FC236}">
                <a16:creationId xmlns:a16="http://schemas.microsoft.com/office/drawing/2014/main" id="{8C882AA5-CC18-43AE-B321-204F0D2AB2B4}"/>
              </a:ext>
            </a:extLst>
          </p:cNvPr>
          <p:cNvSpPr>
            <a:spLocks xmlns:a="http://schemas.openxmlformats.org/drawingml/2006/main" noGrp="1"/>
          </p:cNvSpPr>
          <p:nvPr/>
        </p:nvSpPr>
        <p:spPr>
          <a:xfrm xmlns:a="http://schemas.openxmlformats.org/drawingml/2006/main">
            <a:off x="5029200" y="159067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E₁</a:t>
            </a:r>
          </a:p>
        </p:txBody>
      </p:sp>
      <p:sp>
        <p:nvSpPr>
          <p:cNvPr id="6" name="">
            <a:extLst xmlns:a="http://schemas.openxmlformats.org/drawingml/2006/main">
              <a:ext uri="{FF2B5EF4-FFF2-40B4-BE49-F238E27FC236}">
                <a16:creationId xmlns:a16="http://schemas.microsoft.com/office/drawing/2014/main" id="{A04814CC-E153-44DC-A894-BD2AA6F127CD}"/>
              </a:ext>
            </a:extLst>
          </p:cNvPr>
          <p:cNvSpPr>
            <a:spLocks xmlns:a="http://schemas.openxmlformats.org/drawingml/2006/main" noGrp="1"/>
          </p:cNvSpPr>
          <p:nvPr/>
        </p:nvSpPr>
        <p:spPr>
          <a:xfrm xmlns:a="http://schemas.openxmlformats.org/drawingml/2006/main">
            <a:off x="9239250" y="2667000"/>
            <a:ext cx="2333625"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7" name="">
            <a:extLst xmlns:a="http://schemas.openxmlformats.org/drawingml/2006/main">
              <a:ext uri="{FF2B5EF4-FFF2-40B4-BE49-F238E27FC236}">
                <a16:creationId xmlns:a16="http://schemas.microsoft.com/office/drawing/2014/main" id="{C56C981F-23C6-4E77-9808-A4933FD6CCBC}"/>
              </a:ext>
            </a:extLst>
          </p:cNvPr>
          <p:cNvSpPr>
            <a:spLocks xmlns:a="http://schemas.openxmlformats.org/drawingml/2006/main" noGrp="1"/>
          </p:cNvSpPr>
          <p:nvPr/>
        </p:nvSpPr>
        <p:spPr>
          <a:xfrm xmlns:a="http://schemas.openxmlformats.org/drawingml/2006/main">
            <a:off x="9315450" y="2828925"/>
            <a:ext cx="2181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E₂</a:t>
            </a:r>
          </a:p>
        </p:txBody>
      </p:sp>
      <p:sp>
        <p:nvSpPr>
          <p:cNvPr id="8" name="">
            <a:extLst xmlns:a="http://schemas.openxmlformats.org/drawingml/2006/main">
              <a:ext uri="{FF2B5EF4-FFF2-40B4-BE49-F238E27FC236}">
                <a16:creationId xmlns:a16="http://schemas.microsoft.com/office/drawing/2014/main" id="{24E37E18-59A9-473B-B87E-CD340B02F613}"/>
              </a:ext>
            </a:extLst>
          </p:cNvPr>
          <p:cNvSpPr>
            <a:spLocks xmlns:a="http://schemas.openxmlformats.org/drawingml/2006/main" noGrp="1"/>
          </p:cNvSpPr>
          <p:nvPr/>
        </p:nvSpPr>
        <p:spPr>
          <a:xfrm xmlns:a="http://schemas.openxmlformats.org/drawingml/2006/main">
            <a:off x="4953000" y="4191000"/>
            <a:ext cx="2286000"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9" name="">
            <a:extLst xmlns:a="http://schemas.openxmlformats.org/drawingml/2006/main">
              <a:ext uri="{FF2B5EF4-FFF2-40B4-BE49-F238E27FC236}">
                <a16:creationId xmlns:a16="http://schemas.microsoft.com/office/drawing/2014/main" id="{407DEF3E-BEA1-44D1-A241-83D19F29C34A}"/>
              </a:ext>
            </a:extLst>
          </p:cNvPr>
          <p:cNvSpPr>
            <a:spLocks xmlns:a="http://schemas.openxmlformats.org/drawingml/2006/main" noGrp="1"/>
          </p:cNvSpPr>
          <p:nvPr/>
        </p:nvSpPr>
        <p:spPr>
          <a:xfrm xmlns:a="http://schemas.openxmlformats.org/drawingml/2006/main">
            <a:off x="5029200" y="435292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Eᵢ</a:t>
            </a:r>
          </a:p>
        </p:txBody>
      </p:sp>
      <p:sp>
        <p:nvSpPr>
          <p:cNvPr id="10" name="">
            <a:extLst xmlns:a="http://schemas.openxmlformats.org/drawingml/2006/main">
              <a:ext uri="{FF2B5EF4-FFF2-40B4-BE49-F238E27FC236}">
                <a16:creationId xmlns:a16="http://schemas.microsoft.com/office/drawing/2014/main" id="{5BF54008-5AEE-42DA-BF7F-719FD384D65F}"/>
              </a:ext>
            </a:extLst>
          </p:cNvPr>
          <p:cNvSpPr>
            <a:spLocks xmlns:a="http://schemas.openxmlformats.org/drawingml/2006/main" noGrp="1"/>
          </p:cNvSpPr>
          <p:nvPr/>
        </p:nvSpPr>
        <p:spPr>
          <a:xfrm xmlns:a="http://schemas.openxmlformats.org/drawingml/2006/main">
            <a:off x="609600" y="2667000"/>
            <a:ext cx="2333625"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11" name="">
            <a:extLst xmlns:a="http://schemas.openxmlformats.org/drawingml/2006/main">
              <a:ext uri="{FF2B5EF4-FFF2-40B4-BE49-F238E27FC236}">
                <a16:creationId xmlns:a16="http://schemas.microsoft.com/office/drawing/2014/main" id="{BA5CA354-F882-4581-928E-06CD5A434BFA}"/>
              </a:ext>
            </a:extLst>
          </p:cNvPr>
          <p:cNvSpPr>
            <a:spLocks xmlns:a="http://schemas.openxmlformats.org/drawingml/2006/main" noGrp="1"/>
          </p:cNvSpPr>
          <p:nvPr/>
        </p:nvSpPr>
        <p:spPr>
          <a:xfrm xmlns:a="http://schemas.openxmlformats.org/drawingml/2006/main">
            <a:off x="685800" y="2828925"/>
            <a:ext cx="2181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Eₙ</a:t>
            </a:r>
          </a:p>
        </p:txBody>
      </p:sp>
      <p:sp>
        <p:nvSpPr>
          <p:cNvPr id="12" name="">
            <a:extLst xmlns:a="http://schemas.openxmlformats.org/drawingml/2006/main">
              <a:ext uri="{FF2B5EF4-FFF2-40B4-BE49-F238E27FC236}">
                <a16:creationId xmlns:a16="http://schemas.microsoft.com/office/drawing/2014/main" id="{78EA284C-70C2-4919-B36B-AAB57E19BD46}"/>
              </a:ext>
            </a:extLst>
          </p:cNvPr>
          <p:cNvSpPr>
            <a:spLocks xmlns:a="http://schemas.openxmlformats.org/drawingml/2006/main" noGrp="1"/>
          </p:cNvSpPr>
          <p:nvPr/>
        </p:nvSpPr>
        <p:spPr>
          <a:xfrm xmlns:a="http://schemas.openxmlformats.org/drawingml/2006/main">
            <a:off x="5143500" y="2476500"/>
            <a:ext cx="1905000" cy="1047750"/>
          </a:xfrm>
          <a:prstGeom xmlns:a="http://schemas.openxmlformats.org/drawingml/2006/main" prst="diamond">
            <a:avLst/>
          </a:prstGeom>
          <a:solidFill xmlns:a="http://schemas.openxmlformats.org/drawingml/2006/main">
            <a:srgbClr val="FFFFFF"/>
          </a:solidFill>
          <a:ln xmlns:a="http://schemas.openxmlformats.org/drawingml/2006/main" w="19050">
            <a:solidFill>
              <a:srgbClr val="005293"/>
            </a:solidFill>
          </a:ln>
        </p:spPr>
      </p:sp>
      <p:sp>
        <p:nvSpPr>
          <p:cNvPr id="13" name="">
            <a:extLst xmlns:a="http://schemas.openxmlformats.org/drawingml/2006/main">
              <a:ext uri="{FF2B5EF4-FFF2-40B4-BE49-F238E27FC236}">
                <a16:creationId xmlns:a16="http://schemas.microsoft.com/office/drawing/2014/main" id="{458B3869-F456-4A19-BD7B-6F3F656F40C8}"/>
              </a:ext>
            </a:extLst>
          </p:cNvPr>
          <p:cNvSpPr>
            <a:spLocks xmlns:a="http://schemas.openxmlformats.org/drawingml/2006/main" noGrp="1"/>
          </p:cNvSpPr>
          <p:nvPr/>
        </p:nvSpPr>
        <p:spPr>
          <a:xfrm xmlns:a="http://schemas.openxmlformats.org/drawingml/2006/main">
            <a:off x="5524500" y="28003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775" b="1">
                <a:solidFill>
                  <a:srgbClr val="005293"/>
                </a:solidFill>
                <a:latin typeface="Arial"/>
                <a:ea typeface="Arial"/>
                <a:cs typeface="Arial"/>
              </a:defRPr>
            </a:defPPr>
            <a:lvl1pPr algn="ctr">
              <a:defRPr sz="2775" b="1">
                <a:solidFill>
                  <a:srgbClr val="005293"/>
                </a:solidFill>
                <a:latin typeface="Arial"/>
                <a:ea typeface="Arial"/>
                <a:cs typeface="Arial"/>
              </a:defRPr>
            </a:lvl1pPr>
            <a:lvl2pPr algn="ctr">
              <a:defRPr sz="2775" b="1">
                <a:solidFill>
                  <a:srgbClr val="005293"/>
                </a:solidFill>
                <a:latin typeface="Arial"/>
                <a:ea typeface="Arial"/>
                <a:cs typeface="Arial"/>
              </a:defRPr>
            </a:lvl2pPr>
            <a:lvl3pPr algn="ctr">
              <a:defRPr sz="2775" b="1">
                <a:solidFill>
                  <a:srgbClr val="005293"/>
                </a:solidFill>
                <a:latin typeface="Arial"/>
                <a:ea typeface="Arial"/>
                <a:cs typeface="Arial"/>
              </a:defRPr>
            </a:lvl3pPr>
            <a:lvl4pPr algn="ctr">
              <a:defRPr sz="2775" b="1">
                <a:solidFill>
                  <a:srgbClr val="005293"/>
                </a:solidFill>
                <a:latin typeface="Arial"/>
                <a:ea typeface="Arial"/>
                <a:cs typeface="Arial"/>
              </a:defRPr>
            </a:lvl4pPr>
            <a:lvl5pPr algn="ctr">
              <a:defRPr sz="2775" b="1">
                <a:solidFill>
                  <a:srgbClr val="005293"/>
                </a:solidFill>
                <a:latin typeface="Arial"/>
                <a:ea typeface="Arial"/>
                <a:cs typeface="Arial"/>
              </a:defRPr>
            </a:lvl5pPr>
            <a:lvl6pPr algn="ctr">
              <a:defRPr sz="2775" b="1">
                <a:solidFill>
                  <a:srgbClr val="005293"/>
                </a:solidFill>
                <a:latin typeface="Arial"/>
                <a:ea typeface="Arial"/>
                <a:cs typeface="Arial"/>
              </a:defRPr>
            </a:lvl6pPr>
            <a:lvl7pPr algn="ctr">
              <a:defRPr sz="2775" b="1">
                <a:solidFill>
                  <a:srgbClr val="005293"/>
                </a:solidFill>
                <a:latin typeface="Arial"/>
                <a:ea typeface="Arial"/>
                <a:cs typeface="Arial"/>
              </a:defRPr>
            </a:lvl7pPr>
            <a:lvl8pPr algn="ctr">
              <a:defRPr sz="2775" b="1">
                <a:solidFill>
                  <a:srgbClr val="005293"/>
                </a:solidFill>
                <a:latin typeface="Arial"/>
                <a:ea typeface="Arial"/>
                <a:cs typeface="Arial"/>
              </a:defRPr>
            </a:lvl8pPr>
            <a:lvl9pPr algn="ctr">
              <a:defRPr sz="2775" b="1">
                <a:solidFill>
                  <a:srgbClr val="005293"/>
                </a:solidFill>
                <a:latin typeface="Arial"/>
                <a:ea typeface="Arial"/>
                <a:cs typeface="Arial"/>
              </a:defRPr>
            </a:lvl9pPr>
          </a:lstStyle>
          <a:p xmlns:a="http://schemas.openxmlformats.org/drawingml/2006/main">
            <a:pPr algn="ctr">
              <a:defRPr sz="2775" b="1">
                <a:solidFill>
                  <a:srgbClr val="005293"/>
                </a:solidFill>
                <a:latin typeface="Arial"/>
                <a:ea typeface="Arial"/>
                <a:cs typeface="Arial"/>
              </a:defRPr>
            </a:pPr>
            <a:r>
              <a:rPr sz="2775" b="1">
                <a:solidFill>
                  <a:srgbClr val="005293"/>
                </a:solidFill>
                <a:latin typeface="Arial"/>
                <a:ea typeface="Arial"/>
                <a:cs typeface="Arial"/>
              </a:rPr>
              <a:t>R</a:t>
            </a:r>
          </a:p>
        </p:txBody>
      </p:sp>
      <p:sp>
        <p:nvSpPr>
          <p:cNvPr id="14" name="">
            <a:extLst xmlns:a="http://schemas.openxmlformats.org/drawingml/2006/main">
              <a:ext uri="{FF2B5EF4-FFF2-40B4-BE49-F238E27FC236}">
                <a16:creationId xmlns:a16="http://schemas.microsoft.com/office/drawing/2014/main" id="{AF8AFF52-F62A-4732-A92C-6514C205F378}"/>
              </a:ext>
            </a:extLst>
          </p:cNvPr>
          <p:cNvSpPr>
            <a:spLocks xmlns:a="http://schemas.openxmlformats.org/drawingml/2006/main" noGrp="1"/>
          </p:cNvSpPr>
          <p:nvPr/>
        </p:nvSpPr>
        <p:spPr>
          <a:xfrm xmlns:a="http://schemas.openxmlformats.org/drawingml/2006/main" flipH="0" flipV="0">
            <a:off x="6096000" y="2095500"/>
            <a:ext cx="0" cy="38100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5" name="">
            <a:extLst xmlns:a="http://schemas.openxmlformats.org/drawingml/2006/main">
              <a:ext uri="{FF2B5EF4-FFF2-40B4-BE49-F238E27FC236}">
                <a16:creationId xmlns:a16="http://schemas.microsoft.com/office/drawing/2014/main" id="{D738E4C4-64A2-4BC8-9B80-E79474DB4ECA}"/>
              </a:ext>
            </a:extLst>
          </p:cNvPr>
          <p:cNvSpPr>
            <a:spLocks xmlns:a="http://schemas.openxmlformats.org/drawingml/2006/main" noGrp="1"/>
          </p:cNvSpPr>
          <p:nvPr/>
        </p:nvSpPr>
        <p:spPr>
          <a:xfrm xmlns:a="http://schemas.openxmlformats.org/drawingml/2006/main" flipH="0" flipV="0">
            <a:off x="7048500" y="3000375"/>
            <a:ext cx="2190750" cy="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6" name="">
            <a:extLst xmlns:a="http://schemas.openxmlformats.org/drawingml/2006/main">
              <a:ext uri="{FF2B5EF4-FFF2-40B4-BE49-F238E27FC236}">
                <a16:creationId xmlns:a16="http://schemas.microsoft.com/office/drawing/2014/main" id="{11248184-979D-401D-8804-4494D78B99DF}"/>
              </a:ext>
            </a:extLst>
          </p:cNvPr>
          <p:cNvSpPr>
            <a:spLocks xmlns:a="http://schemas.openxmlformats.org/drawingml/2006/main" noGrp="1"/>
          </p:cNvSpPr>
          <p:nvPr/>
        </p:nvSpPr>
        <p:spPr>
          <a:xfrm xmlns:a="http://schemas.openxmlformats.org/drawingml/2006/main" flipH="0" flipV="0">
            <a:off x="6096000" y="3524250"/>
            <a:ext cx="0" cy="66675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7" name="">
            <a:extLst xmlns:a="http://schemas.openxmlformats.org/drawingml/2006/main">
              <a:ext uri="{FF2B5EF4-FFF2-40B4-BE49-F238E27FC236}">
                <a16:creationId xmlns:a16="http://schemas.microsoft.com/office/drawing/2014/main" id="{FDD8619D-6239-40CA-B780-956B9772F051}"/>
              </a:ext>
            </a:extLst>
          </p:cNvPr>
          <p:cNvSpPr>
            <a:spLocks xmlns:a="http://schemas.openxmlformats.org/drawingml/2006/main" noGrp="1"/>
          </p:cNvSpPr>
          <p:nvPr/>
        </p:nvSpPr>
        <p:spPr>
          <a:xfrm xmlns:a="http://schemas.openxmlformats.org/drawingml/2006/main" flipH="0" flipV="0">
            <a:off x="2943225" y="3000375"/>
            <a:ext cx="2200275" cy="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8" name="">
            <a:extLst xmlns:a="http://schemas.openxmlformats.org/drawingml/2006/main">
              <a:ext uri="{FF2B5EF4-FFF2-40B4-BE49-F238E27FC236}">
                <a16:creationId xmlns:a16="http://schemas.microsoft.com/office/drawing/2014/main" id="{4C03ECA9-631B-44A8-AC7E-489D47781B60}"/>
              </a:ext>
            </a:extLst>
          </p:cNvPr>
          <p:cNvSpPr>
            <a:spLocks xmlns:a="http://schemas.openxmlformats.org/drawingml/2006/main" noGrp="1"/>
          </p:cNvSpPr>
          <p:nvPr/>
        </p:nvSpPr>
        <p:spPr>
          <a:xfrm xmlns:a="http://schemas.openxmlformats.org/drawingml/2006/main">
            <a:off x="6391275" y="21336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k₁</a:t>
            </a:r>
          </a:p>
        </p:txBody>
      </p:sp>
      <p:sp>
        <p:nvSpPr>
          <p:cNvPr id="19" name="">
            <a:extLst xmlns:a="http://schemas.openxmlformats.org/drawingml/2006/main">
              <a:ext uri="{FF2B5EF4-FFF2-40B4-BE49-F238E27FC236}">
                <a16:creationId xmlns:a16="http://schemas.microsoft.com/office/drawing/2014/main" id="{C07369D2-A7C7-475B-9E3A-15ADADB9CEBD}"/>
              </a:ext>
            </a:extLst>
          </p:cNvPr>
          <p:cNvSpPr>
            <a:spLocks xmlns:a="http://schemas.openxmlformats.org/drawingml/2006/main" noGrp="1"/>
          </p:cNvSpPr>
          <p:nvPr/>
        </p:nvSpPr>
        <p:spPr>
          <a:xfrm xmlns:a="http://schemas.openxmlformats.org/drawingml/2006/main">
            <a:off x="7572375" y="25717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k₂</a:t>
            </a:r>
          </a:p>
        </p:txBody>
      </p:sp>
      <p:sp>
        <p:nvSpPr>
          <p:cNvPr id="20" name="">
            <a:extLst xmlns:a="http://schemas.openxmlformats.org/drawingml/2006/main">
              <a:ext uri="{FF2B5EF4-FFF2-40B4-BE49-F238E27FC236}">
                <a16:creationId xmlns:a16="http://schemas.microsoft.com/office/drawing/2014/main" id="{26BF5F6F-A544-4EB4-B67D-95898ABDB453}"/>
              </a:ext>
            </a:extLst>
          </p:cNvPr>
          <p:cNvSpPr>
            <a:spLocks xmlns:a="http://schemas.openxmlformats.org/drawingml/2006/main" noGrp="1"/>
          </p:cNvSpPr>
          <p:nvPr/>
        </p:nvSpPr>
        <p:spPr>
          <a:xfrm xmlns:a="http://schemas.openxmlformats.org/drawingml/2006/main">
            <a:off x="6400800" y="37433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kᵢ</a:t>
            </a:r>
          </a:p>
        </p:txBody>
      </p:sp>
      <p:sp>
        <p:nvSpPr>
          <p:cNvPr id="21" name="">
            <a:extLst xmlns:a="http://schemas.openxmlformats.org/drawingml/2006/main">
              <a:ext uri="{FF2B5EF4-FFF2-40B4-BE49-F238E27FC236}">
                <a16:creationId xmlns:a16="http://schemas.microsoft.com/office/drawing/2014/main" id="{39B24C04-FACD-4AD0-BA2D-5515208931CB}"/>
              </a:ext>
            </a:extLst>
          </p:cNvPr>
          <p:cNvSpPr>
            <a:spLocks xmlns:a="http://schemas.openxmlformats.org/drawingml/2006/main" noGrp="1"/>
          </p:cNvSpPr>
          <p:nvPr/>
        </p:nvSpPr>
        <p:spPr>
          <a:xfrm xmlns:a="http://schemas.openxmlformats.org/drawingml/2006/main">
            <a:off x="3333750" y="25717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kₙ</a:t>
            </a:r>
          </a:p>
        </p:txBody>
      </p:sp>
      <p:sp>
        <p:nvSpPr>
          <p:cNvPr id="22" name="">
            <a:extLst xmlns:a="http://schemas.openxmlformats.org/drawingml/2006/main">
              <a:ext uri="{FF2B5EF4-FFF2-40B4-BE49-F238E27FC236}">
                <a16:creationId xmlns:a16="http://schemas.microsoft.com/office/drawing/2014/main" id="{693497AF-0CB3-49CA-A69B-3D4739AF4CDC}"/>
              </a:ext>
            </a:extLst>
          </p:cNvPr>
          <p:cNvSpPr>
            <a:spLocks xmlns:a="http://schemas.openxmlformats.org/drawingml/2006/main" noGrp="1"/>
          </p:cNvSpPr>
          <p:nvPr/>
        </p:nvSpPr>
        <p:spPr>
          <a:xfrm xmlns:a="http://schemas.openxmlformats.org/drawingml/2006/main">
            <a:off x="3762375" y="18669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596773"/>
                </a:solidFill>
                <a:latin typeface="Arial"/>
                <a:ea typeface="Arial"/>
                <a:cs typeface="Arial"/>
              </a:defRPr>
            </a:defPPr>
            <a:lvl1pPr>
              <a:defRPr sz="2925" b="0">
                <a:solidFill>
                  <a:srgbClr val="596773"/>
                </a:solidFill>
                <a:latin typeface="Arial"/>
                <a:ea typeface="Arial"/>
                <a:cs typeface="Arial"/>
              </a:defRPr>
            </a:lvl1pPr>
            <a:lvl2pPr>
              <a:defRPr sz="2925" b="0">
                <a:solidFill>
                  <a:srgbClr val="596773"/>
                </a:solidFill>
                <a:latin typeface="Arial"/>
                <a:ea typeface="Arial"/>
                <a:cs typeface="Arial"/>
              </a:defRPr>
            </a:lvl2pPr>
            <a:lvl3pPr>
              <a:defRPr sz="2925" b="0">
                <a:solidFill>
                  <a:srgbClr val="596773"/>
                </a:solidFill>
                <a:latin typeface="Arial"/>
                <a:ea typeface="Arial"/>
                <a:cs typeface="Arial"/>
              </a:defRPr>
            </a:lvl3pPr>
            <a:lvl4pPr>
              <a:defRPr sz="2925" b="0">
                <a:solidFill>
                  <a:srgbClr val="596773"/>
                </a:solidFill>
                <a:latin typeface="Arial"/>
                <a:ea typeface="Arial"/>
                <a:cs typeface="Arial"/>
              </a:defRPr>
            </a:lvl4pPr>
            <a:lvl5pPr>
              <a:defRPr sz="2925" b="0">
                <a:solidFill>
                  <a:srgbClr val="596773"/>
                </a:solidFill>
                <a:latin typeface="Arial"/>
                <a:ea typeface="Arial"/>
                <a:cs typeface="Arial"/>
              </a:defRPr>
            </a:lvl5pPr>
            <a:lvl6pPr>
              <a:defRPr sz="2925" b="0">
                <a:solidFill>
                  <a:srgbClr val="596773"/>
                </a:solidFill>
                <a:latin typeface="Arial"/>
                <a:ea typeface="Arial"/>
                <a:cs typeface="Arial"/>
              </a:defRPr>
            </a:lvl6pPr>
            <a:lvl7pPr>
              <a:defRPr sz="2925" b="0">
                <a:solidFill>
                  <a:srgbClr val="596773"/>
                </a:solidFill>
                <a:latin typeface="Arial"/>
                <a:ea typeface="Arial"/>
                <a:cs typeface="Arial"/>
              </a:defRPr>
            </a:lvl7pPr>
            <a:lvl8pPr>
              <a:defRPr sz="2925" b="0">
                <a:solidFill>
                  <a:srgbClr val="596773"/>
                </a:solidFill>
                <a:latin typeface="Arial"/>
                <a:ea typeface="Arial"/>
                <a:cs typeface="Arial"/>
              </a:defRPr>
            </a:lvl8pPr>
            <a:lvl9pPr>
              <a:defRPr sz="2925" b="0">
                <a:solidFill>
                  <a:srgbClr val="596773"/>
                </a:solidFill>
                <a:latin typeface="Arial"/>
                <a:ea typeface="Arial"/>
                <a:cs typeface="Arial"/>
              </a:defRPr>
            </a:lvl9pPr>
          </a:lstStyle>
          <a:p xmlns:a="http://schemas.openxmlformats.org/drawingml/2006/main">
            <a:pPr>
              <a:defRPr sz="2925" b="0">
                <a:solidFill>
                  <a:srgbClr val="596773"/>
                </a:solidFill>
                <a:latin typeface="Arial"/>
                <a:ea typeface="Arial"/>
                <a:cs typeface="Arial"/>
              </a:defRPr>
            </a:pPr>
            <a:r>
              <a:rPr sz="2925" b="0">
                <a:solidFill>
                  <a:srgbClr val="596773"/>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958EC18A-401B-4C31-82AE-BC563E4774A8}"/>
              </a:ext>
            </a:extLst>
          </p:cNvPr>
          <p:cNvSpPr>
            <a:spLocks xmlns:a="http://schemas.openxmlformats.org/drawingml/2006/main" noGrp="1"/>
          </p:cNvSpPr>
          <p:nvPr/>
        </p:nvSpPr>
        <p:spPr>
          <a:xfrm xmlns:a="http://schemas.openxmlformats.org/drawingml/2006/main">
            <a:off x="7848600" y="38576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596773"/>
                </a:solidFill>
                <a:latin typeface="Arial"/>
                <a:ea typeface="Arial"/>
                <a:cs typeface="Arial"/>
              </a:defRPr>
            </a:defPPr>
            <a:lvl1pPr>
              <a:defRPr sz="2925" b="0">
                <a:solidFill>
                  <a:srgbClr val="596773"/>
                </a:solidFill>
                <a:latin typeface="Arial"/>
                <a:ea typeface="Arial"/>
                <a:cs typeface="Arial"/>
              </a:defRPr>
            </a:lvl1pPr>
            <a:lvl2pPr>
              <a:defRPr sz="2925" b="0">
                <a:solidFill>
                  <a:srgbClr val="596773"/>
                </a:solidFill>
                <a:latin typeface="Arial"/>
                <a:ea typeface="Arial"/>
                <a:cs typeface="Arial"/>
              </a:defRPr>
            </a:lvl2pPr>
            <a:lvl3pPr>
              <a:defRPr sz="2925" b="0">
                <a:solidFill>
                  <a:srgbClr val="596773"/>
                </a:solidFill>
                <a:latin typeface="Arial"/>
                <a:ea typeface="Arial"/>
                <a:cs typeface="Arial"/>
              </a:defRPr>
            </a:lvl3pPr>
            <a:lvl4pPr>
              <a:defRPr sz="2925" b="0">
                <a:solidFill>
                  <a:srgbClr val="596773"/>
                </a:solidFill>
                <a:latin typeface="Arial"/>
                <a:ea typeface="Arial"/>
                <a:cs typeface="Arial"/>
              </a:defRPr>
            </a:lvl4pPr>
            <a:lvl5pPr>
              <a:defRPr sz="2925" b="0">
                <a:solidFill>
                  <a:srgbClr val="596773"/>
                </a:solidFill>
                <a:latin typeface="Arial"/>
                <a:ea typeface="Arial"/>
                <a:cs typeface="Arial"/>
              </a:defRPr>
            </a:lvl5pPr>
            <a:lvl6pPr>
              <a:defRPr sz="2925" b="0">
                <a:solidFill>
                  <a:srgbClr val="596773"/>
                </a:solidFill>
                <a:latin typeface="Arial"/>
                <a:ea typeface="Arial"/>
                <a:cs typeface="Arial"/>
              </a:defRPr>
            </a:lvl6pPr>
            <a:lvl7pPr>
              <a:defRPr sz="2925" b="0">
                <a:solidFill>
                  <a:srgbClr val="596773"/>
                </a:solidFill>
                <a:latin typeface="Arial"/>
                <a:ea typeface="Arial"/>
                <a:cs typeface="Arial"/>
              </a:defRPr>
            </a:lvl7pPr>
            <a:lvl8pPr>
              <a:defRPr sz="2925" b="0">
                <a:solidFill>
                  <a:srgbClr val="596773"/>
                </a:solidFill>
                <a:latin typeface="Arial"/>
                <a:ea typeface="Arial"/>
                <a:cs typeface="Arial"/>
              </a:defRPr>
            </a:lvl8pPr>
            <a:lvl9pPr>
              <a:defRPr sz="2925" b="0">
                <a:solidFill>
                  <a:srgbClr val="596773"/>
                </a:solidFill>
                <a:latin typeface="Arial"/>
                <a:ea typeface="Arial"/>
                <a:cs typeface="Arial"/>
              </a:defRPr>
            </a:lvl9pPr>
          </a:lstStyle>
          <a:p xmlns:a="http://schemas.openxmlformats.org/drawingml/2006/main">
            <a:pPr>
              <a:defRPr sz="2925" b="0">
                <a:solidFill>
                  <a:srgbClr val="596773"/>
                </a:solidFill>
                <a:latin typeface="Arial"/>
                <a:ea typeface="Arial"/>
                <a:cs typeface="Arial"/>
              </a:defRPr>
            </a:pPr>
            <a:r>
              <a:rPr sz="2925" b="0">
                <a:solidFill>
                  <a:srgbClr val="5967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4D17F125-2089-4B6B-8F70-55B62D9F7222}"/>
              </a:ext>
            </a:extLst>
          </p:cNvPr>
          <p:cNvSpPr>
            <a:spLocks xmlns:a="http://schemas.openxmlformats.org/drawingml/2006/main" noGrp="1"/>
          </p:cNvSpPr>
          <p:nvPr/>
        </p:nvSpPr>
        <p:spPr>
          <a:xfrm xmlns:a="http://schemas.openxmlformats.org/drawingml/2006/main">
            <a:off x="609600" y="52673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05293"/>
                </a:solidFill>
                <a:latin typeface="Arial"/>
                <a:ea typeface="Arial"/>
                <a:cs typeface="Arial"/>
              </a:defRPr>
            </a:defPPr>
            <a:lvl1pPr>
              <a:defRPr sz="2850" b="1">
                <a:solidFill>
                  <a:srgbClr val="005293"/>
                </a:solidFill>
                <a:latin typeface="Arial"/>
                <a:ea typeface="Arial"/>
                <a:cs typeface="Arial"/>
              </a:defRPr>
            </a:lvl1pPr>
            <a:lvl2pPr>
              <a:defRPr sz="2850" b="1">
                <a:solidFill>
                  <a:srgbClr val="005293"/>
                </a:solidFill>
                <a:latin typeface="Arial"/>
                <a:ea typeface="Arial"/>
                <a:cs typeface="Arial"/>
              </a:defRPr>
            </a:lvl2pPr>
            <a:lvl3pPr>
              <a:defRPr sz="2850" b="1">
                <a:solidFill>
                  <a:srgbClr val="005293"/>
                </a:solidFill>
                <a:latin typeface="Arial"/>
                <a:ea typeface="Arial"/>
                <a:cs typeface="Arial"/>
              </a:defRPr>
            </a:lvl3pPr>
            <a:lvl4pPr>
              <a:defRPr sz="2850" b="1">
                <a:solidFill>
                  <a:srgbClr val="005293"/>
                </a:solidFill>
                <a:latin typeface="Arial"/>
                <a:ea typeface="Arial"/>
                <a:cs typeface="Arial"/>
              </a:defRPr>
            </a:lvl4pPr>
            <a:lvl5pPr>
              <a:defRPr sz="2850" b="1">
                <a:solidFill>
                  <a:srgbClr val="005293"/>
                </a:solidFill>
                <a:latin typeface="Arial"/>
                <a:ea typeface="Arial"/>
                <a:cs typeface="Arial"/>
              </a:defRPr>
            </a:lvl5pPr>
            <a:lvl6pPr>
              <a:defRPr sz="2850" b="1">
                <a:solidFill>
                  <a:srgbClr val="005293"/>
                </a:solidFill>
                <a:latin typeface="Arial"/>
                <a:ea typeface="Arial"/>
                <a:cs typeface="Arial"/>
              </a:defRPr>
            </a:lvl6pPr>
            <a:lvl7pPr>
              <a:defRPr sz="2850" b="1">
                <a:solidFill>
                  <a:srgbClr val="005293"/>
                </a:solidFill>
                <a:latin typeface="Arial"/>
                <a:ea typeface="Arial"/>
                <a:cs typeface="Arial"/>
              </a:defRPr>
            </a:lvl7pPr>
            <a:lvl8pPr>
              <a:defRPr sz="2850" b="1">
                <a:solidFill>
                  <a:srgbClr val="005293"/>
                </a:solidFill>
                <a:latin typeface="Arial"/>
                <a:ea typeface="Arial"/>
                <a:cs typeface="Arial"/>
              </a:defRPr>
            </a:lvl8pPr>
            <a:lvl9pPr>
              <a:defRPr sz="2850" b="1">
                <a:solidFill>
                  <a:srgbClr val="005293"/>
                </a:solidFill>
                <a:latin typeface="Arial"/>
                <a:ea typeface="Arial"/>
                <a:cs typeface="Arial"/>
              </a:defRPr>
            </a:lvl9pPr>
          </a:lstStyle>
          <a:p xmlns:a="http://schemas.openxmlformats.org/drawingml/2006/main">
            <a:pPr>
              <a:defRPr sz="2850" b="1">
                <a:solidFill>
                  <a:srgbClr val="005293"/>
                </a:solidFill>
                <a:latin typeface="Arial"/>
                <a:ea typeface="Arial"/>
                <a:cs typeface="Arial"/>
              </a:defRPr>
            </a:pPr>
            <a:r>
              <a:rPr sz="2850" b="1">
                <a:solidFill>
                  <a:srgbClr val="005293"/>
                </a:solidFill>
                <a:latin typeface="Arial"/>
                <a:ea typeface="Arial"/>
                <a:cs typeface="Arial"/>
              </a:rPr>
              <a:t>R ⊆ E₁ × E₂ × … × Eₙ</a:t>
            </a:r>
          </a:p>
        </p:txBody>
      </p:sp>
      <p:sp>
        <p:nvSpPr>
          <p:cNvPr id="25" name="">
            <a:extLst xmlns:a="http://schemas.openxmlformats.org/drawingml/2006/main">
              <a:ext uri="{FF2B5EF4-FFF2-40B4-BE49-F238E27FC236}">
                <a16:creationId xmlns:a16="http://schemas.microsoft.com/office/drawing/2014/main" id="{8320E066-C352-431F-A785-58174132CDD2}"/>
              </a:ext>
            </a:extLst>
          </p:cNvPr>
          <p:cNvSpPr>
            <a:spLocks xmlns:a="http://schemas.openxmlformats.org/drawingml/2006/main" noGrp="1"/>
          </p:cNvSpPr>
          <p:nvPr/>
        </p:nvSpPr>
        <p:spPr>
          <a:xfrm xmlns:a="http://schemas.openxmlformats.org/drawingml/2006/main">
            <a:off x="609600" y="5857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2B33"/>
                </a:solidFill>
                <a:latin typeface="Arial"/>
                <a:ea typeface="Arial"/>
                <a:cs typeface="Arial"/>
              </a:defRPr>
            </a:defPPr>
            <a:lvl1pPr>
              <a:defRPr sz="1875" b="0">
                <a:solidFill>
                  <a:srgbClr val="202B33"/>
                </a:solidFill>
                <a:latin typeface="Arial"/>
                <a:ea typeface="Arial"/>
                <a:cs typeface="Arial"/>
              </a:defRPr>
            </a:lvl1pPr>
            <a:lvl2pPr>
              <a:defRPr sz="1875" b="0">
                <a:solidFill>
                  <a:srgbClr val="202B33"/>
                </a:solidFill>
                <a:latin typeface="Arial"/>
                <a:ea typeface="Arial"/>
                <a:cs typeface="Arial"/>
              </a:defRPr>
            </a:lvl2pPr>
            <a:lvl3pPr>
              <a:defRPr sz="1875" b="0">
                <a:solidFill>
                  <a:srgbClr val="202B33"/>
                </a:solidFill>
                <a:latin typeface="Arial"/>
                <a:ea typeface="Arial"/>
                <a:cs typeface="Arial"/>
              </a:defRPr>
            </a:lvl3pPr>
            <a:lvl4pPr>
              <a:defRPr sz="1875" b="0">
                <a:solidFill>
                  <a:srgbClr val="202B33"/>
                </a:solidFill>
                <a:latin typeface="Arial"/>
                <a:ea typeface="Arial"/>
                <a:cs typeface="Arial"/>
              </a:defRPr>
            </a:lvl4pPr>
            <a:lvl5pPr>
              <a:defRPr sz="1875" b="0">
                <a:solidFill>
                  <a:srgbClr val="202B33"/>
                </a:solidFill>
                <a:latin typeface="Arial"/>
                <a:ea typeface="Arial"/>
                <a:cs typeface="Arial"/>
              </a:defRPr>
            </a:lvl5pPr>
            <a:lvl6pPr>
              <a:defRPr sz="1875" b="0">
                <a:solidFill>
                  <a:srgbClr val="202B33"/>
                </a:solidFill>
                <a:latin typeface="Arial"/>
                <a:ea typeface="Arial"/>
                <a:cs typeface="Arial"/>
              </a:defRPr>
            </a:lvl6pPr>
            <a:lvl7pPr>
              <a:defRPr sz="1875" b="0">
                <a:solidFill>
                  <a:srgbClr val="202B33"/>
                </a:solidFill>
                <a:latin typeface="Arial"/>
                <a:ea typeface="Arial"/>
                <a:cs typeface="Arial"/>
              </a:defRPr>
            </a:lvl7pPr>
            <a:lvl8pPr>
              <a:defRPr sz="1875" b="0">
                <a:solidFill>
                  <a:srgbClr val="202B33"/>
                </a:solidFill>
                <a:latin typeface="Arial"/>
                <a:ea typeface="Arial"/>
                <a:cs typeface="Arial"/>
              </a:defRPr>
            </a:lvl8pPr>
            <a:lvl9pPr>
              <a:defRPr sz="1875" b="0">
                <a:solidFill>
                  <a:srgbClr val="202B33"/>
                </a:solidFill>
                <a:latin typeface="Arial"/>
                <a:ea typeface="Arial"/>
                <a:cs typeface="Arial"/>
              </a:defRPr>
            </a:lvl9pPr>
          </a:lstStyle>
          <a:p xmlns:a="http://schemas.openxmlformats.org/drawingml/2006/main">
            <a:pPr>
              <a:defRPr sz="1875" b="0">
                <a:solidFill>
                  <a:srgbClr val="202B33"/>
                </a:solidFill>
                <a:latin typeface="Arial"/>
                <a:ea typeface="Arial"/>
                <a:cs typeface="Arial"/>
              </a:defRPr>
            </a:pPr>
            <a:r>
              <a:rPr sz="1875" b="0">
                <a:solidFill>
                  <a:srgbClr val="202B33"/>
                </a:solidFill>
                <a:latin typeface="Arial"/>
                <a:ea typeface="Arial"/>
                <a:cs typeface="Arial"/>
              </a:rPr>
              <a:t>Ein Tupel enthält genau ein Entity pro Rolle. Die Punkte stehen für weitere Rollen.</a:t>
            </a:r>
          </a:p>
        </p:txBody>
      </p:sp>
    </p:spTree>
    <p:extLst>
      <p:ext uri="{BB962C8B-B14F-4D97-AF65-F5344CB8AC3E}">
        <p14:creationId xmlns:p14="http://schemas.microsoft.com/office/powerpoint/2010/main" val="105579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5B2C65-2C4B-4D46-8077-82CD603DD5AC}"/>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Allgemeine Funktionalitätsbeschränkung</a:t>
            </a:r>
          </a:p>
        </p:txBody>
      </p:sp>
      <p:sp>
        <p:nvSpPr>
          <p:cNvPr id="2" name="">
            <a:extLst xmlns:a="http://schemas.openxmlformats.org/drawingml/2006/main">
              <a:ext uri="{FF2B5EF4-FFF2-40B4-BE49-F238E27FC236}">
                <a16:creationId xmlns:a16="http://schemas.microsoft.com/office/drawing/2014/main" id="{CC66A074-D15B-4531-82F6-99B600D98282}"/>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40670741-EE56-489D-ABF4-D00F8A66A760}"/>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6D38E075-9CB6-42F5-982C-15F221817716}"/>
              </a:ext>
            </a:extLst>
          </p:cNvPr>
          <p:cNvSpPr>
            <a:spLocks xmlns:a="http://schemas.openxmlformats.org/drawingml/2006/main" noGrp="1"/>
          </p:cNvSpPr>
          <p:nvPr/>
        </p:nvSpPr>
        <p:spPr>
          <a:xfrm xmlns:a="http://schemas.openxmlformats.org/drawingml/2006/main">
            <a:off x="609600" y="1381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Für Rolle i ist kᵢ eine obere Grenze, mit kᵢ ∈ {0, 1, 2, …, *}.</a:t>
            </a:r>
          </a:p>
        </p:txBody>
      </p:sp>
      <p:sp>
        <p:nvSpPr>
          <p:cNvPr id="5" name="">
            <a:extLst xmlns:a="http://schemas.openxmlformats.org/drawingml/2006/main">
              <a:ext uri="{FF2B5EF4-FFF2-40B4-BE49-F238E27FC236}">
                <a16:creationId xmlns:a16="http://schemas.microsoft.com/office/drawing/2014/main" id="{2C318B31-516C-40B2-B871-72877F1E788F}"/>
              </a:ext>
            </a:extLst>
          </p:cNvPr>
          <p:cNvSpPr>
            <a:spLocks xmlns:a="http://schemas.openxmlformats.org/drawingml/2006/main" noGrp="1"/>
          </p:cNvSpPr>
          <p:nvPr/>
        </p:nvSpPr>
        <p:spPr>
          <a:xfrm xmlns:a="http://schemas.openxmlformats.org/drawingml/2006/main">
            <a:off x="609600" y="2133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rPr sz="2175" b="1">
                <a:solidFill>
                  <a:srgbClr val="005293"/>
                </a:solidFill>
                <a:latin typeface="Arial"/>
                <a:ea typeface="Arial"/>
                <a:cs typeface="Arial"/>
              </a:rPr>
              <a:t>Fixiere q = (e₁, …, eᵢ₋₁, eᵢ₊₁, …, eₙ), also alle anderen Rollen.</a:t>
            </a:r>
          </a:p>
        </p:txBody>
      </p:sp>
      <p:sp>
        <p:nvSpPr>
          <p:cNvPr id="6" name="">
            <a:extLst xmlns:a="http://schemas.openxmlformats.org/drawingml/2006/main">
              <a:ext uri="{FF2B5EF4-FFF2-40B4-BE49-F238E27FC236}">
                <a16:creationId xmlns:a16="http://schemas.microsoft.com/office/drawing/2014/main" id="{848B5DAB-B91A-490F-9116-113ACBC97243}"/>
              </a:ext>
            </a:extLst>
          </p:cNvPr>
          <p:cNvSpPr>
            <a:spLocks xmlns:a="http://schemas.openxmlformats.org/drawingml/2006/main" noGrp="1"/>
          </p:cNvSpPr>
          <p:nvPr/>
        </p:nvSpPr>
        <p:spPr>
          <a:xfrm xmlns:a="http://schemas.openxmlformats.org/drawingml/2006/main">
            <a:off x="609600" y="2952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Fᵢ(q) = { x ∈ Eᵢ : (e₁, …, eᵢ₋₁, x, eᵢ₊₁, …, eₙ) ∈ R }</a:t>
            </a:r>
          </a:p>
        </p:txBody>
      </p:sp>
      <p:sp>
        <p:nvSpPr>
          <p:cNvPr id="7" name="">
            <a:extLst xmlns:a="http://schemas.openxmlformats.org/drawingml/2006/main">
              <a:ext uri="{FF2B5EF4-FFF2-40B4-BE49-F238E27FC236}">
                <a16:creationId xmlns:a16="http://schemas.microsoft.com/office/drawing/2014/main" id="{9323B9C0-FBEE-43B3-B526-44B17959825B}"/>
              </a:ext>
            </a:extLst>
          </p:cNvPr>
          <p:cNvSpPr>
            <a:spLocks xmlns:a="http://schemas.openxmlformats.org/drawingml/2006/main" noGrp="1"/>
          </p:cNvSpPr>
          <p:nvPr/>
        </p:nvSpPr>
        <p:spPr>
          <a:xfrm xmlns:a="http://schemas.openxmlformats.org/drawingml/2006/main">
            <a:off x="609600" y="4076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005293"/>
                </a:solidFill>
                <a:latin typeface="Arial"/>
                <a:ea typeface="Arial"/>
                <a:cs typeface="Arial"/>
              </a:defRPr>
            </a:defPPr>
            <a:lvl1pPr>
              <a:defRPr sz="2925" b="1">
                <a:solidFill>
                  <a:srgbClr val="005293"/>
                </a:solidFill>
                <a:latin typeface="Arial"/>
                <a:ea typeface="Arial"/>
                <a:cs typeface="Arial"/>
              </a:defRPr>
            </a:lvl1pPr>
            <a:lvl2pPr>
              <a:defRPr sz="2925" b="1">
                <a:solidFill>
                  <a:srgbClr val="005293"/>
                </a:solidFill>
                <a:latin typeface="Arial"/>
                <a:ea typeface="Arial"/>
                <a:cs typeface="Arial"/>
              </a:defRPr>
            </a:lvl2pPr>
            <a:lvl3pPr>
              <a:defRPr sz="2925" b="1">
                <a:solidFill>
                  <a:srgbClr val="005293"/>
                </a:solidFill>
                <a:latin typeface="Arial"/>
                <a:ea typeface="Arial"/>
                <a:cs typeface="Arial"/>
              </a:defRPr>
            </a:lvl3pPr>
            <a:lvl4pPr>
              <a:defRPr sz="2925" b="1">
                <a:solidFill>
                  <a:srgbClr val="005293"/>
                </a:solidFill>
                <a:latin typeface="Arial"/>
                <a:ea typeface="Arial"/>
                <a:cs typeface="Arial"/>
              </a:defRPr>
            </a:lvl4pPr>
            <a:lvl5pPr>
              <a:defRPr sz="2925" b="1">
                <a:solidFill>
                  <a:srgbClr val="005293"/>
                </a:solidFill>
                <a:latin typeface="Arial"/>
                <a:ea typeface="Arial"/>
                <a:cs typeface="Arial"/>
              </a:defRPr>
            </a:lvl5pPr>
            <a:lvl6pPr>
              <a:defRPr sz="2925" b="1">
                <a:solidFill>
                  <a:srgbClr val="005293"/>
                </a:solidFill>
                <a:latin typeface="Arial"/>
                <a:ea typeface="Arial"/>
                <a:cs typeface="Arial"/>
              </a:defRPr>
            </a:lvl6pPr>
            <a:lvl7pPr>
              <a:defRPr sz="2925" b="1">
                <a:solidFill>
                  <a:srgbClr val="005293"/>
                </a:solidFill>
                <a:latin typeface="Arial"/>
                <a:ea typeface="Arial"/>
                <a:cs typeface="Arial"/>
              </a:defRPr>
            </a:lvl7pPr>
            <a:lvl8pPr>
              <a:defRPr sz="2925" b="1">
                <a:solidFill>
                  <a:srgbClr val="005293"/>
                </a:solidFill>
                <a:latin typeface="Arial"/>
                <a:ea typeface="Arial"/>
                <a:cs typeface="Arial"/>
              </a:defRPr>
            </a:lvl8pPr>
            <a:lvl9pPr>
              <a:defRPr sz="2925" b="1">
                <a:solidFill>
                  <a:srgbClr val="005293"/>
                </a:solidFill>
                <a:latin typeface="Arial"/>
                <a:ea typeface="Arial"/>
                <a:cs typeface="Arial"/>
              </a:defRPr>
            </a:lvl9pPr>
          </a:lstStyle>
          <a:p xmlns:a="http://schemas.openxmlformats.org/drawingml/2006/main">
            <a:pPr>
              <a:defRPr sz="2925" b="1">
                <a:solidFill>
                  <a:srgbClr val="005293"/>
                </a:solidFill>
                <a:latin typeface="Arial"/>
                <a:ea typeface="Arial"/>
                <a:cs typeface="Arial"/>
              </a:defRPr>
            </a:pPr>
            <a:r>
              <a:rPr sz="2925" b="1">
                <a:solidFill>
                  <a:srgbClr val="005293"/>
                </a:solidFill>
                <a:latin typeface="Arial"/>
                <a:ea typeface="Arial"/>
                <a:cs typeface="Arial"/>
              </a:rPr>
              <a:t>Für jede Kombination q gilt: |Fᵢ(q)| ≤ kᵢ</a:t>
            </a:r>
          </a:p>
        </p:txBody>
      </p:sp>
      <p:sp>
        <p:nvSpPr>
          <p:cNvPr id="8" name="">
            <a:extLst xmlns:a="http://schemas.openxmlformats.org/drawingml/2006/main">
              <a:ext uri="{FF2B5EF4-FFF2-40B4-BE49-F238E27FC236}">
                <a16:creationId xmlns:a16="http://schemas.microsoft.com/office/drawing/2014/main" id="{11829D28-FC4F-4BCD-8190-4382BF55F2B4}"/>
              </a:ext>
            </a:extLst>
          </p:cNvPr>
          <p:cNvSpPr>
            <a:spLocks xmlns:a="http://schemas.openxmlformats.org/drawingml/2006/main" noGrp="1"/>
          </p:cNvSpPr>
          <p:nvPr/>
        </p:nvSpPr>
        <p:spPr>
          <a:xfrm xmlns:a="http://schemas.openxmlformats.org/drawingml/2006/main">
            <a:off x="609600" y="52387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Gezählt werden die möglichen Ergänzungen an Position i.</a:t>
            </a:r>
          </a:p>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Angabe fordert keine Mindestanzahl von Ergänzungen.</a:t>
            </a:r>
          </a:p>
        </p:txBody>
      </p:sp>
    </p:spTree>
    <p:extLst>
      <p:ext uri="{BB962C8B-B14F-4D97-AF65-F5344CB8AC3E}">
        <p14:creationId xmlns:p14="http://schemas.microsoft.com/office/powerpoint/2010/main" val="11787495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F0F1F82-BCDE-4080-B6DC-763C3E0C5A13}"/>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Funktionalität: alle anderen Rollen fest</a:t>
            </a:r>
          </a:p>
        </p:txBody>
      </p:sp>
      <p:sp>
        <p:nvSpPr>
          <p:cNvPr id="2" name="">
            <a:extLst xmlns:a="http://schemas.openxmlformats.org/drawingml/2006/main">
              <a:ext uri="{FF2B5EF4-FFF2-40B4-BE49-F238E27FC236}">
                <a16:creationId xmlns:a16="http://schemas.microsoft.com/office/drawing/2014/main" id="{7C5D59B1-8A53-4E60-9F11-D79FDBDD02C1}"/>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B18F9C71-7231-4F28-A8CA-F6D9B2A6E78B}"/>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7098C85D-BECF-48A7-9057-3067AB7238C5}"/>
              </a:ext>
            </a:extLst>
          </p:cNvPr>
          <p:cNvSpPr>
            <a:spLocks xmlns:a="http://schemas.openxmlformats.org/drawingml/2006/main" noGrp="1"/>
          </p:cNvSpPr>
          <p:nvPr/>
        </p:nvSpPr>
        <p:spPr>
          <a:xfrm xmlns:a="http://schemas.openxmlformats.org/drawingml/2006/main">
            <a:off x="4953000" y="1428750"/>
            <a:ext cx="2286000" cy="666750"/>
          </a:xfrm>
          <a:prstGeom xmlns:a="http://schemas.openxmlformats.org/drawingml/2006/main" prst="rect">
            <a:avLst/>
          </a:prstGeom>
          <a:solidFill xmlns:a="http://schemas.openxmlformats.org/drawingml/2006/main">
            <a:srgbClr val="E7ECF0"/>
          </a:solidFill>
          <a:ln xmlns:a="http://schemas.openxmlformats.org/drawingml/2006/main" w="19050">
            <a:solidFill>
              <a:srgbClr val="596773"/>
            </a:solidFill>
          </a:ln>
        </p:spPr>
      </p:sp>
      <p:sp>
        <p:nvSpPr>
          <p:cNvPr id="5" name="">
            <a:extLst xmlns:a="http://schemas.openxmlformats.org/drawingml/2006/main">
              <a:ext uri="{FF2B5EF4-FFF2-40B4-BE49-F238E27FC236}">
                <a16:creationId xmlns:a16="http://schemas.microsoft.com/office/drawing/2014/main" id="{52B4DF39-BB21-4FAA-944B-B5CBDD6438FD}"/>
              </a:ext>
            </a:extLst>
          </p:cNvPr>
          <p:cNvSpPr>
            <a:spLocks xmlns:a="http://schemas.openxmlformats.org/drawingml/2006/main" noGrp="1"/>
          </p:cNvSpPr>
          <p:nvPr/>
        </p:nvSpPr>
        <p:spPr>
          <a:xfrm xmlns:a="http://schemas.openxmlformats.org/drawingml/2006/main">
            <a:off x="5029200" y="159067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596773"/>
                </a:solidFill>
                <a:latin typeface="Arial"/>
                <a:ea typeface="Arial"/>
                <a:cs typeface="Arial"/>
              </a:defRPr>
            </a:defPPr>
            <a:lvl1pPr algn="ctr">
              <a:defRPr sz="2175" b="1">
                <a:solidFill>
                  <a:srgbClr val="596773"/>
                </a:solidFill>
                <a:latin typeface="Arial"/>
                <a:ea typeface="Arial"/>
                <a:cs typeface="Arial"/>
              </a:defRPr>
            </a:lvl1pPr>
            <a:lvl2pPr algn="ctr">
              <a:defRPr sz="2175" b="1">
                <a:solidFill>
                  <a:srgbClr val="596773"/>
                </a:solidFill>
                <a:latin typeface="Arial"/>
                <a:ea typeface="Arial"/>
                <a:cs typeface="Arial"/>
              </a:defRPr>
            </a:lvl2pPr>
            <a:lvl3pPr algn="ctr">
              <a:defRPr sz="2175" b="1">
                <a:solidFill>
                  <a:srgbClr val="596773"/>
                </a:solidFill>
                <a:latin typeface="Arial"/>
                <a:ea typeface="Arial"/>
                <a:cs typeface="Arial"/>
              </a:defRPr>
            </a:lvl3pPr>
            <a:lvl4pPr algn="ctr">
              <a:defRPr sz="2175" b="1">
                <a:solidFill>
                  <a:srgbClr val="596773"/>
                </a:solidFill>
                <a:latin typeface="Arial"/>
                <a:ea typeface="Arial"/>
                <a:cs typeface="Arial"/>
              </a:defRPr>
            </a:lvl4pPr>
            <a:lvl5pPr algn="ctr">
              <a:defRPr sz="2175" b="1">
                <a:solidFill>
                  <a:srgbClr val="596773"/>
                </a:solidFill>
                <a:latin typeface="Arial"/>
                <a:ea typeface="Arial"/>
                <a:cs typeface="Arial"/>
              </a:defRPr>
            </a:lvl5pPr>
            <a:lvl6pPr algn="ctr">
              <a:defRPr sz="2175" b="1">
                <a:solidFill>
                  <a:srgbClr val="596773"/>
                </a:solidFill>
                <a:latin typeface="Arial"/>
                <a:ea typeface="Arial"/>
                <a:cs typeface="Arial"/>
              </a:defRPr>
            </a:lvl6pPr>
            <a:lvl7pPr algn="ctr">
              <a:defRPr sz="2175" b="1">
                <a:solidFill>
                  <a:srgbClr val="596773"/>
                </a:solidFill>
                <a:latin typeface="Arial"/>
                <a:ea typeface="Arial"/>
                <a:cs typeface="Arial"/>
              </a:defRPr>
            </a:lvl7pPr>
            <a:lvl8pPr algn="ctr">
              <a:defRPr sz="2175" b="1">
                <a:solidFill>
                  <a:srgbClr val="596773"/>
                </a:solidFill>
                <a:latin typeface="Arial"/>
                <a:ea typeface="Arial"/>
                <a:cs typeface="Arial"/>
              </a:defRPr>
            </a:lvl8pPr>
            <a:lvl9pPr algn="ctr">
              <a:defRPr sz="2175" b="1">
                <a:solidFill>
                  <a:srgbClr val="596773"/>
                </a:solidFill>
                <a:latin typeface="Arial"/>
                <a:ea typeface="Arial"/>
                <a:cs typeface="Arial"/>
              </a:defRPr>
            </a:lvl9pPr>
          </a:lstStyle>
          <a:p xmlns:a="http://schemas.openxmlformats.org/drawingml/2006/main">
            <a:pPr algn="ctr">
              <a:defRPr sz="2175" b="1">
                <a:solidFill>
                  <a:srgbClr val="596773"/>
                </a:solidFill>
                <a:latin typeface="Arial"/>
                <a:ea typeface="Arial"/>
                <a:cs typeface="Arial"/>
              </a:defRPr>
            </a:pPr>
            <a:r>
              <a:rPr sz="2175" b="1">
                <a:solidFill>
                  <a:srgbClr val="596773"/>
                </a:solidFill>
                <a:latin typeface="Arial"/>
                <a:ea typeface="Arial"/>
                <a:cs typeface="Arial"/>
              </a:rPr>
              <a:t>e₁ fest</a:t>
            </a:r>
          </a:p>
        </p:txBody>
      </p:sp>
      <p:sp>
        <p:nvSpPr>
          <p:cNvPr id="6" name="">
            <a:extLst xmlns:a="http://schemas.openxmlformats.org/drawingml/2006/main">
              <a:ext uri="{FF2B5EF4-FFF2-40B4-BE49-F238E27FC236}">
                <a16:creationId xmlns:a16="http://schemas.microsoft.com/office/drawing/2014/main" id="{DF44FEEC-5C97-4526-8CDB-C18A1A2B2991}"/>
              </a:ext>
            </a:extLst>
          </p:cNvPr>
          <p:cNvSpPr>
            <a:spLocks xmlns:a="http://schemas.openxmlformats.org/drawingml/2006/main" noGrp="1"/>
          </p:cNvSpPr>
          <p:nvPr/>
        </p:nvSpPr>
        <p:spPr>
          <a:xfrm xmlns:a="http://schemas.openxmlformats.org/drawingml/2006/main">
            <a:off x="9239250" y="2667000"/>
            <a:ext cx="2333625" cy="666750"/>
          </a:xfrm>
          <a:prstGeom xmlns:a="http://schemas.openxmlformats.org/drawingml/2006/main" prst="rect">
            <a:avLst/>
          </a:prstGeom>
          <a:solidFill xmlns:a="http://schemas.openxmlformats.org/drawingml/2006/main">
            <a:srgbClr val="E7ECF0"/>
          </a:solidFill>
          <a:ln xmlns:a="http://schemas.openxmlformats.org/drawingml/2006/main" w="19050">
            <a:solidFill>
              <a:srgbClr val="596773"/>
            </a:solidFill>
          </a:ln>
        </p:spPr>
      </p:sp>
      <p:sp>
        <p:nvSpPr>
          <p:cNvPr id="7" name="">
            <a:extLst xmlns:a="http://schemas.openxmlformats.org/drawingml/2006/main">
              <a:ext uri="{FF2B5EF4-FFF2-40B4-BE49-F238E27FC236}">
                <a16:creationId xmlns:a16="http://schemas.microsoft.com/office/drawing/2014/main" id="{F73F22FD-C027-4D38-879A-714C2ED8DA4D}"/>
              </a:ext>
            </a:extLst>
          </p:cNvPr>
          <p:cNvSpPr>
            <a:spLocks xmlns:a="http://schemas.openxmlformats.org/drawingml/2006/main" noGrp="1"/>
          </p:cNvSpPr>
          <p:nvPr/>
        </p:nvSpPr>
        <p:spPr>
          <a:xfrm xmlns:a="http://schemas.openxmlformats.org/drawingml/2006/main">
            <a:off x="9315450" y="2828925"/>
            <a:ext cx="2181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596773"/>
                </a:solidFill>
                <a:latin typeface="Arial"/>
                <a:ea typeface="Arial"/>
                <a:cs typeface="Arial"/>
              </a:defRPr>
            </a:defPPr>
            <a:lvl1pPr algn="ctr">
              <a:defRPr sz="2175" b="1">
                <a:solidFill>
                  <a:srgbClr val="596773"/>
                </a:solidFill>
                <a:latin typeface="Arial"/>
                <a:ea typeface="Arial"/>
                <a:cs typeface="Arial"/>
              </a:defRPr>
            </a:lvl1pPr>
            <a:lvl2pPr algn="ctr">
              <a:defRPr sz="2175" b="1">
                <a:solidFill>
                  <a:srgbClr val="596773"/>
                </a:solidFill>
                <a:latin typeface="Arial"/>
                <a:ea typeface="Arial"/>
                <a:cs typeface="Arial"/>
              </a:defRPr>
            </a:lvl2pPr>
            <a:lvl3pPr algn="ctr">
              <a:defRPr sz="2175" b="1">
                <a:solidFill>
                  <a:srgbClr val="596773"/>
                </a:solidFill>
                <a:latin typeface="Arial"/>
                <a:ea typeface="Arial"/>
                <a:cs typeface="Arial"/>
              </a:defRPr>
            </a:lvl3pPr>
            <a:lvl4pPr algn="ctr">
              <a:defRPr sz="2175" b="1">
                <a:solidFill>
                  <a:srgbClr val="596773"/>
                </a:solidFill>
                <a:latin typeface="Arial"/>
                <a:ea typeface="Arial"/>
                <a:cs typeface="Arial"/>
              </a:defRPr>
            </a:lvl4pPr>
            <a:lvl5pPr algn="ctr">
              <a:defRPr sz="2175" b="1">
                <a:solidFill>
                  <a:srgbClr val="596773"/>
                </a:solidFill>
                <a:latin typeface="Arial"/>
                <a:ea typeface="Arial"/>
                <a:cs typeface="Arial"/>
              </a:defRPr>
            </a:lvl5pPr>
            <a:lvl6pPr algn="ctr">
              <a:defRPr sz="2175" b="1">
                <a:solidFill>
                  <a:srgbClr val="596773"/>
                </a:solidFill>
                <a:latin typeface="Arial"/>
                <a:ea typeface="Arial"/>
                <a:cs typeface="Arial"/>
              </a:defRPr>
            </a:lvl6pPr>
            <a:lvl7pPr algn="ctr">
              <a:defRPr sz="2175" b="1">
                <a:solidFill>
                  <a:srgbClr val="596773"/>
                </a:solidFill>
                <a:latin typeface="Arial"/>
                <a:ea typeface="Arial"/>
                <a:cs typeface="Arial"/>
              </a:defRPr>
            </a:lvl7pPr>
            <a:lvl8pPr algn="ctr">
              <a:defRPr sz="2175" b="1">
                <a:solidFill>
                  <a:srgbClr val="596773"/>
                </a:solidFill>
                <a:latin typeface="Arial"/>
                <a:ea typeface="Arial"/>
                <a:cs typeface="Arial"/>
              </a:defRPr>
            </a:lvl8pPr>
            <a:lvl9pPr algn="ctr">
              <a:defRPr sz="2175" b="1">
                <a:solidFill>
                  <a:srgbClr val="596773"/>
                </a:solidFill>
                <a:latin typeface="Arial"/>
                <a:ea typeface="Arial"/>
                <a:cs typeface="Arial"/>
              </a:defRPr>
            </a:lvl9pPr>
          </a:lstStyle>
          <a:p xmlns:a="http://schemas.openxmlformats.org/drawingml/2006/main">
            <a:pPr algn="ctr">
              <a:defRPr sz="2175" b="1">
                <a:solidFill>
                  <a:srgbClr val="596773"/>
                </a:solidFill>
                <a:latin typeface="Arial"/>
                <a:ea typeface="Arial"/>
                <a:cs typeface="Arial"/>
              </a:defRPr>
            </a:pPr>
            <a:r>
              <a:rPr sz="2175" b="1">
                <a:solidFill>
                  <a:srgbClr val="596773"/>
                </a:solidFill>
                <a:latin typeface="Arial"/>
                <a:ea typeface="Arial"/>
                <a:cs typeface="Arial"/>
              </a:rPr>
              <a:t>e₂ fest</a:t>
            </a:r>
          </a:p>
        </p:txBody>
      </p:sp>
      <p:sp>
        <p:nvSpPr>
          <p:cNvPr id="8" name="">
            <a:extLst xmlns:a="http://schemas.openxmlformats.org/drawingml/2006/main">
              <a:ext uri="{FF2B5EF4-FFF2-40B4-BE49-F238E27FC236}">
                <a16:creationId xmlns:a16="http://schemas.microsoft.com/office/drawing/2014/main" id="{B98633F7-01A5-4431-AFD4-2D5E11E25D29}"/>
              </a:ext>
            </a:extLst>
          </p:cNvPr>
          <p:cNvSpPr>
            <a:spLocks xmlns:a="http://schemas.openxmlformats.org/drawingml/2006/main" noGrp="1"/>
          </p:cNvSpPr>
          <p:nvPr/>
        </p:nvSpPr>
        <p:spPr>
          <a:xfrm xmlns:a="http://schemas.openxmlformats.org/drawingml/2006/main">
            <a:off x="4953000" y="4191000"/>
            <a:ext cx="2286000"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9" name="">
            <a:extLst xmlns:a="http://schemas.openxmlformats.org/drawingml/2006/main">
              <a:ext uri="{FF2B5EF4-FFF2-40B4-BE49-F238E27FC236}">
                <a16:creationId xmlns:a16="http://schemas.microsoft.com/office/drawing/2014/main" id="{1FADD2EE-79EF-419A-999B-480323668C56}"/>
              </a:ext>
            </a:extLst>
          </p:cNvPr>
          <p:cNvSpPr>
            <a:spLocks xmlns:a="http://schemas.openxmlformats.org/drawingml/2006/main" noGrp="1"/>
          </p:cNvSpPr>
          <p:nvPr/>
        </p:nvSpPr>
        <p:spPr>
          <a:xfrm xmlns:a="http://schemas.openxmlformats.org/drawingml/2006/main">
            <a:off x="5029200" y="435292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x ∈ Eᵢ variabel</a:t>
            </a:r>
          </a:p>
        </p:txBody>
      </p:sp>
      <p:sp>
        <p:nvSpPr>
          <p:cNvPr id="10" name="">
            <a:extLst xmlns:a="http://schemas.openxmlformats.org/drawingml/2006/main">
              <a:ext uri="{FF2B5EF4-FFF2-40B4-BE49-F238E27FC236}">
                <a16:creationId xmlns:a16="http://schemas.microsoft.com/office/drawing/2014/main" id="{006B672B-36D2-44A3-B5CC-48B7C6FBB698}"/>
              </a:ext>
            </a:extLst>
          </p:cNvPr>
          <p:cNvSpPr>
            <a:spLocks xmlns:a="http://schemas.openxmlformats.org/drawingml/2006/main" noGrp="1"/>
          </p:cNvSpPr>
          <p:nvPr/>
        </p:nvSpPr>
        <p:spPr>
          <a:xfrm xmlns:a="http://schemas.openxmlformats.org/drawingml/2006/main">
            <a:off x="609600" y="2667000"/>
            <a:ext cx="2333625" cy="666750"/>
          </a:xfrm>
          <a:prstGeom xmlns:a="http://schemas.openxmlformats.org/drawingml/2006/main" prst="rect">
            <a:avLst/>
          </a:prstGeom>
          <a:solidFill xmlns:a="http://schemas.openxmlformats.org/drawingml/2006/main">
            <a:srgbClr val="E7ECF0"/>
          </a:solidFill>
          <a:ln xmlns:a="http://schemas.openxmlformats.org/drawingml/2006/main" w="19050">
            <a:solidFill>
              <a:srgbClr val="596773"/>
            </a:solidFill>
          </a:ln>
        </p:spPr>
      </p:sp>
      <p:sp>
        <p:nvSpPr>
          <p:cNvPr id="11" name="">
            <a:extLst xmlns:a="http://schemas.openxmlformats.org/drawingml/2006/main">
              <a:ext uri="{FF2B5EF4-FFF2-40B4-BE49-F238E27FC236}">
                <a16:creationId xmlns:a16="http://schemas.microsoft.com/office/drawing/2014/main" id="{B5FFBC86-E8EA-4A5C-A10B-DA0F778E9C7F}"/>
              </a:ext>
            </a:extLst>
          </p:cNvPr>
          <p:cNvSpPr>
            <a:spLocks xmlns:a="http://schemas.openxmlformats.org/drawingml/2006/main" noGrp="1"/>
          </p:cNvSpPr>
          <p:nvPr/>
        </p:nvSpPr>
        <p:spPr>
          <a:xfrm xmlns:a="http://schemas.openxmlformats.org/drawingml/2006/main">
            <a:off x="685800" y="2828925"/>
            <a:ext cx="2181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596773"/>
                </a:solidFill>
                <a:latin typeface="Arial"/>
                <a:ea typeface="Arial"/>
                <a:cs typeface="Arial"/>
              </a:defRPr>
            </a:defPPr>
            <a:lvl1pPr algn="ctr">
              <a:defRPr sz="2175" b="1">
                <a:solidFill>
                  <a:srgbClr val="596773"/>
                </a:solidFill>
                <a:latin typeface="Arial"/>
                <a:ea typeface="Arial"/>
                <a:cs typeface="Arial"/>
              </a:defRPr>
            </a:lvl1pPr>
            <a:lvl2pPr algn="ctr">
              <a:defRPr sz="2175" b="1">
                <a:solidFill>
                  <a:srgbClr val="596773"/>
                </a:solidFill>
                <a:latin typeface="Arial"/>
                <a:ea typeface="Arial"/>
                <a:cs typeface="Arial"/>
              </a:defRPr>
            </a:lvl2pPr>
            <a:lvl3pPr algn="ctr">
              <a:defRPr sz="2175" b="1">
                <a:solidFill>
                  <a:srgbClr val="596773"/>
                </a:solidFill>
                <a:latin typeface="Arial"/>
                <a:ea typeface="Arial"/>
                <a:cs typeface="Arial"/>
              </a:defRPr>
            </a:lvl3pPr>
            <a:lvl4pPr algn="ctr">
              <a:defRPr sz="2175" b="1">
                <a:solidFill>
                  <a:srgbClr val="596773"/>
                </a:solidFill>
                <a:latin typeface="Arial"/>
                <a:ea typeface="Arial"/>
                <a:cs typeface="Arial"/>
              </a:defRPr>
            </a:lvl4pPr>
            <a:lvl5pPr algn="ctr">
              <a:defRPr sz="2175" b="1">
                <a:solidFill>
                  <a:srgbClr val="596773"/>
                </a:solidFill>
                <a:latin typeface="Arial"/>
                <a:ea typeface="Arial"/>
                <a:cs typeface="Arial"/>
              </a:defRPr>
            </a:lvl5pPr>
            <a:lvl6pPr algn="ctr">
              <a:defRPr sz="2175" b="1">
                <a:solidFill>
                  <a:srgbClr val="596773"/>
                </a:solidFill>
                <a:latin typeface="Arial"/>
                <a:ea typeface="Arial"/>
                <a:cs typeface="Arial"/>
              </a:defRPr>
            </a:lvl6pPr>
            <a:lvl7pPr algn="ctr">
              <a:defRPr sz="2175" b="1">
                <a:solidFill>
                  <a:srgbClr val="596773"/>
                </a:solidFill>
                <a:latin typeface="Arial"/>
                <a:ea typeface="Arial"/>
                <a:cs typeface="Arial"/>
              </a:defRPr>
            </a:lvl7pPr>
            <a:lvl8pPr algn="ctr">
              <a:defRPr sz="2175" b="1">
                <a:solidFill>
                  <a:srgbClr val="596773"/>
                </a:solidFill>
                <a:latin typeface="Arial"/>
                <a:ea typeface="Arial"/>
                <a:cs typeface="Arial"/>
              </a:defRPr>
            </a:lvl8pPr>
            <a:lvl9pPr algn="ctr">
              <a:defRPr sz="2175" b="1">
                <a:solidFill>
                  <a:srgbClr val="596773"/>
                </a:solidFill>
                <a:latin typeface="Arial"/>
                <a:ea typeface="Arial"/>
                <a:cs typeface="Arial"/>
              </a:defRPr>
            </a:lvl9pPr>
          </a:lstStyle>
          <a:p xmlns:a="http://schemas.openxmlformats.org/drawingml/2006/main">
            <a:pPr algn="ctr">
              <a:defRPr sz="2175" b="1">
                <a:solidFill>
                  <a:srgbClr val="596773"/>
                </a:solidFill>
                <a:latin typeface="Arial"/>
                <a:ea typeface="Arial"/>
                <a:cs typeface="Arial"/>
              </a:defRPr>
            </a:pPr>
            <a:r>
              <a:rPr sz="2175" b="1">
                <a:solidFill>
                  <a:srgbClr val="596773"/>
                </a:solidFill>
                <a:latin typeface="Arial"/>
                <a:ea typeface="Arial"/>
                <a:cs typeface="Arial"/>
              </a:rPr>
              <a:t>eₙ fest</a:t>
            </a:r>
          </a:p>
        </p:txBody>
      </p:sp>
      <p:sp>
        <p:nvSpPr>
          <p:cNvPr id="12" name="">
            <a:extLst xmlns:a="http://schemas.openxmlformats.org/drawingml/2006/main">
              <a:ext uri="{FF2B5EF4-FFF2-40B4-BE49-F238E27FC236}">
                <a16:creationId xmlns:a16="http://schemas.microsoft.com/office/drawing/2014/main" id="{103D0E51-47D8-49BB-AD17-595511BFBAA3}"/>
              </a:ext>
            </a:extLst>
          </p:cNvPr>
          <p:cNvSpPr>
            <a:spLocks xmlns:a="http://schemas.openxmlformats.org/drawingml/2006/main" noGrp="1"/>
          </p:cNvSpPr>
          <p:nvPr/>
        </p:nvSpPr>
        <p:spPr>
          <a:xfrm xmlns:a="http://schemas.openxmlformats.org/drawingml/2006/main">
            <a:off x="5143500" y="2476500"/>
            <a:ext cx="1905000" cy="1047750"/>
          </a:xfrm>
          <a:prstGeom xmlns:a="http://schemas.openxmlformats.org/drawingml/2006/main" prst="diamond">
            <a:avLst/>
          </a:prstGeom>
          <a:solidFill xmlns:a="http://schemas.openxmlformats.org/drawingml/2006/main">
            <a:srgbClr val="FFFFFF"/>
          </a:solidFill>
          <a:ln xmlns:a="http://schemas.openxmlformats.org/drawingml/2006/main" w="19050">
            <a:solidFill>
              <a:srgbClr val="005293"/>
            </a:solidFill>
          </a:ln>
        </p:spPr>
      </p:sp>
      <p:sp>
        <p:nvSpPr>
          <p:cNvPr id="13" name="">
            <a:extLst xmlns:a="http://schemas.openxmlformats.org/drawingml/2006/main">
              <a:ext uri="{FF2B5EF4-FFF2-40B4-BE49-F238E27FC236}">
                <a16:creationId xmlns:a16="http://schemas.microsoft.com/office/drawing/2014/main" id="{ADAFB9EB-3B85-4867-908B-42BE7B52D3A2}"/>
              </a:ext>
            </a:extLst>
          </p:cNvPr>
          <p:cNvSpPr>
            <a:spLocks xmlns:a="http://schemas.openxmlformats.org/drawingml/2006/main" noGrp="1"/>
          </p:cNvSpPr>
          <p:nvPr/>
        </p:nvSpPr>
        <p:spPr>
          <a:xfrm xmlns:a="http://schemas.openxmlformats.org/drawingml/2006/main">
            <a:off x="5524500" y="28003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775" b="1">
                <a:solidFill>
                  <a:srgbClr val="005293"/>
                </a:solidFill>
                <a:latin typeface="Arial"/>
                <a:ea typeface="Arial"/>
                <a:cs typeface="Arial"/>
              </a:defRPr>
            </a:defPPr>
            <a:lvl1pPr algn="ctr">
              <a:defRPr sz="2775" b="1">
                <a:solidFill>
                  <a:srgbClr val="005293"/>
                </a:solidFill>
                <a:latin typeface="Arial"/>
                <a:ea typeface="Arial"/>
                <a:cs typeface="Arial"/>
              </a:defRPr>
            </a:lvl1pPr>
            <a:lvl2pPr algn="ctr">
              <a:defRPr sz="2775" b="1">
                <a:solidFill>
                  <a:srgbClr val="005293"/>
                </a:solidFill>
                <a:latin typeface="Arial"/>
                <a:ea typeface="Arial"/>
                <a:cs typeface="Arial"/>
              </a:defRPr>
            </a:lvl2pPr>
            <a:lvl3pPr algn="ctr">
              <a:defRPr sz="2775" b="1">
                <a:solidFill>
                  <a:srgbClr val="005293"/>
                </a:solidFill>
                <a:latin typeface="Arial"/>
                <a:ea typeface="Arial"/>
                <a:cs typeface="Arial"/>
              </a:defRPr>
            </a:lvl3pPr>
            <a:lvl4pPr algn="ctr">
              <a:defRPr sz="2775" b="1">
                <a:solidFill>
                  <a:srgbClr val="005293"/>
                </a:solidFill>
                <a:latin typeface="Arial"/>
                <a:ea typeface="Arial"/>
                <a:cs typeface="Arial"/>
              </a:defRPr>
            </a:lvl4pPr>
            <a:lvl5pPr algn="ctr">
              <a:defRPr sz="2775" b="1">
                <a:solidFill>
                  <a:srgbClr val="005293"/>
                </a:solidFill>
                <a:latin typeface="Arial"/>
                <a:ea typeface="Arial"/>
                <a:cs typeface="Arial"/>
              </a:defRPr>
            </a:lvl5pPr>
            <a:lvl6pPr algn="ctr">
              <a:defRPr sz="2775" b="1">
                <a:solidFill>
                  <a:srgbClr val="005293"/>
                </a:solidFill>
                <a:latin typeface="Arial"/>
                <a:ea typeface="Arial"/>
                <a:cs typeface="Arial"/>
              </a:defRPr>
            </a:lvl6pPr>
            <a:lvl7pPr algn="ctr">
              <a:defRPr sz="2775" b="1">
                <a:solidFill>
                  <a:srgbClr val="005293"/>
                </a:solidFill>
                <a:latin typeface="Arial"/>
                <a:ea typeface="Arial"/>
                <a:cs typeface="Arial"/>
              </a:defRPr>
            </a:lvl7pPr>
            <a:lvl8pPr algn="ctr">
              <a:defRPr sz="2775" b="1">
                <a:solidFill>
                  <a:srgbClr val="005293"/>
                </a:solidFill>
                <a:latin typeface="Arial"/>
                <a:ea typeface="Arial"/>
                <a:cs typeface="Arial"/>
              </a:defRPr>
            </a:lvl8pPr>
            <a:lvl9pPr algn="ctr">
              <a:defRPr sz="2775" b="1">
                <a:solidFill>
                  <a:srgbClr val="005293"/>
                </a:solidFill>
                <a:latin typeface="Arial"/>
                <a:ea typeface="Arial"/>
                <a:cs typeface="Arial"/>
              </a:defRPr>
            </a:lvl9pPr>
          </a:lstStyle>
          <a:p xmlns:a="http://schemas.openxmlformats.org/drawingml/2006/main">
            <a:pPr algn="ctr">
              <a:defRPr sz="2775" b="1">
                <a:solidFill>
                  <a:srgbClr val="005293"/>
                </a:solidFill>
                <a:latin typeface="Arial"/>
                <a:ea typeface="Arial"/>
                <a:cs typeface="Arial"/>
              </a:defRPr>
            </a:pPr>
            <a:r>
              <a:rPr sz="2775" b="1">
                <a:solidFill>
                  <a:srgbClr val="005293"/>
                </a:solidFill>
                <a:latin typeface="Arial"/>
                <a:ea typeface="Arial"/>
                <a:cs typeface="Arial"/>
              </a:rPr>
              <a:t>R</a:t>
            </a:r>
          </a:p>
        </p:txBody>
      </p:sp>
      <p:sp>
        <p:nvSpPr>
          <p:cNvPr id="14" name="">
            <a:extLst xmlns:a="http://schemas.openxmlformats.org/drawingml/2006/main">
              <a:ext uri="{FF2B5EF4-FFF2-40B4-BE49-F238E27FC236}">
                <a16:creationId xmlns:a16="http://schemas.microsoft.com/office/drawing/2014/main" id="{65F9CF5E-E7B0-4032-836E-0D468B730ED2}"/>
              </a:ext>
            </a:extLst>
          </p:cNvPr>
          <p:cNvSpPr>
            <a:spLocks xmlns:a="http://schemas.openxmlformats.org/drawingml/2006/main" noGrp="1"/>
          </p:cNvSpPr>
          <p:nvPr/>
        </p:nvSpPr>
        <p:spPr>
          <a:xfrm xmlns:a="http://schemas.openxmlformats.org/drawingml/2006/main" flipH="0" flipV="0">
            <a:off x="6096000" y="2095500"/>
            <a:ext cx="0" cy="38100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5" name="">
            <a:extLst xmlns:a="http://schemas.openxmlformats.org/drawingml/2006/main">
              <a:ext uri="{FF2B5EF4-FFF2-40B4-BE49-F238E27FC236}">
                <a16:creationId xmlns:a16="http://schemas.microsoft.com/office/drawing/2014/main" id="{6578D02F-FAEF-41B4-AE22-39FBDCA0ACF5}"/>
              </a:ext>
            </a:extLst>
          </p:cNvPr>
          <p:cNvSpPr>
            <a:spLocks xmlns:a="http://schemas.openxmlformats.org/drawingml/2006/main" noGrp="1"/>
          </p:cNvSpPr>
          <p:nvPr/>
        </p:nvSpPr>
        <p:spPr>
          <a:xfrm xmlns:a="http://schemas.openxmlformats.org/drawingml/2006/main" flipH="0" flipV="0">
            <a:off x="7048500" y="3000375"/>
            <a:ext cx="2190750" cy="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6" name="">
            <a:extLst xmlns:a="http://schemas.openxmlformats.org/drawingml/2006/main">
              <a:ext uri="{FF2B5EF4-FFF2-40B4-BE49-F238E27FC236}">
                <a16:creationId xmlns:a16="http://schemas.microsoft.com/office/drawing/2014/main" id="{ECFB8957-11C9-48A3-8427-46DDB98D6E84}"/>
              </a:ext>
            </a:extLst>
          </p:cNvPr>
          <p:cNvSpPr>
            <a:spLocks xmlns:a="http://schemas.openxmlformats.org/drawingml/2006/main" noGrp="1"/>
          </p:cNvSpPr>
          <p:nvPr/>
        </p:nvSpPr>
        <p:spPr>
          <a:xfrm xmlns:a="http://schemas.openxmlformats.org/drawingml/2006/main" flipH="0" flipV="0">
            <a:off x="6096000" y="3524250"/>
            <a:ext cx="0" cy="66675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7" name="">
            <a:extLst xmlns:a="http://schemas.openxmlformats.org/drawingml/2006/main">
              <a:ext uri="{FF2B5EF4-FFF2-40B4-BE49-F238E27FC236}">
                <a16:creationId xmlns:a16="http://schemas.microsoft.com/office/drawing/2014/main" id="{AA65797E-B435-46AE-98E2-2377FEB787B2}"/>
              </a:ext>
            </a:extLst>
          </p:cNvPr>
          <p:cNvSpPr>
            <a:spLocks xmlns:a="http://schemas.openxmlformats.org/drawingml/2006/main" noGrp="1"/>
          </p:cNvSpPr>
          <p:nvPr/>
        </p:nvSpPr>
        <p:spPr>
          <a:xfrm xmlns:a="http://schemas.openxmlformats.org/drawingml/2006/main" flipH="0" flipV="0">
            <a:off x="2943225" y="3000375"/>
            <a:ext cx="2200275" cy="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8" name="">
            <a:extLst xmlns:a="http://schemas.openxmlformats.org/drawingml/2006/main">
              <a:ext uri="{FF2B5EF4-FFF2-40B4-BE49-F238E27FC236}">
                <a16:creationId xmlns:a16="http://schemas.microsoft.com/office/drawing/2014/main" id="{7C7BFCC9-BFA6-4814-8B2C-28B3ACE05D2E}"/>
              </a:ext>
            </a:extLst>
          </p:cNvPr>
          <p:cNvSpPr>
            <a:spLocks xmlns:a="http://schemas.openxmlformats.org/drawingml/2006/main" noGrp="1"/>
          </p:cNvSpPr>
          <p:nvPr/>
        </p:nvSpPr>
        <p:spPr>
          <a:xfrm xmlns:a="http://schemas.openxmlformats.org/drawingml/2006/main">
            <a:off x="6391275" y="21336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fest</a:t>
            </a:r>
          </a:p>
        </p:txBody>
      </p:sp>
      <p:sp>
        <p:nvSpPr>
          <p:cNvPr id="19" name="">
            <a:extLst xmlns:a="http://schemas.openxmlformats.org/drawingml/2006/main">
              <a:ext uri="{FF2B5EF4-FFF2-40B4-BE49-F238E27FC236}">
                <a16:creationId xmlns:a16="http://schemas.microsoft.com/office/drawing/2014/main" id="{7870C3B1-2E13-4B12-A2AA-CE54B30C0C0B}"/>
              </a:ext>
            </a:extLst>
          </p:cNvPr>
          <p:cNvSpPr>
            <a:spLocks xmlns:a="http://schemas.openxmlformats.org/drawingml/2006/main" noGrp="1"/>
          </p:cNvSpPr>
          <p:nvPr/>
        </p:nvSpPr>
        <p:spPr>
          <a:xfrm xmlns:a="http://schemas.openxmlformats.org/drawingml/2006/main">
            <a:off x="7572375" y="25717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fest</a:t>
            </a:r>
          </a:p>
        </p:txBody>
      </p:sp>
      <p:sp>
        <p:nvSpPr>
          <p:cNvPr id="20" name="">
            <a:extLst xmlns:a="http://schemas.openxmlformats.org/drawingml/2006/main">
              <a:ext uri="{FF2B5EF4-FFF2-40B4-BE49-F238E27FC236}">
                <a16:creationId xmlns:a16="http://schemas.microsoft.com/office/drawing/2014/main" id="{35AF55CF-3BEC-490E-9D1B-3CF363310090}"/>
              </a:ext>
            </a:extLst>
          </p:cNvPr>
          <p:cNvSpPr>
            <a:spLocks xmlns:a="http://schemas.openxmlformats.org/drawingml/2006/main" noGrp="1"/>
          </p:cNvSpPr>
          <p:nvPr/>
        </p:nvSpPr>
        <p:spPr>
          <a:xfrm xmlns:a="http://schemas.openxmlformats.org/drawingml/2006/main">
            <a:off x="6400800" y="37433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höchstens kᵢ</a:t>
            </a:r>
          </a:p>
        </p:txBody>
      </p:sp>
      <p:sp>
        <p:nvSpPr>
          <p:cNvPr id="21" name="">
            <a:extLst xmlns:a="http://schemas.openxmlformats.org/drawingml/2006/main">
              <a:ext uri="{FF2B5EF4-FFF2-40B4-BE49-F238E27FC236}">
                <a16:creationId xmlns:a16="http://schemas.microsoft.com/office/drawing/2014/main" id="{59E87725-A407-47E1-82F3-3B2D96BCA89D}"/>
              </a:ext>
            </a:extLst>
          </p:cNvPr>
          <p:cNvSpPr>
            <a:spLocks xmlns:a="http://schemas.openxmlformats.org/drawingml/2006/main" noGrp="1"/>
          </p:cNvSpPr>
          <p:nvPr/>
        </p:nvSpPr>
        <p:spPr>
          <a:xfrm xmlns:a="http://schemas.openxmlformats.org/drawingml/2006/main">
            <a:off x="3333750" y="25717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fest</a:t>
            </a:r>
          </a:p>
        </p:txBody>
      </p:sp>
      <p:sp>
        <p:nvSpPr>
          <p:cNvPr id="22" name="">
            <a:extLst xmlns:a="http://schemas.openxmlformats.org/drawingml/2006/main">
              <a:ext uri="{FF2B5EF4-FFF2-40B4-BE49-F238E27FC236}">
                <a16:creationId xmlns:a16="http://schemas.microsoft.com/office/drawing/2014/main" id="{B204B2F8-C87F-4DBE-87FA-B60C4DB664FF}"/>
              </a:ext>
            </a:extLst>
          </p:cNvPr>
          <p:cNvSpPr>
            <a:spLocks xmlns:a="http://schemas.openxmlformats.org/drawingml/2006/main" noGrp="1"/>
          </p:cNvSpPr>
          <p:nvPr/>
        </p:nvSpPr>
        <p:spPr>
          <a:xfrm xmlns:a="http://schemas.openxmlformats.org/drawingml/2006/main">
            <a:off x="3762375" y="18669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596773"/>
                </a:solidFill>
                <a:latin typeface="Arial"/>
                <a:ea typeface="Arial"/>
                <a:cs typeface="Arial"/>
              </a:defRPr>
            </a:defPPr>
            <a:lvl1pPr>
              <a:defRPr sz="2925" b="0">
                <a:solidFill>
                  <a:srgbClr val="596773"/>
                </a:solidFill>
                <a:latin typeface="Arial"/>
                <a:ea typeface="Arial"/>
                <a:cs typeface="Arial"/>
              </a:defRPr>
            </a:lvl1pPr>
            <a:lvl2pPr>
              <a:defRPr sz="2925" b="0">
                <a:solidFill>
                  <a:srgbClr val="596773"/>
                </a:solidFill>
                <a:latin typeface="Arial"/>
                <a:ea typeface="Arial"/>
                <a:cs typeface="Arial"/>
              </a:defRPr>
            </a:lvl2pPr>
            <a:lvl3pPr>
              <a:defRPr sz="2925" b="0">
                <a:solidFill>
                  <a:srgbClr val="596773"/>
                </a:solidFill>
                <a:latin typeface="Arial"/>
                <a:ea typeface="Arial"/>
                <a:cs typeface="Arial"/>
              </a:defRPr>
            </a:lvl3pPr>
            <a:lvl4pPr>
              <a:defRPr sz="2925" b="0">
                <a:solidFill>
                  <a:srgbClr val="596773"/>
                </a:solidFill>
                <a:latin typeface="Arial"/>
                <a:ea typeface="Arial"/>
                <a:cs typeface="Arial"/>
              </a:defRPr>
            </a:lvl4pPr>
            <a:lvl5pPr>
              <a:defRPr sz="2925" b="0">
                <a:solidFill>
                  <a:srgbClr val="596773"/>
                </a:solidFill>
                <a:latin typeface="Arial"/>
                <a:ea typeface="Arial"/>
                <a:cs typeface="Arial"/>
              </a:defRPr>
            </a:lvl5pPr>
            <a:lvl6pPr>
              <a:defRPr sz="2925" b="0">
                <a:solidFill>
                  <a:srgbClr val="596773"/>
                </a:solidFill>
                <a:latin typeface="Arial"/>
                <a:ea typeface="Arial"/>
                <a:cs typeface="Arial"/>
              </a:defRPr>
            </a:lvl6pPr>
            <a:lvl7pPr>
              <a:defRPr sz="2925" b="0">
                <a:solidFill>
                  <a:srgbClr val="596773"/>
                </a:solidFill>
                <a:latin typeface="Arial"/>
                <a:ea typeface="Arial"/>
                <a:cs typeface="Arial"/>
              </a:defRPr>
            </a:lvl7pPr>
            <a:lvl8pPr>
              <a:defRPr sz="2925" b="0">
                <a:solidFill>
                  <a:srgbClr val="596773"/>
                </a:solidFill>
                <a:latin typeface="Arial"/>
                <a:ea typeface="Arial"/>
                <a:cs typeface="Arial"/>
              </a:defRPr>
            </a:lvl8pPr>
            <a:lvl9pPr>
              <a:defRPr sz="2925" b="0">
                <a:solidFill>
                  <a:srgbClr val="596773"/>
                </a:solidFill>
                <a:latin typeface="Arial"/>
                <a:ea typeface="Arial"/>
                <a:cs typeface="Arial"/>
              </a:defRPr>
            </a:lvl9pPr>
          </a:lstStyle>
          <a:p xmlns:a="http://schemas.openxmlformats.org/drawingml/2006/main">
            <a:pPr>
              <a:defRPr sz="2925" b="0">
                <a:solidFill>
                  <a:srgbClr val="596773"/>
                </a:solidFill>
                <a:latin typeface="Arial"/>
                <a:ea typeface="Arial"/>
                <a:cs typeface="Arial"/>
              </a:defRPr>
            </a:pPr>
            <a:r>
              <a:rPr sz="2925" b="0">
                <a:solidFill>
                  <a:srgbClr val="596773"/>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FA80FF32-8032-49A5-B586-BADEF87D6D6D}"/>
              </a:ext>
            </a:extLst>
          </p:cNvPr>
          <p:cNvSpPr>
            <a:spLocks xmlns:a="http://schemas.openxmlformats.org/drawingml/2006/main" noGrp="1"/>
          </p:cNvSpPr>
          <p:nvPr/>
        </p:nvSpPr>
        <p:spPr>
          <a:xfrm xmlns:a="http://schemas.openxmlformats.org/drawingml/2006/main">
            <a:off x="7848600" y="38576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596773"/>
                </a:solidFill>
                <a:latin typeface="Arial"/>
                <a:ea typeface="Arial"/>
                <a:cs typeface="Arial"/>
              </a:defRPr>
            </a:defPPr>
            <a:lvl1pPr>
              <a:defRPr sz="2925" b="0">
                <a:solidFill>
                  <a:srgbClr val="596773"/>
                </a:solidFill>
                <a:latin typeface="Arial"/>
                <a:ea typeface="Arial"/>
                <a:cs typeface="Arial"/>
              </a:defRPr>
            </a:lvl1pPr>
            <a:lvl2pPr>
              <a:defRPr sz="2925" b="0">
                <a:solidFill>
                  <a:srgbClr val="596773"/>
                </a:solidFill>
                <a:latin typeface="Arial"/>
                <a:ea typeface="Arial"/>
                <a:cs typeface="Arial"/>
              </a:defRPr>
            </a:lvl2pPr>
            <a:lvl3pPr>
              <a:defRPr sz="2925" b="0">
                <a:solidFill>
                  <a:srgbClr val="596773"/>
                </a:solidFill>
                <a:latin typeface="Arial"/>
                <a:ea typeface="Arial"/>
                <a:cs typeface="Arial"/>
              </a:defRPr>
            </a:lvl3pPr>
            <a:lvl4pPr>
              <a:defRPr sz="2925" b="0">
                <a:solidFill>
                  <a:srgbClr val="596773"/>
                </a:solidFill>
                <a:latin typeface="Arial"/>
                <a:ea typeface="Arial"/>
                <a:cs typeface="Arial"/>
              </a:defRPr>
            </a:lvl4pPr>
            <a:lvl5pPr>
              <a:defRPr sz="2925" b="0">
                <a:solidFill>
                  <a:srgbClr val="596773"/>
                </a:solidFill>
                <a:latin typeface="Arial"/>
                <a:ea typeface="Arial"/>
                <a:cs typeface="Arial"/>
              </a:defRPr>
            </a:lvl5pPr>
            <a:lvl6pPr>
              <a:defRPr sz="2925" b="0">
                <a:solidFill>
                  <a:srgbClr val="596773"/>
                </a:solidFill>
                <a:latin typeface="Arial"/>
                <a:ea typeface="Arial"/>
                <a:cs typeface="Arial"/>
              </a:defRPr>
            </a:lvl6pPr>
            <a:lvl7pPr>
              <a:defRPr sz="2925" b="0">
                <a:solidFill>
                  <a:srgbClr val="596773"/>
                </a:solidFill>
                <a:latin typeface="Arial"/>
                <a:ea typeface="Arial"/>
                <a:cs typeface="Arial"/>
              </a:defRPr>
            </a:lvl7pPr>
            <a:lvl8pPr>
              <a:defRPr sz="2925" b="0">
                <a:solidFill>
                  <a:srgbClr val="596773"/>
                </a:solidFill>
                <a:latin typeface="Arial"/>
                <a:ea typeface="Arial"/>
                <a:cs typeface="Arial"/>
              </a:defRPr>
            </a:lvl8pPr>
            <a:lvl9pPr>
              <a:defRPr sz="2925" b="0">
                <a:solidFill>
                  <a:srgbClr val="596773"/>
                </a:solidFill>
                <a:latin typeface="Arial"/>
                <a:ea typeface="Arial"/>
                <a:cs typeface="Arial"/>
              </a:defRPr>
            </a:lvl9pPr>
          </a:lstStyle>
          <a:p xmlns:a="http://schemas.openxmlformats.org/drawingml/2006/main">
            <a:pPr>
              <a:defRPr sz="2925" b="0">
                <a:solidFill>
                  <a:srgbClr val="596773"/>
                </a:solidFill>
                <a:latin typeface="Arial"/>
                <a:ea typeface="Arial"/>
                <a:cs typeface="Arial"/>
              </a:defRPr>
            </a:pPr>
            <a:r>
              <a:rPr sz="2925" b="0">
                <a:solidFill>
                  <a:srgbClr val="5967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4C6198A-231D-4774-9B2D-543F0E8450C2}"/>
              </a:ext>
            </a:extLst>
          </p:cNvPr>
          <p:cNvSpPr>
            <a:spLocks xmlns:a="http://schemas.openxmlformats.org/drawingml/2006/main" noGrp="1"/>
          </p:cNvSpPr>
          <p:nvPr/>
        </p:nvSpPr>
        <p:spPr>
          <a:xfrm xmlns:a="http://schemas.openxmlformats.org/drawingml/2006/main">
            <a:off x="609600" y="52482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Grau: eine feste Kombination q. Blau: mögliche Entities an Position i.</a:t>
            </a:r>
          </a:p>
        </p:txBody>
      </p:sp>
      <p:sp>
        <p:nvSpPr>
          <p:cNvPr id="25" name="">
            <a:extLst xmlns:a="http://schemas.openxmlformats.org/drawingml/2006/main">
              <a:ext uri="{FF2B5EF4-FFF2-40B4-BE49-F238E27FC236}">
                <a16:creationId xmlns:a16="http://schemas.microsoft.com/office/drawing/2014/main" id="{1564ACC1-C64E-4097-9028-B32597E6EEE3}"/>
              </a:ext>
            </a:extLst>
          </p:cNvPr>
          <p:cNvSpPr>
            <a:spLocks xmlns:a="http://schemas.openxmlformats.org/drawingml/2006/main" noGrp="1"/>
          </p:cNvSpPr>
          <p:nvPr/>
        </p:nvSpPr>
        <p:spPr>
          <a:xfrm xmlns:a="http://schemas.openxmlformats.org/drawingml/2006/main">
            <a:off x="609600" y="5791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Für dieses q: höchstens kᵢ verschiedene Ergänzungen x</a:t>
            </a:r>
          </a:p>
        </p:txBody>
      </p:sp>
    </p:spTree>
    <p:extLst>
      <p:ext uri="{BB962C8B-B14F-4D97-AF65-F5344CB8AC3E}">
        <p14:creationId xmlns:p14="http://schemas.microsoft.com/office/powerpoint/2010/main" val="6832644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7B0082-1205-483F-95A5-6EB6879022F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Die gesamte Angabe k₁ : k₂ : … : kₙ</a:t>
            </a:r>
          </a:p>
        </p:txBody>
      </p:sp>
      <p:sp>
        <p:nvSpPr>
          <p:cNvPr id="2" name="">
            <a:extLst xmlns:a="http://schemas.openxmlformats.org/drawingml/2006/main">
              <a:ext uri="{FF2B5EF4-FFF2-40B4-BE49-F238E27FC236}">
                <a16:creationId xmlns:a16="http://schemas.microsoft.com/office/drawing/2014/main" id="{98CC516F-323E-4C35-902D-0F1904FDE0D2}"/>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F3DF0252-051B-4B68-B667-B887F7A0FBAC}"/>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F7248351-5023-4439-8E2F-4DA5E3FFD5B1}"/>
              </a:ext>
            </a:extLst>
          </p:cNvPr>
          <p:cNvSpPr>
            <a:spLocks xmlns:a="http://schemas.openxmlformats.org/drawingml/2006/main" noGrp="1"/>
          </p:cNvSpPr>
          <p:nvPr/>
        </p:nvSpPr>
        <p:spPr>
          <a:xfrm xmlns:a="http://schemas.openxmlformats.org/drawingml/2006/main">
            <a:off x="609600" y="14192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xmlns:a="http://schemas.openxmlformats.org/drawingml/2006/main">
            <a:pPr>
              <a:defRPr sz="2400" b="1">
                <a:solidFill>
                  <a:srgbClr val="005293"/>
                </a:solidFill>
                <a:latin typeface="Arial"/>
                <a:ea typeface="Arial"/>
                <a:cs typeface="Arial"/>
              </a:defRPr>
            </a:pPr>
            <a:r>
              <a:rPr sz="2400" b="1">
                <a:solidFill>
                  <a:srgbClr val="005293"/>
                </a:solidFill>
                <a:latin typeface="Arial"/>
                <a:ea typeface="Arial"/>
                <a:cs typeface="Arial"/>
              </a:rPr>
              <a:t>Für jedes i ∈ {1, …, n} und jedes q gilt: |Fᵢ(q)| ≤ kᵢ</a:t>
            </a:r>
          </a:p>
        </p:txBody>
      </p:sp>
      <p:sp>
        <p:nvSpPr>
          <p:cNvPr id="5" name="">
            <a:extLst xmlns:a="http://schemas.openxmlformats.org/drawingml/2006/main">
              <a:ext uri="{FF2B5EF4-FFF2-40B4-BE49-F238E27FC236}">
                <a16:creationId xmlns:a16="http://schemas.microsoft.com/office/drawing/2014/main" id="{86CAA5FD-1900-49A1-9EA7-F7FCD7597696}"/>
              </a:ext>
            </a:extLst>
          </p:cNvPr>
          <p:cNvSpPr>
            <a:spLocks xmlns:a="http://schemas.openxmlformats.org/drawingml/2006/main" noGrp="1"/>
          </p:cNvSpPr>
          <p:nvPr/>
        </p:nvSpPr>
        <p:spPr>
          <a:xfrm xmlns:a="http://schemas.openxmlformats.org/drawingml/2006/main">
            <a:off x="609600" y="23050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B33"/>
                </a:solidFill>
                <a:latin typeface="Arial"/>
                <a:ea typeface="Arial"/>
                <a:cs typeface="Arial"/>
              </a:defRPr>
            </a:defPPr>
            <a:lvl1pPr>
              <a:defRPr sz="2250" b="0">
                <a:solidFill>
                  <a:srgbClr val="202B33"/>
                </a:solidFill>
                <a:latin typeface="Arial"/>
                <a:ea typeface="Arial"/>
                <a:cs typeface="Arial"/>
              </a:defRPr>
            </a:lvl1pPr>
            <a:lvl2pPr>
              <a:defRPr sz="2250" b="0">
                <a:solidFill>
                  <a:srgbClr val="202B33"/>
                </a:solidFill>
                <a:latin typeface="Arial"/>
                <a:ea typeface="Arial"/>
                <a:cs typeface="Arial"/>
              </a:defRPr>
            </a:lvl2pPr>
            <a:lvl3pPr>
              <a:defRPr sz="2250" b="0">
                <a:solidFill>
                  <a:srgbClr val="202B33"/>
                </a:solidFill>
                <a:latin typeface="Arial"/>
                <a:ea typeface="Arial"/>
                <a:cs typeface="Arial"/>
              </a:defRPr>
            </a:lvl3pPr>
            <a:lvl4pPr>
              <a:defRPr sz="2250" b="0">
                <a:solidFill>
                  <a:srgbClr val="202B33"/>
                </a:solidFill>
                <a:latin typeface="Arial"/>
                <a:ea typeface="Arial"/>
                <a:cs typeface="Arial"/>
              </a:defRPr>
            </a:lvl4pPr>
            <a:lvl5pPr>
              <a:defRPr sz="2250" b="0">
                <a:solidFill>
                  <a:srgbClr val="202B33"/>
                </a:solidFill>
                <a:latin typeface="Arial"/>
                <a:ea typeface="Arial"/>
                <a:cs typeface="Arial"/>
              </a:defRPr>
            </a:lvl5pPr>
            <a:lvl6pPr>
              <a:defRPr sz="2250" b="0">
                <a:solidFill>
                  <a:srgbClr val="202B33"/>
                </a:solidFill>
                <a:latin typeface="Arial"/>
                <a:ea typeface="Arial"/>
                <a:cs typeface="Arial"/>
              </a:defRPr>
            </a:lvl6pPr>
            <a:lvl7pPr>
              <a:defRPr sz="2250" b="0">
                <a:solidFill>
                  <a:srgbClr val="202B33"/>
                </a:solidFill>
                <a:latin typeface="Arial"/>
                <a:ea typeface="Arial"/>
                <a:cs typeface="Arial"/>
              </a:defRPr>
            </a:lvl7pPr>
            <a:lvl8pPr>
              <a:defRPr sz="2250" b="0">
                <a:solidFill>
                  <a:srgbClr val="202B33"/>
                </a:solidFill>
                <a:latin typeface="Arial"/>
                <a:ea typeface="Arial"/>
                <a:cs typeface="Arial"/>
              </a:defRPr>
            </a:lvl8pPr>
            <a:lvl9pPr>
              <a:defRPr sz="2250" b="0">
                <a:solidFill>
                  <a:srgbClr val="202B33"/>
                </a:solidFill>
                <a:latin typeface="Arial"/>
                <a:ea typeface="Arial"/>
                <a:cs typeface="Arial"/>
              </a:defRPr>
            </a:lvl9pPr>
          </a:lstStyle>
          <a:p xmlns:a="http://schemas.openxmlformats.org/drawingml/2006/main">
            <a:pPr>
              <a:defRPr sz="2250" b="0">
                <a:solidFill>
                  <a:srgbClr val="202B33"/>
                </a:solidFill>
                <a:latin typeface="Arial"/>
                <a:ea typeface="Arial"/>
                <a:cs typeface="Arial"/>
              </a:defRPr>
            </a:pPr>
            <a:r>
              <a:rPr sz="2250" b="0">
                <a:solidFill>
                  <a:srgbClr val="202B33"/>
                </a:solidFill>
                <a:latin typeface="Arial"/>
                <a:ea typeface="Arial"/>
                <a:cs typeface="Arial"/>
              </a:rPr>
              <a:t>Jede Rolle hat ihre eigene Bedingung. Alle gelten gleichzeitig.</a:t>
            </a:r>
          </a:p>
        </p:txBody>
      </p:sp>
      <p:graphicFrame>
        <p:nvGraphicFramePr>
          <p:cNvPr id="6" name="">
            <a:extLst xmlns:a="http://schemas.openxmlformats.org/drawingml/2006/main">
              <a:ext uri="{FF2B5EF4-FFF2-40B4-BE49-F238E27FC236}">
                <a16:creationId xmlns:a16="http://schemas.microsoft.com/office/drawing/2014/main" id="{68E5CAEF-2C16-4E22-A399-386CB43C8055}"/>
              </a:ext>
            </a:extLst>
          </p:cNvPr>
          <p:cNvGraphicFramePr/>
          <p:nvPr/>
        </p:nvGraphicFramePr>
        <p:xfrm>
          <a:off xmlns:a="http://schemas.openxmlformats.org/drawingml/2006/main" x="609600" y="3067050"/>
          <a:ext xmlns:a="http://schemas.openxmlformats.org/drawingml/2006/main" cx="10972800" cy="2514600"/>
        </p:xfrm>
        <a:graphic xmlns:a="http://schemas.openxmlformats.org/drawingml/2006/main">
          <a:graphicData uri="http://schemas.openxmlformats.org/drawingml/2006/table">
            <a:tbl>
              <a:tblPr/>
              <a:tblGrid>
                <a:gridCol w="2857500"/>
                <a:gridCol w="8115300"/>
              </a:tblGrid>
              <a:tr h="628650">
                <a:tc>
                  <a:txBody>
                    <a:bodyPr/>
                    <a:lstStyle/>
                    <a:p>
                      <a:r>
                        <a:rPr sz="2025" b="1">
                          <a:solidFill>
                            <a:srgbClr val="FFFFFF"/>
                          </a:solidFill>
                          <a:latin typeface="Arial"/>
                          <a:ea typeface="Arial"/>
                          <a:cs typeface="Arial"/>
                        </a:rPr>
                        <a:t>Grenze an Eᵢ</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Bedeutung bei festem q</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628650">
                <a:tc>
                  <a:txBody>
                    <a:bodyPr/>
                    <a:lstStyle/>
                    <a:p>
                      <a:r>
                        <a:rPr sz="2025" b="0">
                          <a:solidFill>
                            <a:srgbClr val="202B33"/>
                          </a:solidFill>
                          <a:latin typeface="Arial"/>
                          <a:ea typeface="Arial"/>
                          <a:cs typeface="Arial"/>
                        </a:rPr>
                        <a:t>kᵢ = 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höchstens eine Ergänzung: partielle Funktion</a:t>
                      </a:r>
                    </a:p>
                  </a:txBody>
                  <a:tcPr marL="95250" marR="66675" marT="28575" marB="28575" anchor="ctr">
                    <a:lnR w="6668">
                      <a:solidFill>
                        <a:srgbClr val="CBD8E1"/>
                      </a:solidFill>
                    </a:lnR>
                    <a:lnB w="6668">
                      <a:solidFill>
                        <a:srgbClr val="CBD8E1"/>
                      </a:solidFill>
                    </a:lnB>
                    <a:solidFill>
                      <a:srgbClr val="FFFFFF"/>
                    </a:solidFill>
                  </a:tcPr>
                </a:tc>
              </a:tr>
              <a:tr h="628650">
                <a:tc>
                  <a:txBody>
                    <a:bodyPr/>
                    <a:lstStyle/>
                    <a:p>
                      <a:r>
                        <a:rPr sz="2025" b="0">
                          <a:solidFill>
                            <a:srgbClr val="202B33"/>
                          </a:solidFill>
                          <a:latin typeface="Arial"/>
                          <a:ea typeface="Arial"/>
                          <a:cs typeface="Arial"/>
                        </a:rPr>
                        <a:t>kᵢ = k</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höchstens k verschiedene Ergänzungen</a:t>
                      </a:r>
                    </a:p>
                  </a:txBody>
                  <a:tcPr marL="95250" marR="66675" marT="28575" marB="28575" anchor="ctr">
                    <a:lnR w="6668">
                      <a:solidFill>
                        <a:srgbClr val="CBD8E1"/>
                      </a:solidFill>
                    </a:lnR>
                    <a:lnB w="6668">
                      <a:solidFill>
                        <a:srgbClr val="CBD8E1"/>
                      </a:solidFill>
                    </a:lnB>
                    <a:solidFill>
                      <a:srgbClr val="EDF4F9"/>
                    </a:solidFill>
                  </a:tcPr>
                </a:tc>
              </a:tr>
              <a:tr h="628650">
                <a:tc>
                  <a:txBody>
                    <a:bodyPr/>
                    <a:lstStyle/>
                    <a:p>
                      <a:r>
                        <a:rPr sz="2025" b="0">
                          <a:solidFill>
                            <a:srgbClr val="202B33"/>
                          </a:solidFill>
                          <a:latin typeface="Arial"/>
                          <a:ea typeface="Arial"/>
                          <a:cs typeface="Arial"/>
                        </a:rPr>
                        <a:t>kᵢ = *</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keine feste obere Grenze</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4865EA3-304F-45B0-A413-92E52B50118D}"/>
              </a:ext>
            </a:extLst>
          </p:cNvPr>
          <p:cNvSpPr>
            <a:spLocks xmlns:a="http://schemas.openxmlformats.org/drawingml/2006/main" noGrp="1"/>
          </p:cNvSpPr>
          <p:nvPr/>
        </p:nvSpPr>
        <p:spPr>
          <a:xfrm xmlns:a="http://schemas.openxmlformats.org/drawingml/2006/main">
            <a:off x="609600" y="5638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B33"/>
                </a:solidFill>
                <a:latin typeface="Arial"/>
                <a:ea typeface="Arial"/>
                <a:cs typeface="Arial"/>
              </a:defRPr>
            </a:defPPr>
            <a:lvl1pPr>
              <a:defRPr sz="1950" b="0">
                <a:solidFill>
                  <a:srgbClr val="202B33"/>
                </a:solidFill>
                <a:latin typeface="Arial"/>
                <a:ea typeface="Arial"/>
                <a:cs typeface="Arial"/>
              </a:defRPr>
            </a:lvl1pPr>
            <a:lvl2pPr>
              <a:defRPr sz="1950" b="0">
                <a:solidFill>
                  <a:srgbClr val="202B33"/>
                </a:solidFill>
                <a:latin typeface="Arial"/>
                <a:ea typeface="Arial"/>
                <a:cs typeface="Arial"/>
              </a:defRPr>
            </a:lvl2pPr>
            <a:lvl3pPr>
              <a:defRPr sz="1950" b="0">
                <a:solidFill>
                  <a:srgbClr val="202B33"/>
                </a:solidFill>
                <a:latin typeface="Arial"/>
                <a:ea typeface="Arial"/>
                <a:cs typeface="Arial"/>
              </a:defRPr>
            </a:lvl3pPr>
            <a:lvl4pPr>
              <a:defRPr sz="1950" b="0">
                <a:solidFill>
                  <a:srgbClr val="202B33"/>
                </a:solidFill>
                <a:latin typeface="Arial"/>
                <a:ea typeface="Arial"/>
                <a:cs typeface="Arial"/>
              </a:defRPr>
            </a:lvl4pPr>
            <a:lvl5pPr>
              <a:defRPr sz="1950" b="0">
                <a:solidFill>
                  <a:srgbClr val="202B33"/>
                </a:solidFill>
                <a:latin typeface="Arial"/>
                <a:ea typeface="Arial"/>
                <a:cs typeface="Arial"/>
              </a:defRPr>
            </a:lvl5pPr>
            <a:lvl6pPr>
              <a:defRPr sz="1950" b="0">
                <a:solidFill>
                  <a:srgbClr val="202B33"/>
                </a:solidFill>
                <a:latin typeface="Arial"/>
                <a:ea typeface="Arial"/>
                <a:cs typeface="Arial"/>
              </a:defRPr>
            </a:lvl6pPr>
            <a:lvl7pPr>
              <a:defRPr sz="1950" b="0">
                <a:solidFill>
                  <a:srgbClr val="202B33"/>
                </a:solidFill>
                <a:latin typeface="Arial"/>
                <a:ea typeface="Arial"/>
                <a:cs typeface="Arial"/>
              </a:defRPr>
            </a:lvl7pPr>
            <a:lvl8pPr>
              <a:defRPr sz="1950" b="0">
                <a:solidFill>
                  <a:srgbClr val="202B33"/>
                </a:solidFill>
                <a:latin typeface="Arial"/>
                <a:ea typeface="Arial"/>
                <a:cs typeface="Arial"/>
              </a:defRPr>
            </a:lvl8pPr>
            <a:lvl9pPr>
              <a:defRPr sz="1950" b="0">
                <a:solidFill>
                  <a:srgbClr val="202B33"/>
                </a:solidFill>
                <a:latin typeface="Arial"/>
                <a:ea typeface="Arial"/>
                <a:cs typeface="Arial"/>
              </a:defRPr>
            </a:lvl9pPr>
          </a:lstStyle>
          <a:p xmlns:a="http://schemas.openxmlformats.org/drawingml/2006/main">
            <a:pPr>
              <a:defRPr sz="1950" b="0">
                <a:solidFill>
                  <a:srgbClr val="202B33"/>
                </a:solidFill>
                <a:latin typeface="Arial"/>
                <a:ea typeface="Arial"/>
                <a:cs typeface="Arial"/>
              </a:defRPr>
            </a:pPr>
            <a:r>
              <a:rPr sz="1950" b="0">
                <a:solidFill>
                  <a:srgbClr val="202B33"/>
                </a:solidFill>
                <a:latin typeface="Arial"/>
                <a:ea typeface="Arial"/>
                <a:cs typeface="Arial"/>
              </a:rPr>
              <a:t>Die übliche 1/N/M-Notation verwendet 1 und „beliebig viele“.</a:t>
            </a:r>
          </a:p>
          <a:p xmlns:a="http://schemas.openxmlformats.org/drawingml/2006/main">
            <a:pPr>
              <a:defRPr sz="1950" b="0">
                <a:solidFill>
                  <a:srgbClr val="202B33"/>
                </a:solidFill>
                <a:latin typeface="Arial"/>
                <a:ea typeface="Arial"/>
                <a:cs typeface="Arial"/>
              </a:defRPr>
            </a:pPr>
            <a:r>
              <a:rPr sz="1950" b="0">
                <a:solidFill>
                  <a:srgbClr val="202B33"/>
                </a:solidFill>
                <a:latin typeface="Arial"/>
                <a:ea typeface="Arial"/>
                <a:cs typeface="Arial"/>
              </a:rPr>
              <a:t>N und M sind dabei keine konkreten Zahlen.</a:t>
            </a:r>
          </a:p>
        </p:txBody>
      </p:sp>
    </p:spTree>
    <p:extLst>
      <p:ext uri="{BB962C8B-B14F-4D97-AF65-F5344CB8AC3E}">
        <p14:creationId xmlns:p14="http://schemas.microsoft.com/office/powerpoint/2010/main" val="3316590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0C0415-D4E8-4593-99EB-BB61494EA6B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Funktionalität prüfen: nach den übrigen Rollen</a:t>
            </a:r>
          </a:p>
        </p:txBody>
      </p:sp>
      <p:sp>
        <p:nvSpPr>
          <p:cNvPr id="2" name="">
            <a:extLst xmlns:a="http://schemas.openxmlformats.org/drawingml/2006/main">
              <a:ext uri="{FF2B5EF4-FFF2-40B4-BE49-F238E27FC236}">
                <a16:creationId xmlns:a16="http://schemas.microsoft.com/office/drawing/2014/main" id="{A44B1B2C-C954-4160-BB76-5B7DA4C23D55}"/>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A8BA7D06-6540-455A-9F66-B733679C0393}"/>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825C8B0-B9FC-4FEF-9158-404BB948FE91}"/>
              </a:ext>
            </a:extLst>
          </p:cNvPr>
          <p:cNvSpPr>
            <a:spLocks xmlns:a="http://schemas.openxmlformats.org/drawingml/2006/main" noGrp="1"/>
          </p:cNvSpPr>
          <p:nvPr/>
        </p:nvSpPr>
        <p:spPr>
          <a:xfrm xmlns:a="http://schemas.openxmlformats.org/drawingml/2006/main">
            <a:off x="609600" y="1390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5293"/>
                </a:solidFill>
                <a:latin typeface="Arial"/>
                <a:ea typeface="Arial"/>
                <a:cs typeface="Arial"/>
              </a:defRPr>
            </a:defPPr>
            <a:lvl1pPr>
              <a:defRPr sz="2325" b="1">
                <a:solidFill>
                  <a:srgbClr val="005293"/>
                </a:solidFill>
                <a:latin typeface="Arial"/>
                <a:ea typeface="Arial"/>
                <a:cs typeface="Arial"/>
              </a:defRPr>
            </a:lvl1pPr>
            <a:lvl2pPr>
              <a:defRPr sz="2325" b="1">
                <a:solidFill>
                  <a:srgbClr val="005293"/>
                </a:solidFill>
                <a:latin typeface="Arial"/>
                <a:ea typeface="Arial"/>
                <a:cs typeface="Arial"/>
              </a:defRPr>
            </a:lvl2pPr>
            <a:lvl3pPr>
              <a:defRPr sz="2325" b="1">
                <a:solidFill>
                  <a:srgbClr val="005293"/>
                </a:solidFill>
                <a:latin typeface="Arial"/>
                <a:ea typeface="Arial"/>
                <a:cs typeface="Arial"/>
              </a:defRPr>
            </a:lvl3pPr>
            <a:lvl4pPr>
              <a:defRPr sz="2325" b="1">
                <a:solidFill>
                  <a:srgbClr val="005293"/>
                </a:solidFill>
                <a:latin typeface="Arial"/>
                <a:ea typeface="Arial"/>
                <a:cs typeface="Arial"/>
              </a:defRPr>
            </a:lvl4pPr>
            <a:lvl5pPr>
              <a:defRPr sz="2325" b="1">
                <a:solidFill>
                  <a:srgbClr val="005293"/>
                </a:solidFill>
                <a:latin typeface="Arial"/>
                <a:ea typeface="Arial"/>
                <a:cs typeface="Arial"/>
              </a:defRPr>
            </a:lvl5pPr>
            <a:lvl6pPr>
              <a:defRPr sz="2325" b="1">
                <a:solidFill>
                  <a:srgbClr val="005293"/>
                </a:solidFill>
                <a:latin typeface="Arial"/>
                <a:ea typeface="Arial"/>
                <a:cs typeface="Arial"/>
              </a:defRPr>
            </a:lvl6pPr>
            <a:lvl7pPr>
              <a:defRPr sz="2325" b="1">
                <a:solidFill>
                  <a:srgbClr val="005293"/>
                </a:solidFill>
                <a:latin typeface="Arial"/>
                <a:ea typeface="Arial"/>
                <a:cs typeface="Arial"/>
              </a:defRPr>
            </a:lvl7pPr>
            <a:lvl8pPr>
              <a:defRPr sz="2325" b="1">
                <a:solidFill>
                  <a:srgbClr val="005293"/>
                </a:solidFill>
                <a:latin typeface="Arial"/>
                <a:ea typeface="Arial"/>
                <a:cs typeface="Arial"/>
              </a:defRPr>
            </a:lvl8pPr>
            <a:lvl9pPr>
              <a:defRPr sz="2325" b="1">
                <a:solidFill>
                  <a:srgbClr val="005293"/>
                </a:solidFill>
                <a:latin typeface="Arial"/>
                <a:ea typeface="Arial"/>
                <a:cs typeface="Arial"/>
              </a:defRPr>
            </a:lvl9pPr>
          </a:lstStyle>
          <a:p xmlns:a="http://schemas.openxmlformats.org/drawingml/2006/main">
            <a:pPr>
              <a:defRPr sz="2325" b="1">
                <a:solidFill>
                  <a:srgbClr val="005293"/>
                </a:solidFill>
                <a:latin typeface="Arial"/>
                <a:ea typeface="Arial"/>
                <a:cs typeface="Arial"/>
              </a:defRPr>
            </a:pPr>
            <a:r>
              <a:rPr sz="2325" b="1">
                <a:solidFill>
                  <a:srgbClr val="005293"/>
                </a:solidFill>
                <a:latin typeface="Arial"/>
                <a:ea typeface="Arial"/>
                <a:cs typeface="Arial"/>
              </a:rPr>
              <a:t>Gruppiere die Tupel nach allen n − 1 Positionen außer i.</a:t>
            </a:r>
          </a:p>
        </p:txBody>
      </p:sp>
      <p:graphicFrame>
        <p:nvGraphicFramePr>
          <p:cNvPr id="5" name="">
            <a:extLst xmlns:a="http://schemas.openxmlformats.org/drawingml/2006/main">
              <a:ext uri="{FF2B5EF4-FFF2-40B4-BE49-F238E27FC236}">
                <a16:creationId xmlns:a16="http://schemas.microsoft.com/office/drawing/2014/main" id="{F33F11DA-1247-46BB-BA65-38D9C9B05AF5}"/>
              </a:ext>
            </a:extLst>
          </p:cNvPr>
          <p:cNvGraphicFramePr/>
          <p:nvPr/>
        </p:nvGraphicFramePr>
        <p:xfrm>
          <a:off xmlns:a="http://schemas.openxmlformats.org/drawingml/2006/main" x="609600" y="2333625"/>
          <a:ext xmlns:a="http://schemas.openxmlformats.org/drawingml/2006/main" cx="10972800" cy="2743200"/>
        </p:xfrm>
        <a:graphic xmlns:a="http://schemas.openxmlformats.org/drawingml/2006/main">
          <a:graphicData uri="http://schemas.openxmlformats.org/drawingml/2006/table">
            <a:tbl>
              <a:tblPr/>
              <a:tblGrid>
                <a:gridCol w="3333750"/>
                <a:gridCol w="5162550"/>
                <a:gridCol w="2476500"/>
              </a:tblGrid>
              <a:tr h="685800">
                <a:tc>
                  <a:txBody>
                    <a:bodyPr/>
                    <a:lstStyle/>
                    <a:p>
                      <a:r>
                        <a:rPr sz="2100" b="1">
                          <a:solidFill>
                            <a:srgbClr val="FFFFFF"/>
                          </a:solidFill>
                          <a:latin typeface="Arial"/>
                          <a:ea typeface="Arial"/>
                          <a:cs typeface="Arial"/>
                        </a:rPr>
                        <a:t>Feste Kombination q</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100" b="1">
                          <a:solidFill>
                            <a:srgbClr val="FFFFFF"/>
                          </a:solidFill>
                          <a:latin typeface="Arial"/>
                          <a:ea typeface="Arial"/>
                          <a:cs typeface="Arial"/>
                        </a:rPr>
                        <a:t>Ergänzungen in Eᵢ</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100" b="1">
                          <a:solidFill>
                            <a:srgbClr val="FFFFFF"/>
                          </a:solidFill>
                          <a:latin typeface="Arial"/>
                          <a:ea typeface="Arial"/>
                          <a:cs typeface="Arial"/>
                        </a:rPr>
                        <a:t>Anzahl</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685800">
                <a:tc>
                  <a:txBody>
                    <a:bodyPr/>
                    <a:lstStyle/>
                    <a:p>
                      <a:r>
                        <a:rPr sz="2100" b="0">
                          <a:solidFill>
                            <a:srgbClr val="202B33"/>
                          </a:solidFill>
                          <a:latin typeface="Arial"/>
                          <a:ea typeface="Arial"/>
                          <a:cs typeface="Arial"/>
                        </a:rPr>
                        <a:t>q₁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{a₁, …, aₖ}</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k</a:t>
                      </a:r>
                    </a:p>
                  </a:txBody>
                  <a:tcPr marL="95250" marR="66675" marT="28575" marB="28575" anchor="ctr">
                    <a:lnR w="6668">
                      <a:solidFill>
                        <a:srgbClr val="CBD8E1"/>
                      </a:solidFill>
                    </a:lnR>
                    <a:lnB w="6668">
                      <a:solidFill>
                        <a:srgbClr val="CBD8E1"/>
                      </a:solidFill>
                    </a:lnB>
                    <a:solidFill>
                      <a:srgbClr val="FFFFFF"/>
                    </a:solidFill>
                  </a:tcPr>
                </a:tc>
              </a:tr>
              <a:tr h="685800">
                <a:tc>
                  <a:txBody>
                    <a:bodyPr/>
                    <a:lstStyle/>
                    <a:p>
                      <a:r>
                        <a:rPr sz="2100" b="0">
                          <a:solidFill>
                            <a:srgbClr val="202B33"/>
                          </a:solidFill>
                          <a:latin typeface="Arial"/>
                          <a:ea typeface="Arial"/>
                          <a:cs typeface="Arial"/>
                        </a:rPr>
                        <a:t>q₂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{b₁, …, bₖ₊₁}</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k + 1</a:t>
                      </a:r>
                    </a:p>
                  </a:txBody>
                  <a:tcPr marL="95250" marR="66675" marT="28575" marB="28575" anchor="ctr">
                    <a:lnR w="6668">
                      <a:solidFill>
                        <a:srgbClr val="CBD8E1"/>
                      </a:solidFill>
                    </a:lnR>
                    <a:lnB w="6668">
                      <a:solidFill>
                        <a:srgbClr val="CBD8E1"/>
                      </a:solidFill>
                    </a:lnB>
                    <a:solidFill>
                      <a:srgbClr val="EDF4F9"/>
                    </a:solidFill>
                  </a:tcPr>
                </a:tc>
              </a:tr>
              <a:tr h="685800">
                <a:tc>
                  <a:txBody>
                    <a:bodyPr/>
                    <a:lstStyle/>
                    <a:p>
                      <a:r>
                        <a:rPr sz="2100" b="0">
                          <a:solidFill>
                            <a:srgbClr val="202B33"/>
                          </a:solidFill>
                          <a:latin typeface="Arial"/>
                          <a:ea typeface="Arial"/>
                          <a:cs typeface="Arial"/>
                        </a:rPr>
                        <a:t>q₃</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0</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F8FF9B9-B017-41F2-9D5C-409953D42379}"/>
              </a:ext>
            </a:extLst>
          </p:cNvPr>
          <p:cNvSpPr>
            <a:spLocks xmlns:a="http://schemas.openxmlformats.org/drawingml/2006/main" noGrp="1"/>
          </p:cNvSpPr>
          <p:nvPr/>
        </p:nvSpPr>
        <p:spPr>
          <a:xfrm xmlns:a="http://schemas.openxmlformats.org/drawingml/2006/main">
            <a:off x="609600" y="5505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rPr sz="2175" b="1">
                <a:solidFill>
                  <a:srgbClr val="005293"/>
                </a:solidFill>
                <a:latin typeface="Arial"/>
                <a:ea typeface="Arial"/>
                <a:cs typeface="Arial"/>
              </a:rPr>
              <a:t>Bei Grenze k: q₁ und q₃ sind erlaubt, q₂ verletzt die Bedingung.</a:t>
            </a:r>
          </a:p>
        </p:txBody>
      </p:sp>
    </p:spTree>
    <p:extLst>
      <p:ext uri="{BB962C8B-B14F-4D97-AF65-F5344CB8AC3E}">
        <p14:creationId xmlns:p14="http://schemas.microsoft.com/office/powerpoint/2010/main" val="17612747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DA947F-CF3F-42EB-94FC-C6AA77228A3B}"/>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Allgemeine (min, max)-Beschränkung</a:t>
            </a:r>
          </a:p>
        </p:txBody>
      </p:sp>
      <p:sp>
        <p:nvSpPr>
          <p:cNvPr id="2" name="">
            <a:extLst xmlns:a="http://schemas.openxmlformats.org/drawingml/2006/main">
              <a:ext uri="{FF2B5EF4-FFF2-40B4-BE49-F238E27FC236}">
                <a16:creationId xmlns:a16="http://schemas.microsoft.com/office/drawing/2014/main" id="{7EDDF407-CD58-4EB2-B95B-E331507C530D}"/>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D799A205-BF47-49AD-9590-3349F261933B}"/>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40A13E4-4A61-4F34-8508-3753265C92E7}"/>
              </a:ext>
            </a:extLst>
          </p:cNvPr>
          <p:cNvSpPr>
            <a:spLocks xmlns:a="http://schemas.openxmlformats.org/drawingml/2006/main" noGrp="1"/>
          </p:cNvSpPr>
          <p:nvPr/>
        </p:nvSpPr>
        <p:spPr>
          <a:xfrm xmlns:a="http://schemas.openxmlformats.org/drawingml/2006/main">
            <a:off x="609600" y="1390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5293"/>
                </a:solidFill>
                <a:latin typeface="Arial"/>
                <a:ea typeface="Arial"/>
                <a:cs typeface="Arial"/>
              </a:defRPr>
            </a:defPPr>
            <a:lvl1pPr>
              <a:defRPr sz="2325" b="1">
                <a:solidFill>
                  <a:srgbClr val="005293"/>
                </a:solidFill>
                <a:latin typeface="Arial"/>
                <a:ea typeface="Arial"/>
                <a:cs typeface="Arial"/>
              </a:defRPr>
            </a:lvl1pPr>
            <a:lvl2pPr>
              <a:defRPr sz="2325" b="1">
                <a:solidFill>
                  <a:srgbClr val="005293"/>
                </a:solidFill>
                <a:latin typeface="Arial"/>
                <a:ea typeface="Arial"/>
                <a:cs typeface="Arial"/>
              </a:defRPr>
            </a:lvl2pPr>
            <a:lvl3pPr>
              <a:defRPr sz="2325" b="1">
                <a:solidFill>
                  <a:srgbClr val="005293"/>
                </a:solidFill>
                <a:latin typeface="Arial"/>
                <a:ea typeface="Arial"/>
                <a:cs typeface="Arial"/>
              </a:defRPr>
            </a:lvl3pPr>
            <a:lvl4pPr>
              <a:defRPr sz="2325" b="1">
                <a:solidFill>
                  <a:srgbClr val="005293"/>
                </a:solidFill>
                <a:latin typeface="Arial"/>
                <a:ea typeface="Arial"/>
                <a:cs typeface="Arial"/>
              </a:defRPr>
            </a:lvl4pPr>
            <a:lvl5pPr>
              <a:defRPr sz="2325" b="1">
                <a:solidFill>
                  <a:srgbClr val="005293"/>
                </a:solidFill>
                <a:latin typeface="Arial"/>
                <a:ea typeface="Arial"/>
                <a:cs typeface="Arial"/>
              </a:defRPr>
            </a:lvl5pPr>
            <a:lvl6pPr>
              <a:defRPr sz="2325" b="1">
                <a:solidFill>
                  <a:srgbClr val="005293"/>
                </a:solidFill>
                <a:latin typeface="Arial"/>
                <a:ea typeface="Arial"/>
                <a:cs typeface="Arial"/>
              </a:defRPr>
            </a:lvl6pPr>
            <a:lvl7pPr>
              <a:defRPr sz="2325" b="1">
                <a:solidFill>
                  <a:srgbClr val="005293"/>
                </a:solidFill>
                <a:latin typeface="Arial"/>
                <a:ea typeface="Arial"/>
                <a:cs typeface="Arial"/>
              </a:defRPr>
            </a:lvl7pPr>
            <a:lvl8pPr>
              <a:defRPr sz="2325" b="1">
                <a:solidFill>
                  <a:srgbClr val="005293"/>
                </a:solidFill>
                <a:latin typeface="Arial"/>
                <a:ea typeface="Arial"/>
                <a:cs typeface="Arial"/>
              </a:defRPr>
            </a:lvl8pPr>
            <a:lvl9pPr>
              <a:defRPr sz="2325" b="1">
                <a:solidFill>
                  <a:srgbClr val="005293"/>
                </a:solidFill>
                <a:latin typeface="Arial"/>
                <a:ea typeface="Arial"/>
                <a:cs typeface="Arial"/>
              </a:defRPr>
            </a:lvl9pPr>
          </a:lstStyle>
          <a:p xmlns:a="http://schemas.openxmlformats.org/drawingml/2006/main">
            <a:pPr>
              <a:defRPr sz="2325" b="1">
                <a:solidFill>
                  <a:srgbClr val="005293"/>
                </a:solidFill>
                <a:latin typeface="Arial"/>
                <a:ea typeface="Arial"/>
                <a:cs typeface="Arial"/>
              </a:defRPr>
            </a:pPr>
            <a:r>
              <a:rPr sz="2325" b="1">
                <a:solidFill>
                  <a:srgbClr val="005293"/>
                </a:solidFill>
                <a:latin typeface="Arial"/>
                <a:ea typeface="Arial"/>
                <a:cs typeface="Arial"/>
              </a:rPr>
              <a:t>Fixiere ein einzelnes Entity a ∈ Eᵢ.</a:t>
            </a:r>
          </a:p>
        </p:txBody>
      </p:sp>
      <p:sp>
        <p:nvSpPr>
          <p:cNvPr id="5" name="">
            <a:extLst xmlns:a="http://schemas.openxmlformats.org/drawingml/2006/main">
              <a:ext uri="{FF2B5EF4-FFF2-40B4-BE49-F238E27FC236}">
                <a16:creationId xmlns:a16="http://schemas.microsoft.com/office/drawing/2014/main" id="{4C6ABD6E-72F4-41A6-ADE4-82F8D22FC37D}"/>
              </a:ext>
            </a:extLst>
          </p:cNvPr>
          <p:cNvSpPr>
            <a:spLocks xmlns:a="http://schemas.openxmlformats.org/drawingml/2006/main" noGrp="1"/>
          </p:cNvSpPr>
          <p:nvPr/>
        </p:nvSpPr>
        <p:spPr>
          <a:xfrm xmlns:a="http://schemas.openxmlformats.org/drawingml/2006/main">
            <a:off x="609600" y="2286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05293"/>
                </a:solidFill>
                <a:latin typeface="Arial"/>
                <a:ea typeface="Arial"/>
                <a:cs typeface="Arial"/>
              </a:defRPr>
            </a:defPPr>
            <a:lvl1pPr>
              <a:defRPr sz="2850" b="1">
                <a:solidFill>
                  <a:srgbClr val="005293"/>
                </a:solidFill>
                <a:latin typeface="Arial"/>
                <a:ea typeface="Arial"/>
                <a:cs typeface="Arial"/>
              </a:defRPr>
            </a:lvl1pPr>
            <a:lvl2pPr>
              <a:defRPr sz="2850" b="1">
                <a:solidFill>
                  <a:srgbClr val="005293"/>
                </a:solidFill>
                <a:latin typeface="Arial"/>
                <a:ea typeface="Arial"/>
                <a:cs typeface="Arial"/>
              </a:defRPr>
            </a:lvl2pPr>
            <a:lvl3pPr>
              <a:defRPr sz="2850" b="1">
                <a:solidFill>
                  <a:srgbClr val="005293"/>
                </a:solidFill>
                <a:latin typeface="Arial"/>
                <a:ea typeface="Arial"/>
                <a:cs typeface="Arial"/>
              </a:defRPr>
            </a:lvl3pPr>
            <a:lvl4pPr>
              <a:defRPr sz="2850" b="1">
                <a:solidFill>
                  <a:srgbClr val="005293"/>
                </a:solidFill>
                <a:latin typeface="Arial"/>
                <a:ea typeface="Arial"/>
                <a:cs typeface="Arial"/>
              </a:defRPr>
            </a:lvl4pPr>
            <a:lvl5pPr>
              <a:defRPr sz="2850" b="1">
                <a:solidFill>
                  <a:srgbClr val="005293"/>
                </a:solidFill>
                <a:latin typeface="Arial"/>
                <a:ea typeface="Arial"/>
                <a:cs typeface="Arial"/>
              </a:defRPr>
            </a:lvl5pPr>
            <a:lvl6pPr>
              <a:defRPr sz="2850" b="1">
                <a:solidFill>
                  <a:srgbClr val="005293"/>
                </a:solidFill>
                <a:latin typeface="Arial"/>
                <a:ea typeface="Arial"/>
                <a:cs typeface="Arial"/>
              </a:defRPr>
            </a:lvl6pPr>
            <a:lvl7pPr>
              <a:defRPr sz="2850" b="1">
                <a:solidFill>
                  <a:srgbClr val="005293"/>
                </a:solidFill>
                <a:latin typeface="Arial"/>
                <a:ea typeface="Arial"/>
                <a:cs typeface="Arial"/>
              </a:defRPr>
            </a:lvl7pPr>
            <a:lvl8pPr>
              <a:defRPr sz="2850" b="1">
                <a:solidFill>
                  <a:srgbClr val="005293"/>
                </a:solidFill>
                <a:latin typeface="Arial"/>
                <a:ea typeface="Arial"/>
                <a:cs typeface="Arial"/>
              </a:defRPr>
            </a:lvl8pPr>
            <a:lvl9pPr>
              <a:defRPr sz="2850" b="1">
                <a:solidFill>
                  <a:srgbClr val="005293"/>
                </a:solidFill>
                <a:latin typeface="Arial"/>
                <a:ea typeface="Arial"/>
                <a:cs typeface="Arial"/>
              </a:defRPr>
            </a:lvl9pPr>
          </a:lstStyle>
          <a:p xmlns:a="http://schemas.openxmlformats.org/drawingml/2006/main">
            <a:pPr>
              <a:defRPr sz="2850" b="1">
                <a:solidFill>
                  <a:srgbClr val="005293"/>
                </a:solidFill>
                <a:latin typeface="Arial"/>
                <a:ea typeface="Arial"/>
                <a:cs typeface="Arial"/>
              </a:defRPr>
            </a:pPr>
            <a:r>
              <a:rPr sz="2850" b="1">
                <a:solidFill>
                  <a:srgbClr val="005293"/>
                </a:solidFill>
                <a:latin typeface="Arial"/>
                <a:ea typeface="Arial"/>
                <a:cs typeface="Arial"/>
              </a:rPr>
              <a:t>dᵢ(a) = |{ (e₁, …, eₙ) ∈ R : eᵢ = a }|</a:t>
            </a:r>
          </a:p>
        </p:txBody>
      </p:sp>
      <p:sp>
        <p:nvSpPr>
          <p:cNvPr id="6" name="">
            <a:extLst xmlns:a="http://schemas.openxmlformats.org/drawingml/2006/main">
              <a:ext uri="{FF2B5EF4-FFF2-40B4-BE49-F238E27FC236}">
                <a16:creationId xmlns:a16="http://schemas.microsoft.com/office/drawing/2014/main" id="{89A1542B-A8F6-4EBB-BAD1-182985A9A5FC}"/>
              </a:ext>
            </a:extLst>
          </p:cNvPr>
          <p:cNvSpPr>
            <a:spLocks xmlns:a="http://schemas.openxmlformats.org/drawingml/2006/main" noGrp="1"/>
          </p:cNvSpPr>
          <p:nvPr/>
        </p:nvSpPr>
        <p:spPr>
          <a:xfrm xmlns:a="http://schemas.openxmlformats.org/drawingml/2006/main">
            <a:off x="609600" y="32575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dᵢ(a) zählt alle Beziehungstupel, an denen a in Rolle i teilnimmt.</a:t>
            </a:r>
          </a:p>
        </p:txBody>
      </p:sp>
      <p:sp>
        <p:nvSpPr>
          <p:cNvPr id="7" name="">
            <a:extLst xmlns:a="http://schemas.openxmlformats.org/drawingml/2006/main">
              <a:ext uri="{FF2B5EF4-FFF2-40B4-BE49-F238E27FC236}">
                <a16:creationId xmlns:a16="http://schemas.microsoft.com/office/drawing/2014/main" id="{4B79B586-D8D2-4C20-A590-08FE590A87E2}"/>
              </a:ext>
            </a:extLst>
          </p:cNvPr>
          <p:cNvSpPr>
            <a:spLocks xmlns:a="http://schemas.openxmlformats.org/drawingml/2006/main" noGrp="1"/>
          </p:cNvSpPr>
          <p:nvPr/>
        </p:nvSpPr>
        <p:spPr>
          <a:xfrm xmlns:a="http://schemas.openxmlformats.org/drawingml/2006/main">
            <a:off x="609600" y="41052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5293"/>
                </a:solidFill>
                <a:latin typeface="Arial"/>
                <a:ea typeface="Arial"/>
                <a:cs typeface="Arial"/>
              </a:defRPr>
            </a:defPPr>
            <a:lvl1pPr>
              <a:defRPr sz="2700" b="1">
                <a:solidFill>
                  <a:srgbClr val="005293"/>
                </a:solidFill>
                <a:latin typeface="Arial"/>
                <a:ea typeface="Arial"/>
                <a:cs typeface="Arial"/>
              </a:defRPr>
            </a:lvl1pPr>
            <a:lvl2pPr>
              <a:defRPr sz="2700" b="1">
                <a:solidFill>
                  <a:srgbClr val="005293"/>
                </a:solidFill>
                <a:latin typeface="Arial"/>
                <a:ea typeface="Arial"/>
                <a:cs typeface="Arial"/>
              </a:defRPr>
            </a:lvl2pPr>
            <a:lvl3pPr>
              <a:defRPr sz="2700" b="1">
                <a:solidFill>
                  <a:srgbClr val="005293"/>
                </a:solidFill>
                <a:latin typeface="Arial"/>
                <a:ea typeface="Arial"/>
                <a:cs typeface="Arial"/>
              </a:defRPr>
            </a:lvl3pPr>
            <a:lvl4pPr>
              <a:defRPr sz="2700" b="1">
                <a:solidFill>
                  <a:srgbClr val="005293"/>
                </a:solidFill>
                <a:latin typeface="Arial"/>
                <a:ea typeface="Arial"/>
                <a:cs typeface="Arial"/>
              </a:defRPr>
            </a:lvl4pPr>
            <a:lvl5pPr>
              <a:defRPr sz="2700" b="1">
                <a:solidFill>
                  <a:srgbClr val="005293"/>
                </a:solidFill>
                <a:latin typeface="Arial"/>
                <a:ea typeface="Arial"/>
                <a:cs typeface="Arial"/>
              </a:defRPr>
            </a:lvl5pPr>
            <a:lvl6pPr>
              <a:defRPr sz="2700" b="1">
                <a:solidFill>
                  <a:srgbClr val="005293"/>
                </a:solidFill>
                <a:latin typeface="Arial"/>
                <a:ea typeface="Arial"/>
                <a:cs typeface="Arial"/>
              </a:defRPr>
            </a:lvl6pPr>
            <a:lvl7pPr>
              <a:defRPr sz="2700" b="1">
                <a:solidFill>
                  <a:srgbClr val="005293"/>
                </a:solidFill>
                <a:latin typeface="Arial"/>
                <a:ea typeface="Arial"/>
                <a:cs typeface="Arial"/>
              </a:defRPr>
            </a:lvl7pPr>
            <a:lvl8pPr>
              <a:defRPr sz="2700" b="1">
                <a:solidFill>
                  <a:srgbClr val="005293"/>
                </a:solidFill>
                <a:latin typeface="Arial"/>
                <a:ea typeface="Arial"/>
                <a:cs typeface="Arial"/>
              </a:defRPr>
            </a:lvl8pPr>
            <a:lvl9pPr>
              <a:defRPr sz="2700" b="1">
                <a:solidFill>
                  <a:srgbClr val="005293"/>
                </a:solidFill>
                <a:latin typeface="Arial"/>
                <a:ea typeface="Arial"/>
                <a:cs typeface="Arial"/>
              </a:defRPr>
            </a:lvl9pPr>
          </a:lstStyle>
          <a:p xmlns:a="http://schemas.openxmlformats.org/drawingml/2006/main">
            <a:pPr>
              <a:defRPr sz="2700" b="1">
                <a:solidFill>
                  <a:srgbClr val="005293"/>
                </a:solidFill>
                <a:latin typeface="Arial"/>
                <a:ea typeface="Arial"/>
                <a:cs typeface="Arial"/>
              </a:defRPr>
            </a:pPr>
            <a:r>
              <a:rPr sz="2700" b="1">
                <a:solidFill>
                  <a:srgbClr val="005293"/>
                </a:solidFill>
                <a:latin typeface="Arial"/>
                <a:ea typeface="Arial"/>
                <a:cs typeface="Arial"/>
              </a:rPr>
              <a:t>Für jedes a ∈ Eᵢ gilt: minᵢ ≤ dᵢ(a) ≤ maxᵢ</a:t>
            </a:r>
          </a:p>
        </p:txBody>
      </p:sp>
      <p:sp>
        <p:nvSpPr>
          <p:cNvPr id="8" name="">
            <a:extLst xmlns:a="http://schemas.openxmlformats.org/drawingml/2006/main">
              <a:ext uri="{FF2B5EF4-FFF2-40B4-BE49-F238E27FC236}">
                <a16:creationId xmlns:a16="http://schemas.microsoft.com/office/drawing/2014/main" id="{83F2D2CE-B1F3-43DC-A4A0-0D557918527C}"/>
              </a:ext>
            </a:extLst>
          </p:cNvPr>
          <p:cNvSpPr>
            <a:spLocks xmlns:a="http://schemas.openxmlformats.org/drawingml/2006/main" noGrp="1"/>
          </p:cNvSpPr>
          <p:nvPr/>
        </p:nvSpPr>
        <p:spPr>
          <a:xfrm xmlns:a="http://schemas.openxmlformats.org/drawingml/2006/main">
            <a:off x="609600" y="52482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Die übrigen n − 1 Positionen dürfen beliebig variieren.</a:t>
            </a:r>
          </a:p>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Gezählt werden ganze Tupel, nicht Partner einer einzelnen anderen Rolle.</a:t>
            </a:r>
          </a:p>
        </p:txBody>
      </p:sp>
    </p:spTree>
    <p:extLst>
      <p:ext uri="{BB962C8B-B14F-4D97-AF65-F5344CB8AC3E}">
        <p14:creationId xmlns:p14="http://schemas.microsoft.com/office/powerpoint/2010/main" val="9988015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A005FC9-2416-4E7A-A8BA-3CDD7964263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Min–max: ein Entity fest, übrige Rollen variabel</a:t>
            </a:r>
          </a:p>
        </p:txBody>
      </p:sp>
      <p:sp>
        <p:nvSpPr>
          <p:cNvPr id="2" name="">
            <a:extLst xmlns:a="http://schemas.openxmlformats.org/drawingml/2006/main">
              <a:ext uri="{FF2B5EF4-FFF2-40B4-BE49-F238E27FC236}">
                <a16:creationId xmlns:a16="http://schemas.microsoft.com/office/drawing/2014/main" id="{9A94C481-7528-4E09-AAEB-00A21DEA5948}"/>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72280B4C-B501-4CE9-84ED-B59C23C650A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2C901BC4-2A80-4D87-B088-7A4D0C30AC1E}"/>
              </a:ext>
            </a:extLst>
          </p:cNvPr>
          <p:cNvSpPr>
            <a:spLocks xmlns:a="http://schemas.openxmlformats.org/drawingml/2006/main" noGrp="1"/>
          </p:cNvSpPr>
          <p:nvPr/>
        </p:nvSpPr>
        <p:spPr>
          <a:xfrm xmlns:a="http://schemas.openxmlformats.org/drawingml/2006/main">
            <a:off x="4953000" y="1428750"/>
            <a:ext cx="2286000"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5" name="">
            <a:extLst xmlns:a="http://schemas.openxmlformats.org/drawingml/2006/main">
              <a:ext uri="{FF2B5EF4-FFF2-40B4-BE49-F238E27FC236}">
                <a16:creationId xmlns:a16="http://schemas.microsoft.com/office/drawing/2014/main" id="{FFFA99CD-7068-4D2F-8747-6CD39C515881}"/>
              </a:ext>
            </a:extLst>
          </p:cNvPr>
          <p:cNvSpPr>
            <a:spLocks xmlns:a="http://schemas.openxmlformats.org/drawingml/2006/main" noGrp="1"/>
          </p:cNvSpPr>
          <p:nvPr/>
        </p:nvSpPr>
        <p:spPr>
          <a:xfrm xmlns:a="http://schemas.openxmlformats.org/drawingml/2006/main">
            <a:off x="5029200" y="159067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E₁ variabel</a:t>
            </a:r>
          </a:p>
        </p:txBody>
      </p:sp>
      <p:sp>
        <p:nvSpPr>
          <p:cNvPr id="6" name="">
            <a:extLst xmlns:a="http://schemas.openxmlformats.org/drawingml/2006/main">
              <a:ext uri="{FF2B5EF4-FFF2-40B4-BE49-F238E27FC236}">
                <a16:creationId xmlns:a16="http://schemas.microsoft.com/office/drawing/2014/main" id="{76229A98-644E-4A84-BBB5-36C23F615306}"/>
              </a:ext>
            </a:extLst>
          </p:cNvPr>
          <p:cNvSpPr>
            <a:spLocks xmlns:a="http://schemas.openxmlformats.org/drawingml/2006/main" noGrp="1"/>
          </p:cNvSpPr>
          <p:nvPr/>
        </p:nvSpPr>
        <p:spPr>
          <a:xfrm xmlns:a="http://schemas.openxmlformats.org/drawingml/2006/main">
            <a:off x="9239250" y="2667000"/>
            <a:ext cx="2333625"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7" name="">
            <a:extLst xmlns:a="http://schemas.openxmlformats.org/drawingml/2006/main">
              <a:ext uri="{FF2B5EF4-FFF2-40B4-BE49-F238E27FC236}">
                <a16:creationId xmlns:a16="http://schemas.microsoft.com/office/drawing/2014/main" id="{7E783A61-9C6D-4246-95EA-DA574968F91D}"/>
              </a:ext>
            </a:extLst>
          </p:cNvPr>
          <p:cNvSpPr>
            <a:spLocks xmlns:a="http://schemas.openxmlformats.org/drawingml/2006/main" noGrp="1"/>
          </p:cNvSpPr>
          <p:nvPr/>
        </p:nvSpPr>
        <p:spPr>
          <a:xfrm xmlns:a="http://schemas.openxmlformats.org/drawingml/2006/main">
            <a:off x="9315450" y="2828925"/>
            <a:ext cx="2181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E₂ variabel</a:t>
            </a:r>
          </a:p>
        </p:txBody>
      </p:sp>
      <p:sp>
        <p:nvSpPr>
          <p:cNvPr id="8" name="">
            <a:extLst xmlns:a="http://schemas.openxmlformats.org/drawingml/2006/main">
              <a:ext uri="{FF2B5EF4-FFF2-40B4-BE49-F238E27FC236}">
                <a16:creationId xmlns:a16="http://schemas.microsoft.com/office/drawing/2014/main" id="{00957A67-40F9-4EA9-8D7D-D7E9360589CF}"/>
              </a:ext>
            </a:extLst>
          </p:cNvPr>
          <p:cNvSpPr>
            <a:spLocks xmlns:a="http://schemas.openxmlformats.org/drawingml/2006/main" noGrp="1"/>
          </p:cNvSpPr>
          <p:nvPr/>
        </p:nvSpPr>
        <p:spPr>
          <a:xfrm xmlns:a="http://schemas.openxmlformats.org/drawingml/2006/main">
            <a:off x="4953000" y="4191000"/>
            <a:ext cx="2286000" cy="666750"/>
          </a:xfrm>
          <a:prstGeom xmlns:a="http://schemas.openxmlformats.org/drawingml/2006/main" prst="rect">
            <a:avLst/>
          </a:prstGeom>
          <a:solidFill xmlns:a="http://schemas.openxmlformats.org/drawingml/2006/main">
            <a:srgbClr val="E7ECF0"/>
          </a:solidFill>
          <a:ln xmlns:a="http://schemas.openxmlformats.org/drawingml/2006/main" w="19050">
            <a:solidFill>
              <a:srgbClr val="596773"/>
            </a:solidFill>
          </a:ln>
        </p:spPr>
      </p:sp>
      <p:sp>
        <p:nvSpPr>
          <p:cNvPr id="9" name="">
            <a:extLst xmlns:a="http://schemas.openxmlformats.org/drawingml/2006/main">
              <a:ext uri="{FF2B5EF4-FFF2-40B4-BE49-F238E27FC236}">
                <a16:creationId xmlns:a16="http://schemas.microsoft.com/office/drawing/2014/main" id="{75D98E91-CD18-4D37-BB03-ED69D1D50E9A}"/>
              </a:ext>
            </a:extLst>
          </p:cNvPr>
          <p:cNvSpPr>
            <a:spLocks xmlns:a="http://schemas.openxmlformats.org/drawingml/2006/main" noGrp="1"/>
          </p:cNvSpPr>
          <p:nvPr/>
        </p:nvSpPr>
        <p:spPr>
          <a:xfrm xmlns:a="http://schemas.openxmlformats.org/drawingml/2006/main">
            <a:off x="5029200" y="435292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596773"/>
                </a:solidFill>
                <a:latin typeface="Arial"/>
                <a:ea typeface="Arial"/>
                <a:cs typeface="Arial"/>
              </a:defRPr>
            </a:defPPr>
            <a:lvl1pPr algn="ctr">
              <a:defRPr sz="2175" b="1">
                <a:solidFill>
                  <a:srgbClr val="596773"/>
                </a:solidFill>
                <a:latin typeface="Arial"/>
                <a:ea typeface="Arial"/>
                <a:cs typeface="Arial"/>
              </a:defRPr>
            </a:lvl1pPr>
            <a:lvl2pPr algn="ctr">
              <a:defRPr sz="2175" b="1">
                <a:solidFill>
                  <a:srgbClr val="596773"/>
                </a:solidFill>
                <a:latin typeface="Arial"/>
                <a:ea typeface="Arial"/>
                <a:cs typeface="Arial"/>
              </a:defRPr>
            </a:lvl2pPr>
            <a:lvl3pPr algn="ctr">
              <a:defRPr sz="2175" b="1">
                <a:solidFill>
                  <a:srgbClr val="596773"/>
                </a:solidFill>
                <a:latin typeface="Arial"/>
                <a:ea typeface="Arial"/>
                <a:cs typeface="Arial"/>
              </a:defRPr>
            </a:lvl3pPr>
            <a:lvl4pPr algn="ctr">
              <a:defRPr sz="2175" b="1">
                <a:solidFill>
                  <a:srgbClr val="596773"/>
                </a:solidFill>
                <a:latin typeface="Arial"/>
                <a:ea typeface="Arial"/>
                <a:cs typeface="Arial"/>
              </a:defRPr>
            </a:lvl4pPr>
            <a:lvl5pPr algn="ctr">
              <a:defRPr sz="2175" b="1">
                <a:solidFill>
                  <a:srgbClr val="596773"/>
                </a:solidFill>
                <a:latin typeface="Arial"/>
                <a:ea typeface="Arial"/>
                <a:cs typeface="Arial"/>
              </a:defRPr>
            </a:lvl5pPr>
            <a:lvl6pPr algn="ctr">
              <a:defRPr sz="2175" b="1">
                <a:solidFill>
                  <a:srgbClr val="596773"/>
                </a:solidFill>
                <a:latin typeface="Arial"/>
                <a:ea typeface="Arial"/>
                <a:cs typeface="Arial"/>
              </a:defRPr>
            </a:lvl6pPr>
            <a:lvl7pPr algn="ctr">
              <a:defRPr sz="2175" b="1">
                <a:solidFill>
                  <a:srgbClr val="596773"/>
                </a:solidFill>
                <a:latin typeface="Arial"/>
                <a:ea typeface="Arial"/>
                <a:cs typeface="Arial"/>
              </a:defRPr>
            </a:lvl7pPr>
            <a:lvl8pPr algn="ctr">
              <a:defRPr sz="2175" b="1">
                <a:solidFill>
                  <a:srgbClr val="596773"/>
                </a:solidFill>
                <a:latin typeface="Arial"/>
                <a:ea typeface="Arial"/>
                <a:cs typeface="Arial"/>
              </a:defRPr>
            </a:lvl8pPr>
            <a:lvl9pPr algn="ctr">
              <a:defRPr sz="2175" b="1">
                <a:solidFill>
                  <a:srgbClr val="596773"/>
                </a:solidFill>
                <a:latin typeface="Arial"/>
                <a:ea typeface="Arial"/>
                <a:cs typeface="Arial"/>
              </a:defRPr>
            </a:lvl9pPr>
          </a:lstStyle>
          <a:p xmlns:a="http://schemas.openxmlformats.org/drawingml/2006/main">
            <a:pPr algn="ctr">
              <a:defRPr sz="2175" b="1">
                <a:solidFill>
                  <a:srgbClr val="596773"/>
                </a:solidFill>
                <a:latin typeface="Arial"/>
                <a:ea typeface="Arial"/>
                <a:cs typeface="Arial"/>
              </a:defRPr>
            </a:pPr>
            <a:r>
              <a:rPr sz="2175" b="1">
                <a:solidFill>
                  <a:srgbClr val="596773"/>
                </a:solidFill>
                <a:latin typeface="Arial"/>
                <a:ea typeface="Arial"/>
                <a:cs typeface="Arial"/>
              </a:rPr>
              <a:t>a ∈ Eᵢ fest</a:t>
            </a:r>
          </a:p>
        </p:txBody>
      </p:sp>
      <p:sp>
        <p:nvSpPr>
          <p:cNvPr id="10" name="">
            <a:extLst xmlns:a="http://schemas.openxmlformats.org/drawingml/2006/main">
              <a:ext uri="{FF2B5EF4-FFF2-40B4-BE49-F238E27FC236}">
                <a16:creationId xmlns:a16="http://schemas.microsoft.com/office/drawing/2014/main" id="{6A3CDC58-F2C3-424E-8984-1B1D646111FD}"/>
              </a:ext>
            </a:extLst>
          </p:cNvPr>
          <p:cNvSpPr>
            <a:spLocks xmlns:a="http://schemas.openxmlformats.org/drawingml/2006/main" noGrp="1"/>
          </p:cNvSpPr>
          <p:nvPr/>
        </p:nvSpPr>
        <p:spPr>
          <a:xfrm xmlns:a="http://schemas.openxmlformats.org/drawingml/2006/main">
            <a:off x="609600" y="2667000"/>
            <a:ext cx="2333625" cy="666750"/>
          </a:xfrm>
          <a:prstGeom xmlns:a="http://schemas.openxmlformats.org/drawingml/2006/main" prst="rect">
            <a:avLst/>
          </a:prstGeom>
          <a:solidFill xmlns:a="http://schemas.openxmlformats.org/drawingml/2006/main">
            <a:srgbClr val="EDF4F9"/>
          </a:solidFill>
          <a:ln xmlns:a="http://schemas.openxmlformats.org/drawingml/2006/main" w="19050">
            <a:solidFill>
              <a:srgbClr val="005293"/>
            </a:solidFill>
          </a:ln>
        </p:spPr>
      </p:sp>
      <p:sp>
        <p:nvSpPr>
          <p:cNvPr id="11" name="">
            <a:extLst xmlns:a="http://schemas.openxmlformats.org/drawingml/2006/main">
              <a:ext uri="{FF2B5EF4-FFF2-40B4-BE49-F238E27FC236}">
                <a16:creationId xmlns:a16="http://schemas.microsoft.com/office/drawing/2014/main" id="{C244E593-EA78-4078-B440-088B15EF9020}"/>
              </a:ext>
            </a:extLst>
          </p:cNvPr>
          <p:cNvSpPr>
            <a:spLocks xmlns:a="http://schemas.openxmlformats.org/drawingml/2006/main" noGrp="1"/>
          </p:cNvSpPr>
          <p:nvPr/>
        </p:nvSpPr>
        <p:spPr>
          <a:xfrm xmlns:a="http://schemas.openxmlformats.org/drawingml/2006/main">
            <a:off x="685800" y="2828925"/>
            <a:ext cx="2181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005293"/>
                </a:solidFill>
                <a:latin typeface="Arial"/>
                <a:ea typeface="Arial"/>
                <a:cs typeface="Arial"/>
              </a:defRPr>
            </a:defPPr>
            <a:lvl1pPr algn="ctr">
              <a:defRPr sz="2175" b="1">
                <a:solidFill>
                  <a:srgbClr val="005293"/>
                </a:solidFill>
                <a:latin typeface="Arial"/>
                <a:ea typeface="Arial"/>
                <a:cs typeface="Arial"/>
              </a:defRPr>
            </a:lvl1pPr>
            <a:lvl2pPr algn="ctr">
              <a:defRPr sz="2175" b="1">
                <a:solidFill>
                  <a:srgbClr val="005293"/>
                </a:solidFill>
                <a:latin typeface="Arial"/>
                <a:ea typeface="Arial"/>
                <a:cs typeface="Arial"/>
              </a:defRPr>
            </a:lvl2pPr>
            <a:lvl3pPr algn="ctr">
              <a:defRPr sz="2175" b="1">
                <a:solidFill>
                  <a:srgbClr val="005293"/>
                </a:solidFill>
                <a:latin typeface="Arial"/>
                <a:ea typeface="Arial"/>
                <a:cs typeface="Arial"/>
              </a:defRPr>
            </a:lvl3pPr>
            <a:lvl4pPr algn="ctr">
              <a:defRPr sz="2175" b="1">
                <a:solidFill>
                  <a:srgbClr val="005293"/>
                </a:solidFill>
                <a:latin typeface="Arial"/>
                <a:ea typeface="Arial"/>
                <a:cs typeface="Arial"/>
              </a:defRPr>
            </a:lvl4pPr>
            <a:lvl5pPr algn="ctr">
              <a:defRPr sz="2175" b="1">
                <a:solidFill>
                  <a:srgbClr val="005293"/>
                </a:solidFill>
                <a:latin typeface="Arial"/>
                <a:ea typeface="Arial"/>
                <a:cs typeface="Arial"/>
              </a:defRPr>
            </a:lvl5pPr>
            <a:lvl6pPr algn="ctr">
              <a:defRPr sz="2175" b="1">
                <a:solidFill>
                  <a:srgbClr val="005293"/>
                </a:solidFill>
                <a:latin typeface="Arial"/>
                <a:ea typeface="Arial"/>
                <a:cs typeface="Arial"/>
              </a:defRPr>
            </a:lvl6pPr>
            <a:lvl7pPr algn="ctr">
              <a:defRPr sz="2175" b="1">
                <a:solidFill>
                  <a:srgbClr val="005293"/>
                </a:solidFill>
                <a:latin typeface="Arial"/>
                <a:ea typeface="Arial"/>
                <a:cs typeface="Arial"/>
              </a:defRPr>
            </a:lvl7pPr>
            <a:lvl8pPr algn="ctr">
              <a:defRPr sz="2175" b="1">
                <a:solidFill>
                  <a:srgbClr val="005293"/>
                </a:solidFill>
                <a:latin typeface="Arial"/>
                <a:ea typeface="Arial"/>
                <a:cs typeface="Arial"/>
              </a:defRPr>
            </a:lvl8pPr>
            <a:lvl9pPr algn="ctr">
              <a:defRPr sz="2175" b="1">
                <a:solidFill>
                  <a:srgbClr val="005293"/>
                </a:solidFill>
                <a:latin typeface="Arial"/>
                <a:ea typeface="Arial"/>
                <a:cs typeface="Arial"/>
              </a:defRPr>
            </a:lvl9pPr>
          </a:lstStyle>
          <a:p xmlns:a="http://schemas.openxmlformats.org/drawingml/2006/main">
            <a:pPr algn="ctr">
              <a:defRPr sz="2175" b="1">
                <a:solidFill>
                  <a:srgbClr val="005293"/>
                </a:solidFill>
                <a:latin typeface="Arial"/>
                <a:ea typeface="Arial"/>
                <a:cs typeface="Arial"/>
              </a:defRPr>
            </a:pPr>
            <a:r>
              <a:rPr sz="2175" b="1">
                <a:solidFill>
                  <a:srgbClr val="005293"/>
                </a:solidFill>
                <a:latin typeface="Arial"/>
                <a:ea typeface="Arial"/>
                <a:cs typeface="Arial"/>
              </a:rPr>
              <a:t>Eₙ variabel</a:t>
            </a:r>
          </a:p>
        </p:txBody>
      </p:sp>
      <p:sp>
        <p:nvSpPr>
          <p:cNvPr id="12" name="">
            <a:extLst xmlns:a="http://schemas.openxmlformats.org/drawingml/2006/main">
              <a:ext uri="{FF2B5EF4-FFF2-40B4-BE49-F238E27FC236}">
                <a16:creationId xmlns:a16="http://schemas.microsoft.com/office/drawing/2014/main" id="{DE305B8B-B613-4E1D-AE3F-646A162845BA}"/>
              </a:ext>
            </a:extLst>
          </p:cNvPr>
          <p:cNvSpPr>
            <a:spLocks xmlns:a="http://schemas.openxmlformats.org/drawingml/2006/main" noGrp="1"/>
          </p:cNvSpPr>
          <p:nvPr/>
        </p:nvSpPr>
        <p:spPr>
          <a:xfrm xmlns:a="http://schemas.openxmlformats.org/drawingml/2006/main">
            <a:off x="5143500" y="2476500"/>
            <a:ext cx="1905000" cy="1047750"/>
          </a:xfrm>
          <a:prstGeom xmlns:a="http://schemas.openxmlformats.org/drawingml/2006/main" prst="diamond">
            <a:avLst/>
          </a:prstGeom>
          <a:solidFill xmlns:a="http://schemas.openxmlformats.org/drawingml/2006/main">
            <a:srgbClr val="FFFFFF"/>
          </a:solidFill>
          <a:ln xmlns:a="http://schemas.openxmlformats.org/drawingml/2006/main" w="19050">
            <a:solidFill>
              <a:srgbClr val="005293"/>
            </a:solidFill>
          </a:ln>
        </p:spPr>
      </p:sp>
      <p:sp>
        <p:nvSpPr>
          <p:cNvPr id="13" name="">
            <a:extLst xmlns:a="http://schemas.openxmlformats.org/drawingml/2006/main">
              <a:ext uri="{FF2B5EF4-FFF2-40B4-BE49-F238E27FC236}">
                <a16:creationId xmlns:a16="http://schemas.microsoft.com/office/drawing/2014/main" id="{BF5A4A2B-0984-4C9D-A004-A8CC4D39B2EE}"/>
              </a:ext>
            </a:extLst>
          </p:cNvPr>
          <p:cNvSpPr>
            <a:spLocks xmlns:a="http://schemas.openxmlformats.org/drawingml/2006/main" noGrp="1"/>
          </p:cNvSpPr>
          <p:nvPr/>
        </p:nvSpPr>
        <p:spPr>
          <a:xfrm xmlns:a="http://schemas.openxmlformats.org/drawingml/2006/main">
            <a:off x="5524500" y="28003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775" b="1">
                <a:solidFill>
                  <a:srgbClr val="005293"/>
                </a:solidFill>
                <a:latin typeface="Arial"/>
                <a:ea typeface="Arial"/>
                <a:cs typeface="Arial"/>
              </a:defRPr>
            </a:defPPr>
            <a:lvl1pPr algn="ctr">
              <a:defRPr sz="2775" b="1">
                <a:solidFill>
                  <a:srgbClr val="005293"/>
                </a:solidFill>
                <a:latin typeface="Arial"/>
                <a:ea typeface="Arial"/>
                <a:cs typeface="Arial"/>
              </a:defRPr>
            </a:lvl1pPr>
            <a:lvl2pPr algn="ctr">
              <a:defRPr sz="2775" b="1">
                <a:solidFill>
                  <a:srgbClr val="005293"/>
                </a:solidFill>
                <a:latin typeface="Arial"/>
                <a:ea typeface="Arial"/>
                <a:cs typeface="Arial"/>
              </a:defRPr>
            </a:lvl2pPr>
            <a:lvl3pPr algn="ctr">
              <a:defRPr sz="2775" b="1">
                <a:solidFill>
                  <a:srgbClr val="005293"/>
                </a:solidFill>
                <a:latin typeface="Arial"/>
                <a:ea typeface="Arial"/>
                <a:cs typeface="Arial"/>
              </a:defRPr>
            </a:lvl3pPr>
            <a:lvl4pPr algn="ctr">
              <a:defRPr sz="2775" b="1">
                <a:solidFill>
                  <a:srgbClr val="005293"/>
                </a:solidFill>
                <a:latin typeface="Arial"/>
                <a:ea typeface="Arial"/>
                <a:cs typeface="Arial"/>
              </a:defRPr>
            </a:lvl4pPr>
            <a:lvl5pPr algn="ctr">
              <a:defRPr sz="2775" b="1">
                <a:solidFill>
                  <a:srgbClr val="005293"/>
                </a:solidFill>
                <a:latin typeface="Arial"/>
                <a:ea typeface="Arial"/>
                <a:cs typeface="Arial"/>
              </a:defRPr>
            </a:lvl5pPr>
            <a:lvl6pPr algn="ctr">
              <a:defRPr sz="2775" b="1">
                <a:solidFill>
                  <a:srgbClr val="005293"/>
                </a:solidFill>
                <a:latin typeface="Arial"/>
                <a:ea typeface="Arial"/>
                <a:cs typeface="Arial"/>
              </a:defRPr>
            </a:lvl6pPr>
            <a:lvl7pPr algn="ctr">
              <a:defRPr sz="2775" b="1">
                <a:solidFill>
                  <a:srgbClr val="005293"/>
                </a:solidFill>
                <a:latin typeface="Arial"/>
                <a:ea typeface="Arial"/>
                <a:cs typeface="Arial"/>
              </a:defRPr>
            </a:lvl7pPr>
            <a:lvl8pPr algn="ctr">
              <a:defRPr sz="2775" b="1">
                <a:solidFill>
                  <a:srgbClr val="005293"/>
                </a:solidFill>
                <a:latin typeface="Arial"/>
                <a:ea typeface="Arial"/>
                <a:cs typeface="Arial"/>
              </a:defRPr>
            </a:lvl8pPr>
            <a:lvl9pPr algn="ctr">
              <a:defRPr sz="2775" b="1">
                <a:solidFill>
                  <a:srgbClr val="005293"/>
                </a:solidFill>
                <a:latin typeface="Arial"/>
                <a:ea typeface="Arial"/>
                <a:cs typeface="Arial"/>
              </a:defRPr>
            </a:lvl9pPr>
          </a:lstStyle>
          <a:p xmlns:a="http://schemas.openxmlformats.org/drawingml/2006/main">
            <a:pPr algn="ctr">
              <a:defRPr sz="2775" b="1">
                <a:solidFill>
                  <a:srgbClr val="005293"/>
                </a:solidFill>
                <a:latin typeface="Arial"/>
                <a:ea typeface="Arial"/>
                <a:cs typeface="Arial"/>
              </a:defRPr>
            </a:pPr>
            <a:r>
              <a:rPr sz="2775" b="1">
                <a:solidFill>
                  <a:srgbClr val="005293"/>
                </a:solidFill>
                <a:latin typeface="Arial"/>
                <a:ea typeface="Arial"/>
                <a:cs typeface="Arial"/>
              </a:rPr>
              <a:t>R</a:t>
            </a:r>
          </a:p>
        </p:txBody>
      </p:sp>
      <p:sp>
        <p:nvSpPr>
          <p:cNvPr id="14" name="">
            <a:extLst xmlns:a="http://schemas.openxmlformats.org/drawingml/2006/main">
              <a:ext uri="{FF2B5EF4-FFF2-40B4-BE49-F238E27FC236}">
                <a16:creationId xmlns:a16="http://schemas.microsoft.com/office/drawing/2014/main" id="{52162244-FC03-4062-8BB7-9C0CD0F62D3B}"/>
              </a:ext>
            </a:extLst>
          </p:cNvPr>
          <p:cNvSpPr>
            <a:spLocks xmlns:a="http://schemas.openxmlformats.org/drawingml/2006/main" noGrp="1"/>
          </p:cNvSpPr>
          <p:nvPr/>
        </p:nvSpPr>
        <p:spPr>
          <a:xfrm xmlns:a="http://schemas.openxmlformats.org/drawingml/2006/main" flipH="0" flipV="0">
            <a:off x="6096000" y="2095500"/>
            <a:ext cx="0" cy="38100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5" name="">
            <a:extLst xmlns:a="http://schemas.openxmlformats.org/drawingml/2006/main">
              <a:ext uri="{FF2B5EF4-FFF2-40B4-BE49-F238E27FC236}">
                <a16:creationId xmlns:a16="http://schemas.microsoft.com/office/drawing/2014/main" id="{8CF93844-8602-414D-9F38-2693ADB7D362}"/>
              </a:ext>
            </a:extLst>
          </p:cNvPr>
          <p:cNvSpPr>
            <a:spLocks xmlns:a="http://schemas.openxmlformats.org/drawingml/2006/main" noGrp="1"/>
          </p:cNvSpPr>
          <p:nvPr/>
        </p:nvSpPr>
        <p:spPr>
          <a:xfrm xmlns:a="http://schemas.openxmlformats.org/drawingml/2006/main" flipH="0" flipV="0">
            <a:off x="7048500" y="3000375"/>
            <a:ext cx="2190750" cy="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6" name="">
            <a:extLst xmlns:a="http://schemas.openxmlformats.org/drawingml/2006/main">
              <a:ext uri="{FF2B5EF4-FFF2-40B4-BE49-F238E27FC236}">
                <a16:creationId xmlns:a16="http://schemas.microsoft.com/office/drawing/2014/main" id="{667F89C7-73AC-4D1F-B60C-25FBC6D7D6E0}"/>
              </a:ext>
            </a:extLst>
          </p:cNvPr>
          <p:cNvSpPr>
            <a:spLocks xmlns:a="http://schemas.openxmlformats.org/drawingml/2006/main" noGrp="1"/>
          </p:cNvSpPr>
          <p:nvPr/>
        </p:nvSpPr>
        <p:spPr>
          <a:xfrm xmlns:a="http://schemas.openxmlformats.org/drawingml/2006/main" flipH="0" flipV="0">
            <a:off x="6096000" y="3524250"/>
            <a:ext cx="0" cy="66675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7" name="">
            <a:extLst xmlns:a="http://schemas.openxmlformats.org/drawingml/2006/main">
              <a:ext uri="{FF2B5EF4-FFF2-40B4-BE49-F238E27FC236}">
                <a16:creationId xmlns:a16="http://schemas.microsoft.com/office/drawing/2014/main" id="{0FB81A03-20F0-4BA7-AE94-13ECE43023D1}"/>
              </a:ext>
            </a:extLst>
          </p:cNvPr>
          <p:cNvSpPr>
            <a:spLocks xmlns:a="http://schemas.openxmlformats.org/drawingml/2006/main" noGrp="1"/>
          </p:cNvSpPr>
          <p:nvPr/>
        </p:nvSpPr>
        <p:spPr>
          <a:xfrm xmlns:a="http://schemas.openxmlformats.org/drawingml/2006/main" flipH="0" flipV="0">
            <a:off x="2943225" y="3000375"/>
            <a:ext cx="2200275" cy="0"/>
          </a:xfrm>
          <a:prstGeom xmlns:a="http://schemas.openxmlformats.org/drawingml/2006/main" prst="line">
            <a:avLst/>
          </a:prstGeom>
          <a:noFill xmlns:a="http://schemas.openxmlformats.org/drawingml/2006/main"/>
          <a:ln xmlns:a="http://schemas.openxmlformats.org/drawingml/2006/main" w="19050">
            <a:solidFill>
              <a:srgbClr val="202B33"/>
            </a:solidFill>
          </a:ln>
        </p:spPr>
      </p:sp>
      <p:sp>
        <p:nvSpPr>
          <p:cNvPr id="18" name="">
            <a:extLst xmlns:a="http://schemas.openxmlformats.org/drawingml/2006/main">
              <a:ext uri="{FF2B5EF4-FFF2-40B4-BE49-F238E27FC236}">
                <a16:creationId xmlns:a16="http://schemas.microsoft.com/office/drawing/2014/main" id="{95622F60-589D-4777-AEBC-C3757622A8AF}"/>
              </a:ext>
            </a:extLst>
          </p:cNvPr>
          <p:cNvSpPr>
            <a:spLocks xmlns:a="http://schemas.openxmlformats.org/drawingml/2006/main" noGrp="1"/>
          </p:cNvSpPr>
          <p:nvPr/>
        </p:nvSpPr>
        <p:spPr>
          <a:xfrm xmlns:a="http://schemas.openxmlformats.org/drawingml/2006/main">
            <a:off x="6391275" y="21336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(min₁, max₁)</a:t>
            </a:r>
          </a:p>
        </p:txBody>
      </p:sp>
      <p:sp>
        <p:nvSpPr>
          <p:cNvPr id="19" name="">
            <a:extLst xmlns:a="http://schemas.openxmlformats.org/drawingml/2006/main">
              <a:ext uri="{FF2B5EF4-FFF2-40B4-BE49-F238E27FC236}">
                <a16:creationId xmlns:a16="http://schemas.microsoft.com/office/drawing/2014/main" id="{AD206A5F-EDDC-4B6B-818B-C4BB74C91CA5}"/>
              </a:ext>
            </a:extLst>
          </p:cNvPr>
          <p:cNvSpPr>
            <a:spLocks xmlns:a="http://schemas.openxmlformats.org/drawingml/2006/main" noGrp="1"/>
          </p:cNvSpPr>
          <p:nvPr/>
        </p:nvSpPr>
        <p:spPr>
          <a:xfrm xmlns:a="http://schemas.openxmlformats.org/drawingml/2006/main">
            <a:off x="7572375" y="25717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(min₂, max₂)</a:t>
            </a:r>
          </a:p>
        </p:txBody>
      </p:sp>
      <p:sp>
        <p:nvSpPr>
          <p:cNvPr id="20" name="">
            <a:extLst xmlns:a="http://schemas.openxmlformats.org/drawingml/2006/main">
              <a:ext uri="{FF2B5EF4-FFF2-40B4-BE49-F238E27FC236}">
                <a16:creationId xmlns:a16="http://schemas.microsoft.com/office/drawing/2014/main" id="{6164E497-338D-445B-BBDD-E31BAF1AED2B}"/>
              </a:ext>
            </a:extLst>
          </p:cNvPr>
          <p:cNvSpPr>
            <a:spLocks xmlns:a="http://schemas.openxmlformats.org/drawingml/2006/main" noGrp="1"/>
          </p:cNvSpPr>
          <p:nvPr/>
        </p:nvSpPr>
        <p:spPr>
          <a:xfrm xmlns:a="http://schemas.openxmlformats.org/drawingml/2006/main">
            <a:off x="6400800" y="37433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(minᵢ, maxᵢ)</a:t>
            </a:r>
          </a:p>
        </p:txBody>
      </p:sp>
      <p:sp>
        <p:nvSpPr>
          <p:cNvPr id="21" name="">
            <a:extLst xmlns:a="http://schemas.openxmlformats.org/drawingml/2006/main">
              <a:ext uri="{FF2B5EF4-FFF2-40B4-BE49-F238E27FC236}">
                <a16:creationId xmlns:a16="http://schemas.microsoft.com/office/drawing/2014/main" id="{45CC5EBB-8E8F-41B1-B94E-72AF891C6CDA}"/>
              </a:ext>
            </a:extLst>
          </p:cNvPr>
          <p:cNvSpPr>
            <a:spLocks xmlns:a="http://schemas.openxmlformats.org/drawingml/2006/main" noGrp="1"/>
          </p:cNvSpPr>
          <p:nvPr/>
        </p:nvSpPr>
        <p:spPr>
          <a:xfrm xmlns:a="http://schemas.openxmlformats.org/drawingml/2006/main">
            <a:off x="3333750" y="25717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(minₙ, maxₙ)</a:t>
            </a:r>
          </a:p>
        </p:txBody>
      </p:sp>
      <p:sp>
        <p:nvSpPr>
          <p:cNvPr id="22" name="">
            <a:extLst xmlns:a="http://schemas.openxmlformats.org/drawingml/2006/main">
              <a:ext uri="{FF2B5EF4-FFF2-40B4-BE49-F238E27FC236}">
                <a16:creationId xmlns:a16="http://schemas.microsoft.com/office/drawing/2014/main" id="{605B2953-3D75-467E-9B90-A780F91D1F08}"/>
              </a:ext>
            </a:extLst>
          </p:cNvPr>
          <p:cNvSpPr>
            <a:spLocks xmlns:a="http://schemas.openxmlformats.org/drawingml/2006/main" noGrp="1"/>
          </p:cNvSpPr>
          <p:nvPr/>
        </p:nvSpPr>
        <p:spPr>
          <a:xfrm xmlns:a="http://schemas.openxmlformats.org/drawingml/2006/main">
            <a:off x="3762375" y="18669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596773"/>
                </a:solidFill>
                <a:latin typeface="Arial"/>
                <a:ea typeface="Arial"/>
                <a:cs typeface="Arial"/>
              </a:defRPr>
            </a:defPPr>
            <a:lvl1pPr>
              <a:defRPr sz="2925" b="0">
                <a:solidFill>
                  <a:srgbClr val="596773"/>
                </a:solidFill>
                <a:latin typeface="Arial"/>
                <a:ea typeface="Arial"/>
                <a:cs typeface="Arial"/>
              </a:defRPr>
            </a:lvl1pPr>
            <a:lvl2pPr>
              <a:defRPr sz="2925" b="0">
                <a:solidFill>
                  <a:srgbClr val="596773"/>
                </a:solidFill>
                <a:latin typeface="Arial"/>
                <a:ea typeface="Arial"/>
                <a:cs typeface="Arial"/>
              </a:defRPr>
            </a:lvl2pPr>
            <a:lvl3pPr>
              <a:defRPr sz="2925" b="0">
                <a:solidFill>
                  <a:srgbClr val="596773"/>
                </a:solidFill>
                <a:latin typeface="Arial"/>
                <a:ea typeface="Arial"/>
                <a:cs typeface="Arial"/>
              </a:defRPr>
            </a:lvl3pPr>
            <a:lvl4pPr>
              <a:defRPr sz="2925" b="0">
                <a:solidFill>
                  <a:srgbClr val="596773"/>
                </a:solidFill>
                <a:latin typeface="Arial"/>
                <a:ea typeface="Arial"/>
                <a:cs typeface="Arial"/>
              </a:defRPr>
            </a:lvl4pPr>
            <a:lvl5pPr>
              <a:defRPr sz="2925" b="0">
                <a:solidFill>
                  <a:srgbClr val="596773"/>
                </a:solidFill>
                <a:latin typeface="Arial"/>
                <a:ea typeface="Arial"/>
                <a:cs typeface="Arial"/>
              </a:defRPr>
            </a:lvl5pPr>
            <a:lvl6pPr>
              <a:defRPr sz="2925" b="0">
                <a:solidFill>
                  <a:srgbClr val="596773"/>
                </a:solidFill>
                <a:latin typeface="Arial"/>
                <a:ea typeface="Arial"/>
                <a:cs typeface="Arial"/>
              </a:defRPr>
            </a:lvl6pPr>
            <a:lvl7pPr>
              <a:defRPr sz="2925" b="0">
                <a:solidFill>
                  <a:srgbClr val="596773"/>
                </a:solidFill>
                <a:latin typeface="Arial"/>
                <a:ea typeface="Arial"/>
                <a:cs typeface="Arial"/>
              </a:defRPr>
            </a:lvl7pPr>
            <a:lvl8pPr>
              <a:defRPr sz="2925" b="0">
                <a:solidFill>
                  <a:srgbClr val="596773"/>
                </a:solidFill>
                <a:latin typeface="Arial"/>
                <a:ea typeface="Arial"/>
                <a:cs typeface="Arial"/>
              </a:defRPr>
            </a:lvl8pPr>
            <a:lvl9pPr>
              <a:defRPr sz="2925" b="0">
                <a:solidFill>
                  <a:srgbClr val="596773"/>
                </a:solidFill>
                <a:latin typeface="Arial"/>
                <a:ea typeface="Arial"/>
                <a:cs typeface="Arial"/>
              </a:defRPr>
            </a:lvl9pPr>
          </a:lstStyle>
          <a:p xmlns:a="http://schemas.openxmlformats.org/drawingml/2006/main">
            <a:pPr>
              <a:defRPr sz="2925" b="0">
                <a:solidFill>
                  <a:srgbClr val="596773"/>
                </a:solidFill>
                <a:latin typeface="Arial"/>
                <a:ea typeface="Arial"/>
                <a:cs typeface="Arial"/>
              </a:defRPr>
            </a:pPr>
            <a:r>
              <a:rPr sz="2925" b="0">
                <a:solidFill>
                  <a:srgbClr val="596773"/>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9B0670D2-DB92-4AEA-959B-261B17B5F232}"/>
              </a:ext>
            </a:extLst>
          </p:cNvPr>
          <p:cNvSpPr>
            <a:spLocks xmlns:a="http://schemas.openxmlformats.org/drawingml/2006/main" noGrp="1"/>
          </p:cNvSpPr>
          <p:nvPr/>
        </p:nvSpPr>
        <p:spPr>
          <a:xfrm xmlns:a="http://schemas.openxmlformats.org/drawingml/2006/main">
            <a:off x="7848600" y="38576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596773"/>
                </a:solidFill>
                <a:latin typeface="Arial"/>
                <a:ea typeface="Arial"/>
                <a:cs typeface="Arial"/>
              </a:defRPr>
            </a:defPPr>
            <a:lvl1pPr>
              <a:defRPr sz="2925" b="0">
                <a:solidFill>
                  <a:srgbClr val="596773"/>
                </a:solidFill>
                <a:latin typeface="Arial"/>
                <a:ea typeface="Arial"/>
                <a:cs typeface="Arial"/>
              </a:defRPr>
            </a:lvl1pPr>
            <a:lvl2pPr>
              <a:defRPr sz="2925" b="0">
                <a:solidFill>
                  <a:srgbClr val="596773"/>
                </a:solidFill>
                <a:latin typeface="Arial"/>
                <a:ea typeface="Arial"/>
                <a:cs typeface="Arial"/>
              </a:defRPr>
            </a:lvl2pPr>
            <a:lvl3pPr>
              <a:defRPr sz="2925" b="0">
                <a:solidFill>
                  <a:srgbClr val="596773"/>
                </a:solidFill>
                <a:latin typeface="Arial"/>
                <a:ea typeface="Arial"/>
                <a:cs typeface="Arial"/>
              </a:defRPr>
            </a:lvl3pPr>
            <a:lvl4pPr>
              <a:defRPr sz="2925" b="0">
                <a:solidFill>
                  <a:srgbClr val="596773"/>
                </a:solidFill>
                <a:latin typeface="Arial"/>
                <a:ea typeface="Arial"/>
                <a:cs typeface="Arial"/>
              </a:defRPr>
            </a:lvl4pPr>
            <a:lvl5pPr>
              <a:defRPr sz="2925" b="0">
                <a:solidFill>
                  <a:srgbClr val="596773"/>
                </a:solidFill>
                <a:latin typeface="Arial"/>
                <a:ea typeface="Arial"/>
                <a:cs typeface="Arial"/>
              </a:defRPr>
            </a:lvl5pPr>
            <a:lvl6pPr>
              <a:defRPr sz="2925" b="0">
                <a:solidFill>
                  <a:srgbClr val="596773"/>
                </a:solidFill>
                <a:latin typeface="Arial"/>
                <a:ea typeface="Arial"/>
                <a:cs typeface="Arial"/>
              </a:defRPr>
            </a:lvl6pPr>
            <a:lvl7pPr>
              <a:defRPr sz="2925" b="0">
                <a:solidFill>
                  <a:srgbClr val="596773"/>
                </a:solidFill>
                <a:latin typeface="Arial"/>
                <a:ea typeface="Arial"/>
                <a:cs typeface="Arial"/>
              </a:defRPr>
            </a:lvl7pPr>
            <a:lvl8pPr>
              <a:defRPr sz="2925" b="0">
                <a:solidFill>
                  <a:srgbClr val="596773"/>
                </a:solidFill>
                <a:latin typeface="Arial"/>
                <a:ea typeface="Arial"/>
                <a:cs typeface="Arial"/>
              </a:defRPr>
            </a:lvl8pPr>
            <a:lvl9pPr>
              <a:defRPr sz="2925" b="0">
                <a:solidFill>
                  <a:srgbClr val="596773"/>
                </a:solidFill>
                <a:latin typeface="Arial"/>
                <a:ea typeface="Arial"/>
                <a:cs typeface="Arial"/>
              </a:defRPr>
            </a:lvl9pPr>
          </a:lstStyle>
          <a:p xmlns:a="http://schemas.openxmlformats.org/drawingml/2006/main">
            <a:pPr>
              <a:defRPr sz="2925" b="0">
                <a:solidFill>
                  <a:srgbClr val="596773"/>
                </a:solidFill>
                <a:latin typeface="Arial"/>
                <a:ea typeface="Arial"/>
                <a:cs typeface="Arial"/>
              </a:defRPr>
            </a:pPr>
            <a:r>
              <a:rPr sz="2925" b="0">
                <a:solidFill>
                  <a:srgbClr val="5967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E6E28813-BA04-4FEE-B67D-3A797CDFE256}"/>
              </a:ext>
            </a:extLst>
          </p:cNvPr>
          <p:cNvSpPr>
            <a:spLocks xmlns:a="http://schemas.openxmlformats.org/drawingml/2006/main" noGrp="1"/>
          </p:cNvSpPr>
          <p:nvPr/>
        </p:nvSpPr>
        <p:spPr>
          <a:xfrm xmlns:a="http://schemas.openxmlformats.org/drawingml/2006/main">
            <a:off x="609600" y="5238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2B33"/>
                </a:solidFill>
                <a:latin typeface="Arial"/>
                <a:ea typeface="Arial"/>
                <a:cs typeface="Arial"/>
              </a:defRPr>
            </a:defPPr>
            <a:lvl1pPr>
              <a:defRPr sz="1875" b="0">
                <a:solidFill>
                  <a:srgbClr val="202B33"/>
                </a:solidFill>
                <a:latin typeface="Arial"/>
                <a:ea typeface="Arial"/>
                <a:cs typeface="Arial"/>
              </a:defRPr>
            </a:lvl1pPr>
            <a:lvl2pPr>
              <a:defRPr sz="1875" b="0">
                <a:solidFill>
                  <a:srgbClr val="202B33"/>
                </a:solidFill>
                <a:latin typeface="Arial"/>
                <a:ea typeface="Arial"/>
                <a:cs typeface="Arial"/>
              </a:defRPr>
            </a:lvl2pPr>
            <a:lvl3pPr>
              <a:defRPr sz="1875" b="0">
                <a:solidFill>
                  <a:srgbClr val="202B33"/>
                </a:solidFill>
                <a:latin typeface="Arial"/>
                <a:ea typeface="Arial"/>
                <a:cs typeface="Arial"/>
              </a:defRPr>
            </a:lvl3pPr>
            <a:lvl4pPr>
              <a:defRPr sz="1875" b="0">
                <a:solidFill>
                  <a:srgbClr val="202B33"/>
                </a:solidFill>
                <a:latin typeface="Arial"/>
                <a:ea typeface="Arial"/>
                <a:cs typeface="Arial"/>
              </a:defRPr>
            </a:lvl4pPr>
            <a:lvl5pPr>
              <a:defRPr sz="1875" b="0">
                <a:solidFill>
                  <a:srgbClr val="202B33"/>
                </a:solidFill>
                <a:latin typeface="Arial"/>
                <a:ea typeface="Arial"/>
                <a:cs typeface="Arial"/>
              </a:defRPr>
            </a:lvl5pPr>
            <a:lvl6pPr>
              <a:defRPr sz="1875" b="0">
                <a:solidFill>
                  <a:srgbClr val="202B33"/>
                </a:solidFill>
                <a:latin typeface="Arial"/>
                <a:ea typeface="Arial"/>
                <a:cs typeface="Arial"/>
              </a:defRPr>
            </a:lvl6pPr>
            <a:lvl7pPr>
              <a:defRPr sz="1875" b="0">
                <a:solidFill>
                  <a:srgbClr val="202B33"/>
                </a:solidFill>
                <a:latin typeface="Arial"/>
                <a:ea typeface="Arial"/>
                <a:cs typeface="Arial"/>
              </a:defRPr>
            </a:lvl7pPr>
            <a:lvl8pPr>
              <a:defRPr sz="1875" b="0">
                <a:solidFill>
                  <a:srgbClr val="202B33"/>
                </a:solidFill>
                <a:latin typeface="Arial"/>
                <a:ea typeface="Arial"/>
                <a:cs typeface="Arial"/>
              </a:defRPr>
            </a:lvl8pPr>
            <a:lvl9pPr>
              <a:defRPr sz="1875" b="0">
                <a:solidFill>
                  <a:srgbClr val="202B33"/>
                </a:solidFill>
                <a:latin typeface="Arial"/>
                <a:ea typeface="Arial"/>
                <a:cs typeface="Arial"/>
              </a:defRPr>
            </a:lvl9pPr>
          </a:lstStyle>
          <a:p xmlns:a="http://schemas.openxmlformats.org/drawingml/2006/main">
            <a:pPr>
              <a:defRPr sz="1875" b="0">
                <a:solidFill>
                  <a:srgbClr val="202B33"/>
                </a:solidFill>
                <a:latin typeface="Arial"/>
                <a:ea typeface="Arial"/>
                <a:cs typeface="Arial"/>
              </a:defRPr>
            </a:pPr>
            <a:r>
              <a:rPr sz="1875" b="0">
                <a:solidFill>
                  <a:srgbClr val="202B33"/>
                </a:solidFill>
                <a:latin typeface="Arial"/>
                <a:ea typeface="Arial"/>
                <a:cs typeface="Arial"/>
              </a:rPr>
              <a:t>Grau: ein festes a ∈ Eᵢ. Blau: alle möglichen Kombinationen der übrigen Rollen.</a:t>
            </a:r>
          </a:p>
        </p:txBody>
      </p:sp>
      <p:sp>
        <p:nvSpPr>
          <p:cNvPr id="25" name="">
            <a:extLst xmlns:a="http://schemas.openxmlformats.org/drawingml/2006/main">
              <a:ext uri="{FF2B5EF4-FFF2-40B4-BE49-F238E27FC236}">
                <a16:creationId xmlns:a16="http://schemas.microsoft.com/office/drawing/2014/main" id="{F3B1A93E-D7D2-408B-9E1B-E7A547604DA7}"/>
              </a:ext>
            </a:extLst>
          </p:cNvPr>
          <p:cNvSpPr>
            <a:spLocks xmlns:a="http://schemas.openxmlformats.org/drawingml/2006/main" noGrp="1"/>
          </p:cNvSpPr>
          <p:nvPr/>
        </p:nvSpPr>
        <p:spPr>
          <a:xfrm xmlns:a="http://schemas.openxmlformats.org/drawingml/2006/main">
            <a:off x="609600" y="5772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xmlns:a="http://schemas.openxmlformats.org/drawingml/2006/main">
            <a:pPr>
              <a:defRPr sz="2400" b="1">
                <a:solidFill>
                  <a:srgbClr val="005293"/>
                </a:solidFill>
                <a:latin typeface="Arial"/>
                <a:ea typeface="Arial"/>
                <a:cs typeface="Arial"/>
              </a:defRPr>
            </a:pPr>
            <a:r>
              <a:rPr sz="2400" b="1">
                <a:solidFill>
                  <a:srgbClr val="005293"/>
                </a:solidFill>
                <a:latin typeface="Arial"/>
                <a:ea typeface="Arial"/>
                <a:cs typeface="Arial"/>
              </a:rPr>
              <a:t>Zwischen minᵢ und maxᵢ Tupel enthalten dieses a</a:t>
            </a:r>
          </a:p>
        </p:txBody>
      </p:sp>
    </p:spTree>
    <p:extLst>
      <p:ext uri="{BB962C8B-B14F-4D97-AF65-F5344CB8AC3E}">
        <p14:creationId xmlns:p14="http://schemas.microsoft.com/office/powerpoint/2010/main" val="3822140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543A78-994A-41D0-AE40-9C1ED7E76BDA}"/>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Min–max: Grenzen und Prüfung</a:t>
            </a:r>
          </a:p>
        </p:txBody>
      </p:sp>
      <p:sp>
        <p:nvSpPr>
          <p:cNvPr id="2" name="">
            <a:extLst xmlns:a="http://schemas.openxmlformats.org/drawingml/2006/main">
              <a:ext uri="{FF2B5EF4-FFF2-40B4-BE49-F238E27FC236}">
                <a16:creationId xmlns:a16="http://schemas.microsoft.com/office/drawing/2014/main" id="{453C5489-C4B2-4BB4-843E-982F8C975150}"/>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61454DD6-6923-4F9F-9D0A-2F9D1A3AAED6}"/>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FD4EFD1C-D7A6-4F62-8DF7-A5EAA227819E}"/>
              </a:ext>
            </a:extLst>
          </p:cNvPr>
          <p:cNvGraphicFramePr/>
          <p:nvPr/>
        </p:nvGraphicFramePr>
        <p:xfrm>
          <a:off xmlns:a="http://schemas.openxmlformats.org/drawingml/2006/main" x="609600" y="1419225"/>
          <a:ext xmlns:a="http://schemas.openxmlformats.org/drawingml/2006/main" cx="10972800" cy="3048000"/>
        </p:xfrm>
        <a:graphic xmlns:a="http://schemas.openxmlformats.org/drawingml/2006/main">
          <a:graphicData uri="http://schemas.openxmlformats.org/drawingml/2006/table">
            <a:tbl>
              <a:tblPr/>
              <a:tblGrid>
                <a:gridCol w="2857500"/>
                <a:gridCol w="8115300"/>
              </a:tblGrid>
              <a:tr h="609600">
                <a:tc>
                  <a:txBody>
                    <a:bodyPr/>
                    <a:lstStyle/>
                    <a:p>
                      <a:r>
                        <a:rPr sz="2025" b="1">
                          <a:solidFill>
                            <a:srgbClr val="FFFFFF"/>
                          </a:solidFill>
                          <a:latin typeface="Arial"/>
                          <a:ea typeface="Arial"/>
                          <a:cs typeface="Arial"/>
                        </a:rPr>
                        <a:t>Angabe</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Bedeutung für jedes Entity der Rolle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609600">
                <a:tc>
                  <a:txBody>
                    <a:bodyPr/>
                    <a:lstStyle/>
                    <a:p>
                      <a:r>
                        <a:rPr sz="2025" b="0">
                          <a:solidFill>
                            <a:srgbClr val="202B33"/>
                          </a:solidFill>
                          <a:latin typeface="Arial"/>
                          <a:ea typeface="Arial"/>
                          <a:cs typeface="Arial"/>
                        </a:rPr>
                        <a:t>(l, u)</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mindestens l und höchstens u Tupel</a:t>
                      </a:r>
                    </a:p>
                  </a:txBody>
                  <a:tcPr marL="95250" marR="66675" marT="28575" marB="28575" anchor="ctr">
                    <a:lnR w="6668">
                      <a:solidFill>
                        <a:srgbClr val="CBD8E1"/>
                      </a:solidFill>
                    </a:lnR>
                    <a:lnB w="6668">
                      <a:solidFill>
                        <a:srgbClr val="CBD8E1"/>
                      </a:solidFill>
                    </a:lnB>
                    <a:solidFill>
                      <a:srgbClr val="FFFFFF"/>
                    </a:solidFill>
                  </a:tcPr>
                </a:tc>
              </a:tr>
              <a:tr h="609600">
                <a:tc>
                  <a:txBody>
                    <a:bodyPr/>
                    <a:lstStyle/>
                    <a:p>
                      <a:r>
                        <a:rPr sz="2025" b="0">
                          <a:solidFill>
                            <a:srgbClr val="202B33"/>
                          </a:solidFill>
                          <a:latin typeface="Arial"/>
                          <a:ea typeface="Arial"/>
                          <a:cs typeface="Arial"/>
                        </a:rPr>
                        <a:t>(0, u)</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Teilnahme optional</a:t>
                      </a:r>
                    </a:p>
                  </a:txBody>
                  <a:tcPr marL="95250" marR="66675" marT="28575" marB="28575" anchor="ctr">
                    <a:lnR w="6668">
                      <a:solidFill>
                        <a:srgbClr val="CBD8E1"/>
                      </a:solidFill>
                    </a:lnR>
                    <a:lnB w="6668">
                      <a:solidFill>
                        <a:srgbClr val="CBD8E1"/>
                      </a:solidFill>
                    </a:lnB>
                    <a:solidFill>
                      <a:srgbClr val="EDF4F9"/>
                    </a:solidFill>
                  </a:tcPr>
                </a:tc>
              </a:tr>
              <a:tr h="609600">
                <a:tc>
                  <a:txBody>
                    <a:bodyPr/>
                    <a:lstStyle/>
                    <a:p>
                      <a:r>
                        <a:rPr sz="2025" b="0">
                          <a:solidFill>
                            <a:srgbClr val="202B33"/>
                          </a:solidFill>
                          <a:latin typeface="Arial"/>
                          <a:ea typeface="Arial"/>
                          <a:cs typeface="Arial"/>
                        </a:rPr>
                        <a:t>(l, *)</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mindestens l Tupel, keine feste obere Grenze</a:t>
                      </a:r>
                    </a:p>
                  </a:txBody>
                  <a:tcPr marL="95250" marR="66675" marT="28575" marB="28575" anchor="ctr">
                    <a:lnR w="6668">
                      <a:solidFill>
                        <a:srgbClr val="CBD8E1"/>
                      </a:solidFill>
                    </a:lnR>
                    <a:lnB w="6668">
                      <a:solidFill>
                        <a:srgbClr val="CBD8E1"/>
                      </a:solidFill>
                    </a:lnB>
                    <a:solidFill>
                      <a:srgbClr val="FFFFFF"/>
                    </a:solidFill>
                  </a:tcPr>
                </a:tc>
              </a:tr>
              <a:tr h="609600">
                <a:tc>
                  <a:txBody>
                    <a:bodyPr/>
                    <a:lstStyle/>
                    <a:p>
                      <a:r>
                        <a:rPr sz="2025" b="0">
                          <a:solidFill>
                            <a:srgbClr val="202B33"/>
                          </a:solidFill>
                          <a:latin typeface="Arial"/>
                          <a:ea typeface="Arial"/>
                          <a:cs typeface="Arial"/>
                        </a:rPr>
                        <a:t>(1, 1)</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genau ein Tupel</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5" name="">
            <a:extLst xmlns:a="http://schemas.openxmlformats.org/drawingml/2006/main">
              <a:ext uri="{FF2B5EF4-FFF2-40B4-BE49-F238E27FC236}">
                <a16:creationId xmlns:a16="http://schemas.microsoft.com/office/drawing/2014/main" id="{263F90AC-BD0F-40CB-8FF4-FE1FCBD89FDA}"/>
              </a:ext>
            </a:extLst>
          </p:cNvPr>
          <p:cNvSpPr>
            <a:spLocks xmlns:a="http://schemas.openxmlformats.org/drawingml/2006/main" noGrp="1"/>
          </p:cNvSpPr>
          <p:nvPr/>
        </p:nvSpPr>
        <p:spPr>
          <a:xfrm xmlns:a="http://schemas.openxmlformats.org/drawingml/2006/main">
            <a:off x="609600" y="4857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rPr sz="2175" b="1">
                <a:solidFill>
                  <a:srgbClr val="005293"/>
                </a:solidFill>
                <a:latin typeface="Arial"/>
                <a:ea typeface="Arial"/>
                <a:cs typeface="Arial"/>
              </a:rPr>
              <a:t>Gruppiere nur nach Position i und zähle die Tupel je Entity.</a:t>
            </a:r>
          </a:p>
        </p:txBody>
      </p:sp>
      <p:sp>
        <p:nvSpPr>
          <p:cNvPr id="6" name="">
            <a:extLst xmlns:a="http://schemas.openxmlformats.org/drawingml/2006/main">
              <a:ext uri="{FF2B5EF4-FFF2-40B4-BE49-F238E27FC236}">
                <a16:creationId xmlns:a16="http://schemas.microsoft.com/office/drawing/2014/main" id="{F50EA9FE-5AC3-4899-9DF5-21EC640CB943}"/>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Prüfe alle Entities aus Eᵢ. Ohne Beziehung gilt dᵢ(a) = 0.</a:t>
            </a:r>
          </a:p>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Für endliche Grenzen gilt 0 ≤ l ≤ u.</a:t>
            </a:r>
          </a:p>
        </p:txBody>
      </p:sp>
    </p:spTree>
    <p:extLst>
      <p:ext uri="{BB962C8B-B14F-4D97-AF65-F5344CB8AC3E}">
        <p14:creationId xmlns:p14="http://schemas.microsoft.com/office/powerpoint/2010/main" val="15785566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FD5C66-C3F7-40B5-A455-9FCF309142B1}"/>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Was wird fixiert, was wird gezählt?</a:t>
            </a:r>
          </a:p>
        </p:txBody>
      </p:sp>
      <p:sp>
        <p:nvSpPr>
          <p:cNvPr id="2" name="">
            <a:extLst xmlns:a="http://schemas.openxmlformats.org/drawingml/2006/main">
              <a:ext uri="{FF2B5EF4-FFF2-40B4-BE49-F238E27FC236}">
                <a16:creationId xmlns:a16="http://schemas.microsoft.com/office/drawing/2014/main" id="{E856D7CB-CE8F-431A-8489-BC51E4A640C9}"/>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652D0ECF-C1E8-4D5B-9C3C-B42888DF801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DFE9576-FBF1-4E67-BF1B-B15C192405BC}"/>
              </a:ext>
            </a:extLst>
          </p:cNvPr>
          <p:cNvSpPr>
            <a:spLocks xmlns:a="http://schemas.openxmlformats.org/drawingml/2006/main" noGrp="1"/>
          </p:cNvSpPr>
          <p:nvPr/>
        </p:nvSpPr>
        <p:spPr>
          <a:xfrm xmlns:a="http://schemas.openxmlformats.org/drawingml/2006/main">
            <a:off x="609600" y="13525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Funktionalität an Eᵢ: alle übrigen Rollen fixieren</a:t>
            </a:r>
          </a:p>
        </p:txBody>
      </p:sp>
      <p:graphicFrame>
        <p:nvGraphicFramePr>
          <p:cNvPr id="5" name="">
            <a:extLst xmlns:a="http://schemas.openxmlformats.org/drawingml/2006/main">
              <a:ext uri="{FF2B5EF4-FFF2-40B4-BE49-F238E27FC236}">
                <a16:creationId xmlns:a16="http://schemas.microsoft.com/office/drawing/2014/main" id="{352D03E1-1B08-4977-8ACF-EBDCE51C7E68}"/>
              </a:ext>
            </a:extLst>
          </p:cNvPr>
          <p:cNvGraphicFramePr/>
          <p:nvPr/>
        </p:nvGraphicFramePr>
        <p:xfrm>
          <a:off xmlns:a="http://schemas.openxmlformats.org/drawingml/2006/main" x="609600" y="1885950"/>
          <a:ext xmlns:a="http://schemas.openxmlformats.org/drawingml/2006/main" cx="10972800" cy="1219200"/>
        </p:xfrm>
        <a:graphic xmlns:a="http://schemas.openxmlformats.org/drawingml/2006/main">
          <a:graphicData uri="http://schemas.openxmlformats.org/drawingml/2006/table">
            <a:tbl>
              <a:tblPr/>
              <a:tblGrid>
                <a:gridCol w="2571750"/>
                <a:gridCol w="952500"/>
                <a:gridCol w="3924300"/>
                <a:gridCol w="952500"/>
                <a:gridCol w="2571750"/>
              </a:tblGrid>
              <a:tr h="609600">
                <a:tc>
                  <a:txBody>
                    <a:bodyPr/>
                    <a:lstStyle/>
                    <a:p>
                      <a:r>
                        <a:rPr sz="2025" b="1">
                          <a:solidFill>
                            <a:srgbClr val="FFFFFF"/>
                          </a:solidFill>
                          <a:latin typeface="Arial"/>
                          <a:ea typeface="Arial"/>
                          <a:cs typeface="Arial"/>
                        </a:rPr>
                        <a:t>E₁</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Eᵢ</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Eₙ</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609600">
                <a:tc>
                  <a:txBody>
                    <a:bodyPr/>
                    <a:lstStyle/>
                    <a:p>
                      <a:r>
                        <a:rPr sz="2025" b="0">
                          <a:solidFill>
                            <a:srgbClr val="202B33"/>
                          </a:solidFill>
                          <a:latin typeface="Arial"/>
                          <a:ea typeface="Arial"/>
                          <a:cs typeface="Arial"/>
                        </a:rPr>
                        <a:t>e₁ fest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x variabel</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eₙ fest</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381AD6B-914F-4A0E-9301-BCF81441A27E}"/>
              </a:ext>
            </a:extLst>
          </p:cNvPr>
          <p:cNvSpPr>
            <a:spLocks xmlns:a="http://schemas.openxmlformats.org/drawingml/2006/main" noGrp="1"/>
          </p:cNvSpPr>
          <p:nvPr/>
        </p:nvSpPr>
        <p:spPr>
          <a:xfrm xmlns:a="http://schemas.openxmlformats.org/drawingml/2006/main">
            <a:off x="609600" y="3314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Anzahl verschiedener x je festem Resttupel ≤ kᵢ</a:t>
            </a:r>
          </a:p>
        </p:txBody>
      </p:sp>
      <p:sp>
        <p:nvSpPr>
          <p:cNvPr id="7" name="">
            <a:extLst xmlns:a="http://schemas.openxmlformats.org/drawingml/2006/main">
              <a:ext uri="{FF2B5EF4-FFF2-40B4-BE49-F238E27FC236}">
                <a16:creationId xmlns:a16="http://schemas.microsoft.com/office/drawing/2014/main" id="{EFC392CC-596F-4EC8-A0A4-F722E84DC053}"/>
              </a:ext>
            </a:extLst>
          </p:cNvPr>
          <p:cNvSpPr>
            <a:spLocks xmlns:a="http://schemas.openxmlformats.org/drawingml/2006/main" noGrp="1"/>
          </p:cNvSpPr>
          <p:nvPr/>
        </p:nvSpPr>
        <p:spPr>
          <a:xfrm xmlns:a="http://schemas.openxmlformats.org/drawingml/2006/main">
            <a:off x="609600" y="40862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Min–max an Eᵢ: genau die i-te Rolle fixieren</a:t>
            </a:r>
          </a:p>
        </p:txBody>
      </p:sp>
      <p:graphicFrame>
        <p:nvGraphicFramePr>
          <p:cNvPr id="8" name="">
            <a:extLst xmlns:a="http://schemas.openxmlformats.org/drawingml/2006/main">
              <a:ext uri="{FF2B5EF4-FFF2-40B4-BE49-F238E27FC236}">
                <a16:creationId xmlns:a16="http://schemas.microsoft.com/office/drawing/2014/main" id="{47064AA2-1756-4327-98F4-4230E11B1A03}"/>
              </a:ext>
            </a:extLst>
          </p:cNvPr>
          <p:cNvGraphicFramePr/>
          <p:nvPr/>
        </p:nvGraphicFramePr>
        <p:xfrm>
          <a:off xmlns:a="http://schemas.openxmlformats.org/drawingml/2006/main" x="609600" y="4552950"/>
          <a:ext xmlns:a="http://schemas.openxmlformats.org/drawingml/2006/main" cx="10972800" cy="1085850"/>
        </p:xfrm>
        <a:graphic xmlns:a="http://schemas.openxmlformats.org/drawingml/2006/main">
          <a:graphicData uri="http://schemas.openxmlformats.org/drawingml/2006/table">
            <a:tbl>
              <a:tblPr/>
              <a:tblGrid>
                <a:gridCol w="2571750"/>
                <a:gridCol w="952500"/>
                <a:gridCol w="3924300"/>
                <a:gridCol w="952500"/>
                <a:gridCol w="2571750"/>
              </a:tblGrid>
              <a:tr h="542925">
                <a:tc>
                  <a:txBody>
                    <a:bodyPr/>
                    <a:lstStyle/>
                    <a:p>
                      <a:r>
                        <a:rPr sz="2025" b="1">
                          <a:solidFill>
                            <a:srgbClr val="FFFFFF"/>
                          </a:solidFill>
                          <a:latin typeface="Arial"/>
                          <a:ea typeface="Arial"/>
                          <a:cs typeface="Arial"/>
                        </a:rPr>
                        <a:t>E₁</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Eᵢ</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Eₙ</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542925">
                <a:tc>
                  <a:txBody>
                    <a:bodyPr/>
                    <a:lstStyle/>
                    <a:p>
                      <a:r>
                        <a:rPr sz="2025" b="0">
                          <a:solidFill>
                            <a:srgbClr val="202B33"/>
                          </a:solidFill>
                          <a:latin typeface="Arial"/>
                          <a:ea typeface="Arial"/>
                          <a:cs typeface="Arial"/>
                        </a:rPr>
                        <a:t>variabel</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a fest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variabel</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EEA06D7-6760-4DC1-8174-4664A912AFC1}"/>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Anzahl vollständiger Tupel mit diesem a liegt in [minᵢ, maxᵢ].</a:t>
            </a:r>
          </a:p>
        </p:txBody>
      </p:sp>
    </p:spTree>
    <p:extLst>
      <p:ext uri="{BB962C8B-B14F-4D97-AF65-F5344CB8AC3E}">
        <p14:creationId xmlns:p14="http://schemas.microsoft.com/office/powerpoint/2010/main" val="29863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99778B-1051-4C31-AB73-2D0AE3BBD6B1}"/>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Die Bedingungen sind nicht austauschbar</a:t>
            </a:r>
          </a:p>
        </p:txBody>
      </p:sp>
      <p:sp>
        <p:nvSpPr>
          <p:cNvPr id="2" name="">
            <a:extLst xmlns:a="http://schemas.openxmlformats.org/drawingml/2006/main">
              <a:ext uri="{FF2B5EF4-FFF2-40B4-BE49-F238E27FC236}">
                <a16:creationId xmlns:a16="http://schemas.microsoft.com/office/drawing/2014/main" id="{FE5C63E0-D5FA-4E60-8177-A948D4D63729}"/>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C94D3131-D252-4C4A-A9BF-DBB49730AC0B}"/>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444050ED-57F8-4220-A5AF-E837EA84DFC7}"/>
              </a:ext>
            </a:extLst>
          </p:cNvPr>
          <p:cNvSpPr>
            <a:spLocks xmlns:a="http://schemas.openxmlformats.org/drawingml/2006/main" noGrp="1"/>
          </p:cNvSpPr>
          <p:nvPr/>
        </p:nvSpPr>
        <p:spPr>
          <a:xfrm xmlns:a="http://schemas.openxmlformats.org/drawingml/2006/main">
            <a:off x="609600" y="13620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Für n ≥ 3 zählen die Bedingungen unterschiedliche Mengen.</a:t>
            </a:r>
          </a:p>
        </p:txBody>
      </p:sp>
      <p:sp>
        <p:nvSpPr>
          <p:cNvPr id="5" name="">
            <a:extLst xmlns:a="http://schemas.openxmlformats.org/drawingml/2006/main">
              <a:ext uri="{FF2B5EF4-FFF2-40B4-BE49-F238E27FC236}">
                <a16:creationId xmlns:a16="http://schemas.microsoft.com/office/drawing/2014/main" id="{EB234A5D-4895-4755-ACC1-A61C3DF13495}"/>
              </a:ext>
            </a:extLst>
          </p:cNvPr>
          <p:cNvSpPr>
            <a:spLocks xmlns:a="http://schemas.openxmlformats.org/drawingml/2006/main" noGrp="1"/>
          </p:cNvSpPr>
          <p:nvPr/>
        </p:nvSpPr>
        <p:spPr>
          <a:xfrm xmlns:a="http://schemas.openxmlformats.org/drawingml/2006/main">
            <a:off x="609600" y="2190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05293"/>
                </a:solidFill>
                <a:latin typeface="Arial"/>
                <a:ea typeface="Arial"/>
                <a:cs typeface="Arial"/>
              </a:defRPr>
            </a:defPPr>
            <a:lvl1pPr>
              <a:defRPr sz="2625" b="1">
                <a:solidFill>
                  <a:srgbClr val="005293"/>
                </a:solidFill>
                <a:latin typeface="Arial"/>
                <a:ea typeface="Arial"/>
                <a:cs typeface="Arial"/>
              </a:defRPr>
            </a:lvl1pPr>
            <a:lvl2pPr>
              <a:defRPr sz="2625" b="1">
                <a:solidFill>
                  <a:srgbClr val="005293"/>
                </a:solidFill>
                <a:latin typeface="Arial"/>
                <a:ea typeface="Arial"/>
                <a:cs typeface="Arial"/>
              </a:defRPr>
            </a:lvl2pPr>
            <a:lvl3pPr>
              <a:defRPr sz="2625" b="1">
                <a:solidFill>
                  <a:srgbClr val="005293"/>
                </a:solidFill>
                <a:latin typeface="Arial"/>
                <a:ea typeface="Arial"/>
                <a:cs typeface="Arial"/>
              </a:defRPr>
            </a:lvl3pPr>
            <a:lvl4pPr>
              <a:defRPr sz="2625" b="1">
                <a:solidFill>
                  <a:srgbClr val="005293"/>
                </a:solidFill>
                <a:latin typeface="Arial"/>
                <a:ea typeface="Arial"/>
                <a:cs typeface="Arial"/>
              </a:defRPr>
            </a:lvl4pPr>
            <a:lvl5pPr>
              <a:defRPr sz="2625" b="1">
                <a:solidFill>
                  <a:srgbClr val="005293"/>
                </a:solidFill>
                <a:latin typeface="Arial"/>
                <a:ea typeface="Arial"/>
                <a:cs typeface="Arial"/>
              </a:defRPr>
            </a:lvl5pPr>
            <a:lvl6pPr>
              <a:defRPr sz="2625" b="1">
                <a:solidFill>
                  <a:srgbClr val="005293"/>
                </a:solidFill>
                <a:latin typeface="Arial"/>
                <a:ea typeface="Arial"/>
                <a:cs typeface="Arial"/>
              </a:defRPr>
            </a:lvl6pPr>
            <a:lvl7pPr>
              <a:defRPr sz="2625" b="1">
                <a:solidFill>
                  <a:srgbClr val="005293"/>
                </a:solidFill>
                <a:latin typeface="Arial"/>
                <a:ea typeface="Arial"/>
                <a:cs typeface="Arial"/>
              </a:defRPr>
            </a:lvl7pPr>
            <a:lvl8pPr>
              <a:defRPr sz="2625" b="1">
                <a:solidFill>
                  <a:srgbClr val="005293"/>
                </a:solidFill>
                <a:latin typeface="Arial"/>
                <a:ea typeface="Arial"/>
                <a:cs typeface="Arial"/>
              </a:defRPr>
            </a:lvl8pPr>
            <a:lvl9pPr>
              <a:defRPr sz="2625" b="1">
                <a:solidFill>
                  <a:srgbClr val="005293"/>
                </a:solidFill>
                <a:latin typeface="Arial"/>
                <a:ea typeface="Arial"/>
                <a:cs typeface="Arial"/>
              </a:defRPr>
            </a:lvl9pPr>
          </a:lstStyle>
          <a:p xmlns:a="http://schemas.openxmlformats.org/drawingml/2006/main">
            <a:pPr>
              <a:defRPr sz="2625" b="1">
                <a:solidFill>
                  <a:srgbClr val="005293"/>
                </a:solidFill>
                <a:latin typeface="Arial"/>
                <a:ea typeface="Arial"/>
                <a:cs typeface="Arial"/>
              </a:defRPr>
            </a:pPr>
            <a:r>
              <a:rPr sz="2625" b="1">
                <a:solidFill>
                  <a:srgbClr val="005293"/>
                </a:solidFill>
                <a:latin typeface="Arial"/>
                <a:ea typeface="Arial"/>
                <a:cs typeface="Arial"/>
              </a:rPr>
              <a:t>R₁ = { (a, b₁, c₁), (a, b₂, c₂) }</a:t>
            </a:r>
          </a:p>
        </p:txBody>
      </p:sp>
      <p:sp>
        <p:nvSpPr>
          <p:cNvPr id="6" name="">
            <a:extLst xmlns:a="http://schemas.openxmlformats.org/drawingml/2006/main">
              <a:ext uri="{FF2B5EF4-FFF2-40B4-BE49-F238E27FC236}">
                <a16:creationId xmlns:a16="http://schemas.microsoft.com/office/drawing/2014/main" id="{40A5EEEA-989E-4DB4-A221-6A37FE33B65F}"/>
              </a:ext>
            </a:extLst>
          </p:cNvPr>
          <p:cNvSpPr>
            <a:spLocks xmlns:a="http://schemas.openxmlformats.org/drawingml/2006/main" noGrp="1"/>
          </p:cNvSpPr>
          <p:nvPr/>
        </p:nvSpPr>
        <p:spPr>
          <a:xfrm xmlns:a="http://schemas.openxmlformats.org/drawingml/2006/main">
            <a:off x="609600" y="28860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Funktionalität an A: höchstens eine Ergänzung pro (b, c).</a:t>
            </a:r>
          </a:p>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Min–max an A: a nimmt an zwei Tupeln teil.</a:t>
            </a:r>
          </a:p>
        </p:txBody>
      </p:sp>
      <p:sp>
        <p:nvSpPr>
          <p:cNvPr id="7" name="">
            <a:extLst xmlns:a="http://schemas.openxmlformats.org/drawingml/2006/main">
              <a:ext uri="{FF2B5EF4-FFF2-40B4-BE49-F238E27FC236}">
                <a16:creationId xmlns:a16="http://schemas.microsoft.com/office/drawing/2014/main" id="{B9C8452C-3A90-4C1A-9E3C-D7F5A61CFEAF}"/>
              </a:ext>
            </a:extLst>
          </p:cNvPr>
          <p:cNvSpPr>
            <a:spLocks xmlns:a="http://schemas.openxmlformats.org/drawingml/2006/main" noGrp="1"/>
          </p:cNvSpPr>
          <p:nvPr/>
        </p:nvSpPr>
        <p:spPr>
          <a:xfrm xmlns:a="http://schemas.openxmlformats.org/drawingml/2006/main">
            <a:off x="609600" y="42576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05293"/>
                </a:solidFill>
                <a:latin typeface="Arial"/>
                <a:ea typeface="Arial"/>
                <a:cs typeface="Arial"/>
              </a:defRPr>
            </a:defPPr>
            <a:lvl1pPr>
              <a:defRPr sz="2625" b="1">
                <a:solidFill>
                  <a:srgbClr val="005293"/>
                </a:solidFill>
                <a:latin typeface="Arial"/>
                <a:ea typeface="Arial"/>
                <a:cs typeface="Arial"/>
              </a:defRPr>
            </a:lvl1pPr>
            <a:lvl2pPr>
              <a:defRPr sz="2625" b="1">
                <a:solidFill>
                  <a:srgbClr val="005293"/>
                </a:solidFill>
                <a:latin typeface="Arial"/>
                <a:ea typeface="Arial"/>
                <a:cs typeface="Arial"/>
              </a:defRPr>
            </a:lvl2pPr>
            <a:lvl3pPr>
              <a:defRPr sz="2625" b="1">
                <a:solidFill>
                  <a:srgbClr val="005293"/>
                </a:solidFill>
                <a:latin typeface="Arial"/>
                <a:ea typeface="Arial"/>
                <a:cs typeface="Arial"/>
              </a:defRPr>
            </a:lvl3pPr>
            <a:lvl4pPr>
              <a:defRPr sz="2625" b="1">
                <a:solidFill>
                  <a:srgbClr val="005293"/>
                </a:solidFill>
                <a:latin typeface="Arial"/>
                <a:ea typeface="Arial"/>
                <a:cs typeface="Arial"/>
              </a:defRPr>
            </a:lvl4pPr>
            <a:lvl5pPr>
              <a:defRPr sz="2625" b="1">
                <a:solidFill>
                  <a:srgbClr val="005293"/>
                </a:solidFill>
                <a:latin typeface="Arial"/>
                <a:ea typeface="Arial"/>
                <a:cs typeface="Arial"/>
              </a:defRPr>
            </a:lvl5pPr>
            <a:lvl6pPr>
              <a:defRPr sz="2625" b="1">
                <a:solidFill>
                  <a:srgbClr val="005293"/>
                </a:solidFill>
                <a:latin typeface="Arial"/>
                <a:ea typeface="Arial"/>
                <a:cs typeface="Arial"/>
              </a:defRPr>
            </a:lvl6pPr>
            <a:lvl7pPr>
              <a:defRPr sz="2625" b="1">
                <a:solidFill>
                  <a:srgbClr val="005293"/>
                </a:solidFill>
                <a:latin typeface="Arial"/>
                <a:ea typeface="Arial"/>
                <a:cs typeface="Arial"/>
              </a:defRPr>
            </a:lvl7pPr>
            <a:lvl8pPr>
              <a:defRPr sz="2625" b="1">
                <a:solidFill>
                  <a:srgbClr val="005293"/>
                </a:solidFill>
                <a:latin typeface="Arial"/>
                <a:ea typeface="Arial"/>
                <a:cs typeface="Arial"/>
              </a:defRPr>
            </a:lvl8pPr>
            <a:lvl9pPr>
              <a:defRPr sz="2625" b="1">
                <a:solidFill>
                  <a:srgbClr val="005293"/>
                </a:solidFill>
                <a:latin typeface="Arial"/>
                <a:ea typeface="Arial"/>
                <a:cs typeface="Arial"/>
              </a:defRPr>
            </a:lvl9pPr>
          </a:lstStyle>
          <a:p xmlns:a="http://schemas.openxmlformats.org/drawingml/2006/main">
            <a:pPr>
              <a:defRPr sz="2625" b="1">
                <a:solidFill>
                  <a:srgbClr val="005293"/>
                </a:solidFill>
                <a:latin typeface="Arial"/>
                <a:ea typeface="Arial"/>
                <a:cs typeface="Arial"/>
              </a:defRPr>
            </a:pPr>
            <a:r>
              <a:rPr sz="2625" b="1">
                <a:solidFill>
                  <a:srgbClr val="005293"/>
                </a:solidFill>
                <a:latin typeface="Arial"/>
                <a:ea typeface="Arial"/>
                <a:cs typeface="Arial"/>
              </a:rPr>
              <a:t>R₂ = { (a₁, b, c), (a₂, b, c) }</a:t>
            </a:r>
          </a:p>
        </p:txBody>
      </p:sp>
      <p:sp>
        <p:nvSpPr>
          <p:cNvPr id="8" name="">
            <a:extLst xmlns:a="http://schemas.openxmlformats.org/drawingml/2006/main">
              <a:ext uri="{FF2B5EF4-FFF2-40B4-BE49-F238E27FC236}">
                <a16:creationId xmlns:a16="http://schemas.microsoft.com/office/drawing/2014/main" id="{36E0A0F3-6780-464C-B2C8-71F9CF75E4E5}"/>
              </a:ext>
            </a:extLst>
          </p:cNvPr>
          <p:cNvSpPr>
            <a:spLocks xmlns:a="http://schemas.openxmlformats.org/drawingml/2006/main" noGrp="1"/>
          </p:cNvSpPr>
          <p:nvPr/>
        </p:nvSpPr>
        <p:spPr>
          <a:xfrm xmlns:a="http://schemas.openxmlformats.org/drawingml/2006/main">
            <a:off x="609600" y="49530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Min–max an A: jedes a nimmt an einem Tupel teil.</a:t>
            </a:r>
          </a:p>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Funktionalität an A: dasselbe (b, c) hat zwei Ergänzungen.</a:t>
            </a:r>
          </a:p>
        </p:txBody>
      </p:sp>
    </p:spTree>
    <p:extLst>
      <p:ext uri="{BB962C8B-B14F-4D97-AF65-F5344CB8AC3E}">
        <p14:creationId xmlns:p14="http://schemas.microsoft.com/office/powerpoint/2010/main" val="12516170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BCAE0D-CF33-46D1-906D-83198CFC4117}"/>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Allgemeine Übersicht</a:t>
            </a:r>
          </a:p>
        </p:txBody>
      </p:sp>
      <p:sp>
        <p:nvSpPr>
          <p:cNvPr id="2" name="">
            <a:extLst xmlns:a="http://schemas.openxmlformats.org/drawingml/2006/main">
              <a:ext uri="{FF2B5EF4-FFF2-40B4-BE49-F238E27FC236}">
                <a16:creationId xmlns:a16="http://schemas.microsoft.com/office/drawing/2014/main" id="{D55EC080-0B4A-427C-9D63-590BCFB4298A}"/>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707A9C10-0396-4FA3-80AB-0CC7990F86A1}"/>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A5480E43-2A63-42F9-8B13-32598BD1C9E9}"/>
              </a:ext>
            </a:extLst>
          </p:cNvPr>
          <p:cNvGraphicFramePr/>
          <p:nvPr/>
        </p:nvGraphicFramePr>
        <p:xfrm>
          <a:off xmlns:a="http://schemas.openxmlformats.org/drawingml/2006/main" x="609600" y="1600200"/>
          <a:ext xmlns:a="http://schemas.openxmlformats.org/drawingml/2006/main" cx="10972800" cy="3667125"/>
        </p:xfrm>
        <a:graphic xmlns:a="http://schemas.openxmlformats.org/drawingml/2006/main">
          <a:graphicData uri="http://schemas.openxmlformats.org/drawingml/2006/table">
            <a:tbl>
              <a:tblPr/>
              <a:tblGrid>
                <a:gridCol w="2095500"/>
                <a:gridCol w="4381500"/>
                <a:gridCol w="4495800"/>
              </a:tblGrid>
              <a:tr h="733425">
                <a:tc>
                  <a:txBody>
                    <a:bodyPr/>
                    <a:lstStyle/>
                    <a:p>
                      <a:r>
                        <a:rPr sz="1875" b="1">
                          <a:solidFill>
                            <a:srgbClr val="FFFFFF"/>
                          </a:solidFill>
                          <a:latin typeface="Arial"/>
                          <a:ea typeface="Arial"/>
                          <a:cs typeface="Arial"/>
                        </a:rPr>
                        <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875" b="1">
                          <a:solidFill>
                            <a:srgbClr val="FFFFFF"/>
                          </a:solidFill>
                          <a:latin typeface="Arial"/>
                          <a:ea typeface="Arial"/>
                          <a:cs typeface="Arial"/>
                        </a:rPr>
                        <a:t>Funktionalität an Eᵢ</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875" b="1">
                          <a:solidFill>
                            <a:srgbClr val="FFFFFF"/>
                          </a:solidFill>
                          <a:latin typeface="Arial"/>
                          <a:ea typeface="Arial"/>
                          <a:cs typeface="Arial"/>
                        </a:rPr>
                        <a:t>Min–max an Eᵢ</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733425">
                <a:tc>
                  <a:txBody>
                    <a:bodyPr/>
                    <a:lstStyle/>
                    <a:p>
                      <a:r>
                        <a:rPr sz="1875" b="0">
                          <a:solidFill>
                            <a:srgbClr val="202B33"/>
                          </a:solidFill>
                          <a:latin typeface="Arial"/>
                          <a:ea typeface="Arial"/>
                          <a:cs typeface="Arial"/>
                        </a:rPr>
                        <a:t>Fixiert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875" b="0">
                          <a:solidFill>
                            <a:srgbClr val="202B33"/>
                          </a:solidFill>
                          <a:latin typeface="Arial"/>
                          <a:ea typeface="Arial"/>
                          <a:cs typeface="Arial"/>
                        </a:rPr>
                        <a:t>alle n − 1 anderen Rollen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875" b="0">
                          <a:solidFill>
                            <a:srgbClr val="202B33"/>
                          </a:solidFill>
                          <a:latin typeface="Arial"/>
                          <a:ea typeface="Arial"/>
                          <a:cs typeface="Arial"/>
                        </a:rPr>
                        <a:t>ein Entity in Rolle i</a:t>
                      </a:r>
                    </a:p>
                  </a:txBody>
                  <a:tcPr marL="95250" marR="66675" marT="28575" marB="28575" anchor="ctr">
                    <a:lnR w="6668">
                      <a:solidFill>
                        <a:srgbClr val="CBD8E1"/>
                      </a:solidFill>
                    </a:lnR>
                    <a:lnB w="6668">
                      <a:solidFill>
                        <a:srgbClr val="CBD8E1"/>
                      </a:solidFill>
                    </a:lnB>
                    <a:solidFill>
                      <a:srgbClr val="FFFFFF"/>
                    </a:solidFill>
                  </a:tcPr>
                </a:tc>
              </a:tr>
              <a:tr h="733425">
                <a:tc>
                  <a:txBody>
                    <a:bodyPr/>
                    <a:lstStyle/>
                    <a:p>
                      <a:r>
                        <a:rPr sz="1875" b="0">
                          <a:solidFill>
                            <a:srgbClr val="202B33"/>
                          </a:solidFill>
                          <a:latin typeface="Arial"/>
                          <a:ea typeface="Arial"/>
                          <a:cs typeface="Arial"/>
                        </a:rPr>
                        <a:t>Gezählt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875" b="0">
                          <a:solidFill>
                            <a:srgbClr val="202B33"/>
                          </a:solidFill>
                          <a:latin typeface="Arial"/>
                          <a:ea typeface="Arial"/>
                          <a:cs typeface="Arial"/>
                        </a:rPr>
                        <a:t>Ergänzungen in Eᵢ</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875" b="0">
                          <a:solidFill>
                            <a:srgbClr val="202B33"/>
                          </a:solidFill>
                          <a:latin typeface="Arial"/>
                          <a:ea typeface="Arial"/>
                          <a:cs typeface="Arial"/>
                        </a:rPr>
                        <a:t>ganze Tupel mit diesem Entity</a:t>
                      </a:r>
                    </a:p>
                  </a:txBody>
                  <a:tcPr marL="95250" marR="66675" marT="28575" marB="28575" anchor="ctr">
                    <a:lnR w="6668">
                      <a:solidFill>
                        <a:srgbClr val="CBD8E1"/>
                      </a:solidFill>
                    </a:lnR>
                    <a:lnB w="6668">
                      <a:solidFill>
                        <a:srgbClr val="CBD8E1"/>
                      </a:solidFill>
                    </a:lnB>
                    <a:solidFill>
                      <a:srgbClr val="EDF4F9"/>
                    </a:solidFill>
                  </a:tcPr>
                </a:tc>
              </a:tr>
              <a:tr h="733425">
                <a:tc>
                  <a:txBody>
                    <a:bodyPr/>
                    <a:lstStyle/>
                    <a:p>
                      <a:r>
                        <a:rPr sz="1875" b="0">
                          <a:solidFill>
                            <a:srgbClr val="202B33"/>
                          </a:solidFill>
                          <a:latin typeface="Arial"/>
                          <a:ea typeface="Arial"/>
                          <a:cs typeface="Arial"/>
                        </a:rPr>
                        <a:t>Grenzen</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875" b="0">
                          <a:solidFill>
                            <a:srgbClr val="202B33"/>
                          </a:solidFill>
                          <a:latin typeface="Arial"/>
                          <a:ea typeface="Arial"/>
                          <a:cs typeface="Arial"/>
                        </a:rPr>
                        <a:t>0 bis kᵢ</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875" b="0">
                          <a:solidFill>
                            <a:srgbClr val="202B33"/>
                          </a:solidFill>
                          <a:latin typeface="Arial"/>
                          <a:ea typeface="Arial"/>
                          <a:cs typeface="Arial"/>
                        </a:rPr>
                        <a:t>minᵢ bis maxᵢ</a:t>
                      </a:r>
                    </a:p>
                  </a:txBody>
                  <a:tcPr marL="95250" marR="66675" marT="28575" marB="28575" anchor="ctr">
                    <a:lnR w="6668">
                      <a:solidFill>
                        <a:srgbClr val="CBD8E1"/>
                      </a:solidFill>
                    </a:lnR>
                    <a:lnB w="6668">
                      <a:solidFill>
                        <a:srgbClr val="CBD8E1"/>
                      </a:solidFill>
                    </a:lnB>
                    <a:solidFill>
                      <a:srgbClr val="FFFFFF"/>
                    </a:solidFill>
                  </a:tcPr>
                </a:tc>
              </a:tr>
              <a:tr h="733425">
                <a:tc>
                  <a:txBody>
                    <a:bodyPr/>
                    <a:lstStyle/>
                    <a:p>
                      <a:r>
                        <a:rPr sz="1875" b="0">
                          <a:solidFill>
                            <a:srgbClr val="202B33"/>
                          </a:solidFill>
                          <a:latin typeface="Arial"/>
                          <a:ea typeface="Arial"/>
                          <a:cs typeface="Arial"/>
                        </a:rPr>
                        <a:t>Prüfung</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875" b="0">
                          <a:solidFill>
                            <a:srgbClr val="202B33"/>
                          </a:solidFill>
                          <a:latin typeface="Arial"/>
                          <a:ea typeface="Arial"/>
                          <a:cs typeface="Arial"/>
                        </a:rPr>
                        <a:t>pro Resttupel q</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875" b="0">
                          <a:solidFill>
                            <a:srgbClr val="202B33"/>
                          </a:solidFill>
                          <a:latin typeface="Arial"/>
                          <a:ea typeface="Arial"/>
                          <a:cs typeface="Arial"/>
                        </a:rPr>
                        <a:t>pro Entity a ∈ Eᵢ</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5" name="">
            <a:extLst xmlns:a="http://schemas.openxmlformats.org/drawingml/2006/main">
              <a:ext uri="{FF2B5EF4-FFF2-40B4-BE49-F238E27FC236}">
                <a16:creationId xmlns:a16="http://schemas.microsoft.com/office/drawing/2014/main" id="{DB8F6472-5DEB-4A09-8797-F22D99762723}"/>
              </a:ext>
            </a:extLst>
          </p:cNvPr>
          <p:cNvSpPr>
            <a:spLocks xmlns:a="http://schemas.openxmlformats.org/drawingml/2006/main" noGrp="1"/>
          </p:cNvSpPr>
          <p:nvPr/>
        </p:nvSpPr>
        <p:spPr>
          <a:xfrm xmlns:a="http://schemas.openxmlformats.org/drawingml/2006/main">
            <a:off x="609600" y="57340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Für beide gilt: Die Bedingungen jeder Rolle müssen gleichzeitig erfüllt sein.</a:t>
            </a:r>
          </a:p>
        </p:txBody>
      </p:sp>
    </p:spTree>
    <p:extLst>
      <p:ext uri="{BB962C8B-B14F-4D97-AF65-F5344CB8AC3E}">
        <p14:creationId xmlns:p14="http://schemas.microsoft.com/office/powerpoint/2010/main" val="21399585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01A49F-1E43-4410-8183-A5A8D6402463}"/>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Aggregation und Generalisierung</a:t>
            </a:r>
          </a:p>
        </p:txBody>
      </p:sp>
      <p:sp>
        <p:nvSpPr>
          <p:cNvPr id="2" name="">
            <a:extLst xmlns:a="http://schemas.openxmlformats.org/drawingml/2006/main">
              <a:ext uri="{FF2B5EF4-FFF2-40B4-BE49-F238E27FC236}">
                <a16:creationId xmlns:a16="http://schemas.microsoft.com/office/drawing/2014/main" id="{DA64E52C-04FC-413D-AEFA-BB2A14C6E9B7}"/>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2 · WiSe 2026/27</a:t>
            </a:r>
          </a:p>
        </p:txBody>
      </p:sp>
      <p:sp>
        <p:nvSpPr>
          <p:cNvPr id="3" name="">
            <a:extLst xmlns:a="http://schemas.openxmlformats.org/drawingml/2006/main">
              <a:ext uri="{FF2B5EF4-FFF2-40B4-BE49-F238E27FC236}">
                <a16:creationId xmlns:a16="http://schemas.microsoft.com/office/drawing/2014/main" id="{B7076D4C-BAF4-4A53-859A-01849DC5C68E}"/>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BF42DC2F-4EF5-440C-92C1-391BA47AF8FB}"/>
              </a:ext>
            </a:extLst>
          </p:cNvPr>
          <p:cNvSpPr>
            <a:spLocks xmlns:a="http://schemas.openxmlformats.org/drawingml/2006/main" noGrp="1"/>
          </p:cNvSpPr>
          <p:nvPr/>
        </p:nvSpPr>
        <p:spPr>
          <a:xfrm xmlns:a="http://schemas.openxmlformats.org/drawingml/2006/main">
            <a:off x="609600" y="155257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Aggregation: Teil-von</a:t>
            </a:r>
          </a:p>
        </p:txBody>
      </p:sp>
      <p:sp>
        <p:nvSpPr>
          <p:cNvPr id="5" name="">
            <a:extLst xmlns:a="http://schemas.openxmlformats.org/drawingml/2006/main">
              <a:ext uri="{FF2B5EF4-FFF2-40B4-BE49-F238E27FC236}">
                <a16:creationId xmlns:a16="http://schemas.microsoft.com/office/drawing/2014/main" id="{DDEB29D6-29E9-4AEE-AAF2-E7D0BC13CD29}"/>
              </a:ext>
            </a:extLst>
          </p:cNvPr>
          <p:cNvSpPr>
            <a:spLocks xmlns:a="http://schemas.openxmlformats.org/drawingml/2006/main" noGrp="1"/>
          </p:cNvSpPr>
          <p:nvPr/>
        </p:nvSpPr>
        <p:spPr>
          <a:xfrm xmlns:a="http://schemas.openxmlformats.org/drawingml/2006/main">
            <a:off x="609600" y="21907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B33"/>
                </a:solidFill>
                <a:latin typeface="Arial"/>
                <a:ea typeface="Arial"/>
                <a:cs typeface="Arial"/>
              </a:defRPr>
            </a:defPPr>
            <a:lvl1pPr>
              <a:defRPr sz="2250" b="0">
                <a:solidFill>
                  <a:srgbClr val="202B33"/>
                </a:solidFill>
                <a:latin typeface="Arial"/>
                <a:ea typeface="Arial"/>
                <a:cs typeface="Arial"/>
              </a:defRPr>
            </a:lvl1pPr>
            <a:lvl2pPr>
              <a:defRPr sz="2250" b="0">
                <a:solidFill>
                  <a:srgbClr val="202B33"/>
                </a:solidFill>
                <a:latin typeface="Arial"/>
                <a:ea typeface="Arial"/>
                <a:cs typeface="Arial"/>
              </a:defRPr>
            </a:lvl2pPr>
            <a:lvl3pPr>
              <a:defRPr sz="2250" b="0">
                <a:solidFill>
                  <a:srgbClr val="202B33"/>
                </a:solidFill>
                <a:latin typeface="Arial"/>
                <a:ea typeface="Arial"/>
                <a:cs typeface="Arial"/>
              </a:defRPr>
            </a:lvl3pPr>
            <a:lvl4pPr>
              <a:defRPr sz="2250" b="0">
                <a:solidFill>
                  <a:srgbClr val="202B33"/>
                </a:solidFill>
                <a:latin typeface="Arial"/>
                <a:ea typeface="Arial"/>
                <a:cs typeface="Arial"/>
              </a:defRPr>
            </a:lvl4pPr>
            <a:lvl5pPr>
              <a:defRPr sz="2250" b="0">
                <a:solidFill>
                  <a:srgbClr val="202B33"/>
                </a:solidFill>
                <a:latin typeface="Arial"/>
                <a:ea typeface="Arial"/>
                <a:cs typeface="Arial"/>
              </a:defRPr>
            </a:lvl5pPr>
            <a:lvl6pPr>
              <a:defRPr sz="2250" b="0">
                <a:solidFill>
                  <a:srgbClr val="202B33"/>
                </a:solidFill>
                <a:latin typeface="Arial"/>
                <a:ea typeface="Arial"/>
                <a:cs typeface="Arial"/>
              </a:defRPr>
            </a:lvl6pPr>
            <a:lvl7pPr>
              <a:defRPr sz="2250" b="0">
                <a:solidFill>
                  <a:srgbClr val="202B33"/>
                </a:solidFill>
                <a:latin typeface="Arial"/>
                <a:ea typeface="Arial"/>
                <a:cs typeface="Arial"/>
              </a:defRPr>
            </a:lvl7pPr>
            <a:lvl8pPr>
              <a:defRPr sz="2250" b="0">
                <a:solidFill>
                  <a:srgbClr val="202B33"/>
                </a:solidFill>
                <a:latin typeface="Arial"/>
                <a:ea typeface="Arial"/>
                <a:cs typeface="Arial"/>
              </a:defRPr>
            </a:lvl8pPr>
            <a:lvl9pPr>
              <a:defRPr sz="2250" b="0">
                <a:solidFill>
                  <a:srgbClr val="202B33"/>
                </a:solidFill>
                <a:latin typeface="Arial"/>
                <a:ea typeface="Arial"/>
                <a:cs typeface="Arial"/>
              </a:defRPr>
            </a:lvl9pPr>
          </a:lstStyle>
          <a:p xmlns:a="http://schemas.openxmlformats.org/drawingml/2006/main">
            <a:pPr>
              <a:defRPr sz="2250" b="0">
                <a:solidFill>
                  <a:srgbClr val="202B33"/>
                </a:solidFill>
                <a:latin typeface="Arial"/>
                <a:ea typeface="Arial"/>
                <a:cs typeface="Arial"/>
              </a:defRPr>
            </a:pPr>
            <a:r>
              <a:rPr sz="2250" b="0">
                <a:solidFill>
                  <a:srgbClr val="202B33"/>
                </a:solidFill>
                <a:latin typeface="Arial"/>
                <a:ea typeface="Arial"/>
                <a:cs typeface="Arial"/>
              </a:rPr>
              <a:t>Ein Ganzes besteht aus Teilen.</a:t>
            </a:r>
          </a:p>
        </p:txBody>
      </p:sp>
      <p:sp>
        <p:nvSpPr>
          <p:cNvPr id="6" name="">
            <a:extLst xmlns:a="http://schemas.openxmlformats.org/drawingml/2006/main">
              <a:ext uri="{FF2B5EF4-FFF2-40B4-BE49-F238E27FC236}">
                <a16:creationId xmlns:a16="http://schemas.microsoft.com/office/drawing/2014/main" id="{7988BB49-225C-427D-A4A8-596694668420}"/>
              </a:ext>
            </a:extLst>
          </p:cNvPr>
          <p:cNvSpPr>
            <a:spLocks xmlns:a="http://schemas.openxmlformats.org/drawingml/2006/main" noGrp="1"/>
          </p:cNvSpPr>
          <p:nvPr/>
        </p:nvSpPr>
        <p:spPr>
          <a:xfrm xmlns:a="http://schemas.openxmlformats.org/drawingml/2006/main">
            <a:off x="609600" y="32956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xmlns:a="http://schemas.openxmlformats.org/drawingml/2006/main">
            <a:pPr>
              <a:defRPr sz="2400" b="1">
                <a:solidFill>
                  <a:srgbClr val="005293"/>
                </a:solidFill>
                <a:latin typeface="Arial"/>
                <a:ea typeface="Arial"/>
                <a:cs typeface="Arial"/>
              </a:defRPr>
            </a:pPr>
            <a:r>
              <a:rPr sz="2400" b="1">
                <a:solidFill>
                  <a:srgbClr val="005293"/>
                </a:solidFill>
                <a:latin typeface="Arial"/>
                <a:ea typeface="Arial"/>
                <a:cs typeface="Arial"/>
              </a:rPr>
              <a:t>Ein Rad ist Teil eines Fahrrads.</a:t>
            </a:r>
          </a:p>
        </p:txBody>
      </p:sp>
      <p:sp>
        <p:nvSpPr>
          <p:cNvPr id="7" name="">
            <a:extLst xmlns:a="http://schemas.openxmlformats.org/drawingml/2006/main">
              <a:ext uri="{FF2B5EF4-FFF2-40B4-BE49-F238E27FC236}">
                <a16:creationId xmlns:a16="http://schemas.microsoft.com/office/drawing/2014/main" id="{AF768EF8-143A-48BD-A97F-B6EA3F3804C8}"/>
              </a:ext>
            </a:extLst>
          </p:cNvPr>
          <p:cNvSpPr>
            <a:spLocks xmlns:a="http://schemas.openxmlformats.org/drawingml/2006/main" noGrp="1"/>
          </p:cNvSpPr>
          <p:nvPr/>
        </p:nvSpPr>
        <p:spPr>
          <a:xfrm xmlns:a="http://schemas.openxmlformats.org/drawingml/2006/main">
            <a:off x="6419850" y="15525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Generalisierung: is-a</a:t>
            </a:r>
          </a:p>
        </p:txBody>
      </p:sp>
      <p:sp>
        <p:nvSpPr>
          <p:cNvPr id="8" name="">
            <a:extLst xmlns:a="http://schemas.openxmlformats.org/drawingml/2006/main">
              <a:ext uri="{FF2B5EF4-FFF2-40B4-BE49-F238E27FC236}">
                <a16:creationId xmlns:a16="http://schemas.microsoft.com/office/drawing/2014/main" id="{3116CC2E-5393-4D14-BA20-51417CD90F45}"/>
              </a:ext>
            </a:extLst>
          </p:cNvPr>
          <p:cNvSpPr>
            <a:spLocks xmlns:a="http://schemas.openxmlformats.org/drawingml/2006/main" noGrp="1"/>
          </p:cNvSpPr>
          <p:nvPr/>
        </p:nvSpPr>
        <p:spPr>
          <a:xfrm xmlns:a="http://schemas.openxmlformats.org/drawingml/2006/main">
            <a:off x="6419850" y="21907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B33"/>
                </a:solidFill>
                <a:latin typeface="Arial"/>
                <a:ea typeface="Arial"/>
                <a:cs typeface="Arial"/>
              </a:defRPr>
            </a:defPPr>
            <a:lvl1pPr>
              <a:defRPr sz="2250" b="0">
                <a:solidFill>
                  <a:srgbClr val="202B33"/>
                </a:solidFill>
                <a:latin typeface="Arial"/>
                <a:ea typeface="Arial"/>
                <a:cs typeface="Arial"/>
              </a:defRPr>
            </a:lvl1pPr>
            <a:lvl2pPr>
              <a:defRPr sz="2250" b="0">
                <a:solidFill>
                  <a:srgbClr val="202B33"/>
                </a:solidFill>
                <a:latin typeface="Arial"/>
                <a:ea typeface="Arial"/>
                <a:cs typeface="Arial"/>
              </a:defRPr>
            </a:lvl2pPr>
            <a:lvl3pPr>
              <a:defRPr sz="2250" b="0">
                <a:solidFill>
                  <a:srgbClr val="202B33"/>
                </a:solidFill>
                <a:latin typeface="Arial"/>
                <a:ea typeface="Arial"/>
                <a:cs typeface="Arial"/>
              </a:defRPr>
            </a:lvl3pPr>
            <a:lvl4pPr>
              <a:defRPr sz="2250" b="0">
                <a:solidFill>
                  <a:srgbClr val="202B33"/>
                </a:solidFill>
                <a:latin typeface="Arial"/>
                <a:ea typeface="Arial"/>
                <a:cs typeface="Arial"/>
              </a:defRPr>
            </a:lvl4pPr>
            <a:lvl5pPr>
              <a:defRPr sz="2250" b="0">
                <a:solidFill>
                  <a:srgbClr val="202B33"/>
                </a:solidFill>
                <a:latin typeface="Arial"/>
                <a:ea typeface="Arial"/>
                <a:cs typeface="Arial"/>
              </a:defRPr>
            </a:lvl5pPr>
            <a:lvl6pPr>
              <a:defRPr sz="2250" b="0">
                <a:solidFill>
                  <a:srgbClr val="202B33"/>
                </a:solidFill>
                <a:latin typeface="Arial"/>
                <a:ea typeface="Arial"/>
                <a:cs typeface="Arial"/>
              </a:defRPr>
            </a:lvl6pPr>
            <a:lvl7pPr>
              <a:defRPr sz="2250" b="0">
                <a:solidFill>
                  <a:srgbClr val="202B33"/>
                </a:solidFill>
                <a:latin typeface="Arial"/>
                <a:ea typeface="Arial"/>
                <a:cs typeface="Arial"/>
              </a:defRPr>
            </a:lvl7pPr>
            <a:lvl8pPr>
              <a:defRPr sz="2250" b="0">
                <a:solidFill>
                  <a:srgbClr val="202B33"/>
                </a:solidFill>
                <a:latin typeface="Arial"/>
                <a:ea typeface="Arial"/>
                <a:cs typeface="Arial"/>
              </a:defRPr>
            </a:lvl8pPr>
            <a:lvl9pPr>
              <a:defRPr sz="2250" b="0">
                <a:solidFill>
                  <a:srgbClr val="202B33"/>
                </a:solidFill>
                <a:latin typeface="Arial"/>
                <a:ea typeface="Arial"/>
                <a:cs typeface="Arial"/>
              </a:defRPr>
            </a:lvl9pPr>
          </a:lstStyle>
          <a:p xmlns:a="http://schemas.openxmlformats.org/drawingml/2006/main">
            <a:pPr>
              <a:defRPr sz="2250" b="0">
                <a:solidFill>
                  <a:srgbClr val="202B33"/>
                </a:solidFill>
                <a:latin typeface="Arial"/>
                <a:ea typeface="Arial"/>
                <a:cs typeface="Arial"/>
              </a:defRPr>
            </a:pPr>
            <a:r>
              <a:rPr sz="2250" b="0">
                <a:solidFill>
                  <a:srgbClr val="202B33"/>
                </a:solidFill>
                <a:latin typeface="Arial"/>
                <a:ea typeface="Arial"/>
                <a:cs typeface="Arial"/>
              </a:rPr>
              <a:t>Ein Untertyp übernimmt die Eigenschaften des Obertyps.</a:t>
            </a:r>
          </a:p>
        </p:txBody>
      </p:sp>
      <p:sp>
        <p:nvSpPr>
          <p:cNvPr id="9" name="">
            <a:extLst xmlns:a="http://schemas.openxmlformats.org/drawingml/2006/main">
              <a:ext uri="{FF2B5EF4-FFF2-40B4-BE49-F238E27FC236}">
                <a16:creationId xmlns:a16="http://schemas.microsoft.com/office/drawing/2014/main" id="{1117EC23-2766-4792-824C-22051BF922C7}"/>
              </a:ext>
            </a:extLst>
          </p:cNvPr>
          <p:cNvSpPr>
            <a:spLocks xmlns:a="http://schemas.openxmlformats.org/drawingml/2006/main" noGrp="1"/>
          </p:cNvSpPr>
          <p:nvPr/>
        </p:nvSpPr>
        <p:spPr>
          <a:xfrm xmlns:a="http://schemas.openxmlformats.org/drawingml/2006/main">
            <a:off x="6419850" y="3295650"/>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xmlns:a="http://schemas.openxmlformats.org/drawingml/2006/main">
            <a:pPr>
              <a:defRPr sz="2400" b="1">
                <a:solidFill>
                  <a:srgbClr val="005293"/>
                </a:solidFill>
                <a:latin typeface="Arial"/>
                <a:ea typeface="Arial"/>
                <a:cs typeface="Arial"/>
              </a:defRPr>
            </a:pPr>
            <a:r>
              <a:rPr sz="2400" b="1">
                <a:solidFill>
                  <a:srgbClr val="005293"/>
                </a:solidFill>
                <a:latin typeface="Arial"/>
                <a:ea typeface="Arial"/>
                <a:cs typeface="Arial"/>
              </a:rPr>
              <a:t>Ein Professor ist ein Angestellter.</a:t>
            </a:r>
          </a:p>
        </p:txBody>
      </p:sp>
      <p:sp>
        <p:nvSpPr>
          <p:cNvPr id="10" name="">
            <a:extLst xmlns:a="http://schemas.openxmlformats.org/drawingml/2006/main">
              <a:ext uri="{FF2B5EF4-FFF2-40B4-BE49-F238E27FC236}">
                <a16:creationId xmlns:a16="http://schemas.microsoft.com/office/drawing/2014/main" id="{B0E8C2BD-D6DA-4E43-9652-95427F66D1AF}"/>
              </a:ext>
            </a:extLst>
          </p:cNvPr>
          <p:cNvSpPr>
            <a:spLocks xmlns:a="http://schemas.openxmlformats.org/drawingml/2006/main" noGrp="1"/>
          </p:cNvSpPr>
          <p:nvPr/>
        </p:nvSpPr>
        <p:spPr>
          <a:xfrm xmlns:a="http://schemas.openxmlformats.org/drawingml/2006/main">
            <a:off x="609600" y="52482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Teil-von beschreibt Zusammensetzung. Is-a beschreibt eine Untertypbeziehung.</a:t>
            </a:r>
          </a:p>
        </p:txBody>
      </p:sp>
    </p:spTree>
    <p:extLst>
      <p:ext uri="{BB962C8B-B14F-4D97-AF65-F5344CB8AC3E}">
        <p14:creationId xmlns:p14="http://schemas.microsoft.com/office/powerpoint/2010/main" val="1990115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2026-10-25T19:41:51.3960000Z</dcterms:created>
  <dcterms:modified xsi:type="dcterms:W3CDTF">2026-10-25T19:41:51.3960000Z</dcterms:modified>
</coreProperties>
</file>